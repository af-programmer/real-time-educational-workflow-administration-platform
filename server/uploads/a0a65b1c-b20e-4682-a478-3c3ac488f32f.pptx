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4"/>
  </p:notesMasterIdLst>
  <p:sldIdLst>
    <p:sldId id="274" r:id="rId2"/>
    <p:sldId id="307" r:id="rId3"/>
    <p:sldId id="300" r:id="rId4"/>
    <p:sldId id="267" r:id="rId5"/>
    <p:sldId id="310" r:id="rId6"/>
    <p:sldId id="311" r:id="rId7"/>
    <p:sldId id="312" r:id="rId8"/>
    <p:sldId id="299" r:id="rId9"/>
    <p:sldId id="313" r:id="rId10"/>
    <p:sldId id="314" r:id="rId11"/>
    <p:sldId id="315" r:id="rId12"/>
    <p:sldId id="316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דבורה פריד" initials="דפ" lastIdx="3" clrIdx="0">
    <p:extLst>
      <p:ext uri="{19B8F6BF-5375-455C-9EA6-DF929625EA0E}">
        <p15:presenceInfo xmlns:p15="http://schemas.microsoft.com/office/powerpoint/2012/main" userId="דבורה פריד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162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245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0:53.7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1129 173 72 0 0,'-2'-3'295'0'0,"0"0"-130"0"0,1 0 0 0 0,-1 1 0 0 0,-1-1 0 0 0,1 1 0 0 0,0 0 0 0 0,0 0 0 0 0,-1-1 0 0 0,1 2 0 0 0,-1-1 0 0 0,0 0 0 0 0,0 0 0 0 0,1 1 0 0 0,-5-2 0 0 0,4 2 74 0 0,1 1-207 0 0,1-1 1 0 0,0 1-1 0 0,0 0 1 0 0,0-1-1 0 0,0 1 1 0 0,-1 0-1 0 0,1 0 1 0 0,0 0 0 0 0,0 0-1 0 0,-1 0 1 0 0,1 0-1 0 0,0 0 1 0 0,-2 0-1 0 0,-2 0 263 0 0,-18 0 226 0 0,18 0-272 0 0,-1 0 21 0 0,-68-3 979 0 0,69 3-1011 0 0,-1 0-4 0 0,-40 5 387 0 0,43-5-433 0 0,-2 0-19 0 0,-15 0 334 0 0,-31 5 0 0 0,-12 8 469 0 0,-86 29 0 0 0,36 8-275 0 0,14-5-109 0 0,84-37-490 0 0,0 0 0 0 0,1 0 1 0 0,-27 22-1 0 0,-14 8 351 0 0,46-31-403 0 0,2 0 0 0 0,-1 0 0 0 0,1 0-1 0 0,0 1 1 0 0,0 0 0 0 0,-8 14-1 0 0,5-8 9 0 0,-21 24 1 0 0,5-14 113 0 0,1 1 0 0 0,1 0 0 0 0,1 2 0 0 0,-29 46 0 0 0,51-70-157 0 0,0 1-1 0 0,1-1 0 0 0,-1 0 1 0 0,1 1-1 0 0,-1-1 0 0 0,1 0 1 0 0,0 1-1 0 0,1-1 0 0 0,-1 0 1 0 0,0 1-1 0 0,2 5 0 0 0,0 1 11 0 0,1 20 43 0 0,1-1 1 0 0,16 53-1 0 0,-16-65-52 0 0,0-5 0 0 0,1 1 0 0 0,0-1 0 0 0,1 0-1 0 0,0-1 1 0 0,1 1 0 0 0,0-1 0 0 0,13 14 0 0 0,2 1 13 0 0,41 36 0 0 0,-51-52-18 0 0,0-1-1 0 0,0-1 1 0 0,1 0-1 0 0,0 0 1 0 0,1-1 0 0 0,26 9-1 0 0,-10-6 6 0 0,1-2-1 0 0,36 6 1 0 0,-31-11 5 0 0,-1-1 1 0 0,1-2 0 0 0,0-1-1 0 0,-1-2 1 0 0,48-10 0 0 0,-58 9-12 0 0,-4 2-2 0 0,-1-2 0 0 0,1 0 0 0 0,-1-2 1 0 0,24-9-1 0 0,243-114 77 0 0,-276 123-75 0 0,-1 0-1 0 0,0-1 0 0 0,15-12 1 0 0,2-2 4 0 0,-4 2 1 0 0,-1-2-1 0 0,-2 0 1 0 0,0-1-1 0 0,-1 0 1 0 0,18-30-1 0 0,-19 28-9 0 0,-4 5 20 0 0,-2 0-1 0 0,0-1 1 0 0,-1 0-1 0 0,15-37 1 0 0,-22 43 24 0 0,0 0 0 0 0,0 0 0 0 0,-1 0 0 0 0,-1 0 0 0 0,0-1 0 0 0,-1 1 0 0 0,0-1 0 0 0,-3-25 0 0 0,-5-34 160 0 0,3 34 90 0 0,-11-61-1 0 0,11 89-204 0 0,0 0-1 0 0,-1 0 1 0 0,0 0 0 0 0,-1 1-1 0 0,0-1 1 0 0,-1 1 0 0 0,0 1 0 0 0,-1 0-1 0 0,0 0 1 0 0,-1 0 0 0 0,0 1 0 0 0,0 0-1 0 0,-1 1 1 0 0,0 0 0 0 0,-1 0-1 0 0,1 1 1 0 0,-2 1 0 0 0,-20-10 0 0 0,5 5 90 0 0,9 2-71 0 0,-1 1 0 0 0,0 1 0 0 0,0 1 1 0 0,-28-5-1 0 0,-13 2 48 0 0,38 5-104 0 0,0 0 0 0 0,0 2 1 0 0,-39 1-1 0 0,36 3-26 0 0,-1 1 1 0 0,-35 9-1 0 0,28-4-1 0 0,-2 0 7 0 0,1 1-1 0 0,0 1 1 0 0,-64 30-1 0 0,73-27 11 0 0,10-6-48 0 0,0 1 0 0 0,0 1 0 0 0,1 0 0 0 0,0 1 0 0 0,1 0 0 0 0,-19 19 0 0 0,-7 11 11 0 0,26-29-12 0 0,2 1 1 0 0,-1 0-1 0 0,-9 15 1 0 0,6-5 9 0 0,1 1 0 0 0,2 1 0 0 0,0 0 0 0 0,-16 46 0 0 0,26-63-5 0 0,1-1-1 0 0,0 1 0 0 0,1 0 0 0 0,-1 0 0 0 0,2 9 1 0 0,-3 20-9 0 0,-2-9 18 0 0,2-1 0 0 0,0 1 0 0 0,2 0 0 0 0,1 0 0 0 0,5 38 0 0 0,-1-37 25 0 0,9 34 0 0 0,-10-51-32 0 0,-1-1 0 0 0,2 0 1 0 0,-1 0-1 0 0,1 0 0 0 0,1-1 1 0 0,8 12-1 0 0,-8-13 0 0 0,0-1 0 0 0,1 1 0 0 0,0-1 1 0 0,1 0-1 0 0,0-1 0 0 0,0 1 0 0 0,0-2 0 0 0,0 1 0 0 0,1-1 0 0 0,0 0 0 0 0,0-1 0 0 0,1 0 1 0 0,-1-1-1 0 0,1 0 0 0 0,0 0 0 0 0,0-1 0 0 0,0 0 0 0 0,0-1 0 0 0,0 0 0 0 0,14-1 0 0 0,15 0 20 0 0,-1-3-1 0 0,0-1 1 0 0,0-2-1 0 0,0-1 1 0 0,-1-2-1 0 0,0-1 1 0 0,56-26-1 0 0,-65 23-12 0 0,0-1 0 0 0,-2-2 0 0 0,0-1-1 0 0,0 0 1 0 0,-2-2 0 0 0,0-1-1 0 0,-2-1 1 0 0,21-25 0 0 0,-33 34-1 0 0,0-1 0 0 0,-2 0 0 0 0,1-1 0 0 0,-2 0 0 0 0,0 0 0 0 0,0-1 0 0 0,-2 1 0 0 0,0-1 1 0 0,0-1-1 0 0,-2 1 0 0 0,3-20 0 0 0,-3 8 10 0 0,-1 0 1 0 0,-2 0-1 0 0,0 1 0 0 0,-2-1 1 0 0,-9-47-1 0 0,5 46-15 0 0,-2 0-1 0 0,-1 0 1 0 0,-1 1 0 0 0,-15-29-1 0 0,16 40-2 0 0,0 1-1 0 0,-1 0 1 0 0,-1 1-1 0 0,-1 0 1 0 0,0 1-1 0 0,-1 0 1 0 0,-14-11-1 0 0,18 18-7 0 0,0 1 0 0 0,0 1 0 0 0,-1-1 0 0 0,1 2 0 0 0,-16-5 0 0 0,17 6 0 0 0,-1 1-1 0 0,0 0 0 0 0,0 0 1 0 0,0 1-1 0 0,0 0 0 0 0,-11 1 1 0 0,7 0 7 0 0,-3 0-11 0 0,0 1 1 0 0,0 0 0 0 0,1 2-1 0 0,-24 6 1 0 0,-11 4-26 0 0,32-10 22 0 0,1 1-1 0 0,1 1 1 0 0,-1 1-1 0 0,-17 10 1 0 0,-60 38-44 0 0,47-23 32 0 0,1 3 0 0 0,-41 39 0 0 0,75-62 27 0 0,-21 28-1 0 0,3-5-19 0 0,21-22 14 0 0,0 1 1 0 0,0-1-1 0 0,1 2 1 0 0,1-1-1 0 0,0 1 1 0 0,1 0-1 0 0,1 0 1 0 0,0 1-1 0 0,1-1 1 0 0,1 1-1 0 0,0 0 1 0 0,0 16-1 0 0,3-20 1 0 0,0-1 0 0 0,1 0 0 0 0,1 1-1 0 0,0-1 1 0 0,0 0 0 0 0,5 13 0 0 0,28 62-45 0 0,-30-76 49 0 0,3 7-1 0 0,1-1 0 0 0,1-1-1 0 0,1 0 1 0 0,0 0 0 0 0,1-1 0 0 0,1 0 0 0 0,0-1-1 0 0,0-1 1 0 0,1 0 0 0 0,1-1 0 0 0,17 11-1 0 0,-12-11 3 0 0,0-2-1 0 0,1 0 0 0 0,0 0 0 0 0,0-2 1 0 0,0-1-1 0 0,1-1 0 0 0,0 0 0 0 0,0-2 1 0 0,1-1-1 0 0,-1 0 0 0 0,1-2 0 0 0,42-4 1 0 0,-26-1 9 0 0,0-2 1 0 0,-1-2 0 0 0,0-1-1 0 0,0-2 1 0 0,-1-1 0 0 0,55-29-1 0 0,18-24 2 0 0,-95 56-7 0 0,0-2 0 0 0,-1 1 0 0 0,-1-2 0 0 0,0 0 0 0 0,12-15 0 0 0,-18 17 4 0 0,0-1 0 0 0,0 0 0 0 0,-1-1 0 0 0,-1 1 0 0 0,0-1-1 0 0,-1 0 1 0 0,0 0 0 0 0,-1-1 0 0 0,0 1 0 0 0,-2-1 0 0 0,1 1 0 0 0,-1-1-1 0 0,-1 0 1 0 0,-2-19 0 0 0,-1 10 8 0 0,1 7-4 0 0,1 1-1 0 0,-2 0 1 0 0,0 0 0 0 0,-1 0-1 0 0,-1 0 1 0 0,-8-19-1 0 0,0 12 5 0 0,-1 0 0 0 0,0 0 0 0 0,-2 1 0 0 0,-1 1 0 0 0,0 1 0 0 0,-1 0 0 0 0,-1 1 0 0 0,-1 1 0 0 0,-1 1 0 0 0,0 1 0 0 0,-1 1 0 0 0,-41-21 0 0 0,50 30-16 0 0,0 0 1 0 0,0 1-1 0 0,0 0 0 0 0,-1 1 0 0 0,1 1 0 0 0,-1 0 1 0 0,0 0-1 0 0,0 2 0 0 0,1-1 0 0 0,-1 2 0 0 0,0 0 1 0 0,0 1-1 0 0,1 0 0 0 0,-15 5 0 0 0,-13 4-2 0 0,1 3-1 0 0,0 1 1 0 0,-45 25 0 0 0,54-24-4 0 0,1 1 0 0 0,1 2 0 0 0,-38 30 0 0 0,51-36 4 0 0,0 2 0 0 0,1 0-1 0 0,1 1 1 0 0,0 0 0 0 0,1 1-1 0 0,-17 32 1 0 0,10-13 4 0 0,-34 69 6 0 0,48-90-7 0 0,1 0 1 0 0,1 0-1 0 0,0 1 0 0 0,0 0 0 0 0,-1 25 0 0 0,4-27 1 0 0,1 1 0 0 0,0-1 0 0 0,1 1 0 0 0,1-1 0 0 0,0 0 0 0 0,1 0 0 0 0,0 0 0 0 0,1 0 0 0 0,1 0 0 0 0,0-1 0 0 0,1 1 0 0 0,0-1 0 0 0,1-1 0 0 0,1 1 0 0 0,0-1 0 0 0,0-1 0 0 0,1 0 0 0 0,1 0 0 0 0,0 0 0 0 0,13 10 0 0 0,-11-12 3 0 0,1-1 1 0 0,0-1-1 0 0,0 1 0 0 0,1-2 1 0 0,0 0-1 0 0,0-1 0 0 0,0 0 1 0 0,0-1-1 0 0,1-1 0 0 0,0 0 1 0 0,0-1-1 0 0,0 0 0 0 0,0-1 1 0 0,0-1-1 0 0,19-2 0 0 0,0-2 5 0 0,-1-1 0 0 0,0-2 0 0 0,-1-1 0 0 0,0-1 0 0 0,0-2 0 0 0,30-15 0 0 0,-37 14 5 0 0,0-2 1 0 0,-1 0-1 0 0,-1-2 0 0 0,0 0 0 0 0,-1-2 0 0 0,0 0 0 0 0,28-33 0 0 0,-38 36-5 0 0,-1-1 0 0 0,-1 0-1 0 0,0-1 1 0 0,-1 0 0 0 0,0 0 0 0 0,-2-1 0 0 0,11-37 0 0 0,-12 31 11 0 0,-1 0 1 0 0,-1 0 0 0 0,-1-1-1 0 0,-1 1 1 0 0,-2-47-1 0 0,-2 57-9 0 0,-1-1 0 0 0,0 1 0 0 0,0 0 0 0 0,-1 0 0 0 0,-1 0 0 0 0,-1 1 0 0 0,0 0 0 0 0,0 0 0 0 0,-1 0 0 0 0,-1 1 0 0 0,0 0 0 0 0,-1 0 0 0 0,0 1 0 0 0,-1 0 0 0 0,-18-16 0 0 0,9 10-6 0 0,-1 0 0 0 0,-1 2 0 0 0,0 0 0 0 0,-1 1 0 0 0,-44-20 0 0 0,42 26-8 0 0,-1 1-1 0 0,1 1 0 0 0,-1 1 0 0 0,0 1 1 0 0,0 1-1 0 0,-1 1 0 0 0,1 1 0 0 0,0 2 1 0 0,-1 0-1 0 0,1 2 0 0 0,0 1 0 0 0,-28 7 1 0 0,20-2-8 0 0,1 1 1 0 0,0 2 0 0 0,1 1 0 0 0,0 1 0 0 0,1 2 0 0 0,0 1 0 0 0,2 1 0 0 0,-44 36 0 0 0,61-44 2 0 0,0 1 0 0 0,1-1 0 0 0,0 2 0 0 0,0-1 0 0 0,1 2 0 0 0,1-1 0 0 0,0 1 0 0 0,1 0 0 0 0,0 1 0 0 0,1 0 0 0 0,0 0 0 0 0,1 0 0 0 0,1 0 0 0 0,0 1 0 0 0,1 0 0 0 0,1 0 1 0 0,0 0-1 0 0,1 0 0 0 0,1 0 0 0 0,0 0 0 0 0,1 0 0 0 0,1 0 0 0 0,0 0 0 0 0,1 0 0 0 0,0-1 0 0 0,2 1 0 0 0,-1-1 0 0 0,9 17 0 0 0,-6-17 2 0 0,1 0 1 0 0,0-1-1 0 0,1 0 1 0 0,0 0-1 0 0,1-1 1 0 0,1 0-1 0 0,0 0 1 0 0,0-2 0 0 0,1 1-1 0 0,0-1 1 0 0,1-1-1 0 0,0 0 1 0 0,19 9-1 0 0,-32-18 6 0 0,11 7 1 0 0,-1-1 1 0 0,1-1-1 0 0,0 1 0 0 0,0-2 0 0 0,1 1 1 0 0,-1-1-1 0 0,1-1 0 0 0,0 0 1 0 0,23 2-1 0 0,-10-5 6 0 0,1-1 0 0 0,-1-1 0 0 0,1-1 1 0 0,-1-1-1 0 0,0-1 0 0 0,0-2 0 0 0,-1 0 0 0 0,46-21 0 0 0,-51 19 1 0 0,0-1-1 0 0,-1 0 0 0 0,-1-1 0 0 0,0-1 1 0 0,0-1-1 0 0,-1 0 0 0 0,-1-1 0 0 0,0-1 0 0 0,-1 0 1 0 0,-1-1-1 0 0,17-26 0 0 0,-23 29-3 0 0,0 0 1 0 0,-1-1-1 0 0,7-23 1 0 0,-7 19 4 0 0,-3 9-4 0 0,-1-1 0 0 0,1 0 1 0 0,-2 1-1 0 0,1-1 0 0 0,-1 0 1 0 0,-1 0-1 0 0,0 0 0 0 0,0 0 0 0 0,-1 0 1 0 0,-1 0-1 0 0,-4-19 0 0 0,2 16 4 0 0,0 1 0 0 0,-1 0-1 0 0,-1 1 1 0 0,0-1 0 0 0,-1 1-1 0 0,0 0 1 0 0,0 0 0 0 0,-15-15 0 0 0,10 14-6 0 0,0 0 0 0 0,-1 1 0 0 0,0 0 1 0 0,-1 1-1 0 0,0 1 0 0 0,0 0 0 0 0,-1 1 1 0 0,-1 0-1 0 0,1 1 0 0 0,-1 1 0 0 0,0 1 1 0 0,0 0-1 0 0,-1 1 0 0 0,-25-3 0 0 0,14 5-5 0 0,-1 1-1 0 0,1 2 1 0 0,-1 1-1 0 0,-35 6 1 0 0,46-4-8 0 0,0 0-1 0 0,1 2 1 0 0,-1 0 0 0 0,1 0-1 0 0,0 2 1 0 0,0 0-1 0 0,-24 16 1 0 0,31-15-1 0 0,-1 0 0 0 0,1 0 0 0 0,1 1 0 0 0,0 0 0 0 0,0 0 0 0 0,1 1 1 0 0,0 0-1 0 0,1 1 0 0 0,1 0 0 0 0,-7 14 0 0 0,3-2 0 0 0,1 0 0 0 0,2 0-1 0 0,0 1 1 0 0,-4 33 0 0 0,7-27-11 0 0,2-1 0 0 0,0 1 0 0 0,3 0 0 0 0,0 0 0 0 0,7 31-1 0 0,-6-51 5 0 0,1 0 0 0 0,0 0 0 0 0,0-1 0 0 0,1 1 0 0 0,1-1-1 0 0,0 0 1 0 0,0 0 0 0 0,1 0 0 0 0,0-1 0 0 0,0 0 0 0 0,1 0-1 0 0,1 0 1 0 0,10 9 0 0 0,-12-12 6 0 0,1-1 0 0 0,0 0 0 0 0,0 0 1 0 0,0 0-1 0 0,1-1 0 0 0,-1 0 0 0 0,1 0 0 0 0,0-1 0 0 0,0 0 1 0 0,0-1-1 0 0,1 1 0 0 0,-1-2 0 0 0,1 1 0 0 0,-1-1 0 0 0,1 0 1 0 0,-1-1-1 0 0,1 0 0 0 0,9-1 0 0 0,3-3 0 0 0,0-1-1 0 0,0 0 0 0 0,-1-1 1 0 0,1-2-1 0 0,-2 0 1 0 0,1-1-1 0 0,30-19 1 0 0,-22 10-6 0 0,-2-1 0 0 0,0-2 1 0 0,-1-1-1 0 0,27-30 0 0 0,-36 34 8 0 0,-1-1-1 0 0,-1 0 1 0 0,0-1 0 0 0,-2 0-1 0 0,0-1 1 0 0,-2 0-1 0 0,0-1 1 0 0,-1 0-1 0 0,-1-1 1 0 0,-1 1-1 0 0,-2-2 1 0 0,5-31-1 0 0,-10 45 15 0 0,0 0-1 0 0,-1 0 0 0 0,0 0 0 0 0,0 1 0 0 0,-1-1 0 0 0,0 0 0 0 0,-1 0 1 0 0,0 1-1 0 0,-1 0 0 0 0,0 0 0 0 0,0 0 0 0 0,-1 0 0 0 0,-9-13 0 0 0,9 17 1 0 0,1 1 0 0 0,-1 0 0 0 0,0 0 0 0 0,0 0 0 0 0,0 0 0 0 0,0 1 0 0 0,-1 0 0 0 0,1 0 0 0 0,-1 0 0 0 0,0 1 0 0 0,0 0 0 0 0,0 0 0 0 0,0 1 0 0 0,0-1 0 0 0,-1 1 0 0 0,1 1 1 0 0,0-1-1 0 0,-1 1 0 0 0,1 0 0 0 0,0 0 0 0 0,-1 1 0 0 0,1 0 0 0 0,-11 3 0 0 0,-4 2-6 0 0,1 0 0 0 0,-1 2 0 0 0,1 1 0 0 0,1 0 0 0 0,-32 21 0 0 0,15-6-1 0 0,1 2 0 0 0,-38 37 0 0 0,53-42-5 0 0,1 0 0 0 0,1 1 0 0 0,1 1 0 0 0,1 0 0 0 0,1 1 0 0 0,2 1 0 0 0,0 1 0 0 0,1 0 0 0 0,-13 43 0 0 0,23-59 6 0 0,0-1 0 0 0,0 1 0 0 0,1 0 1 0 0,0-1-1 0 0,1 1 0 0 0,0 0 1 0 0,1-1-1 0 0,0 1 0 0 0,0 0 0 0 0,1-1 1 0 0,0 1-1 0 0,1-1 0 0 0,0 0 0 0 0,0 0 1 0 0,1 0-1 0 0,0 0 0 0 0,9 13 0 0 0,-9-15 0 0 0,1-1 0 0 0,0 0 0 0 0,0-1 0 0 0,0 1 0 0 0,1-1-1 0 0,0 0 1 0 0,0 0 0 0 0,0-1 0 0 0,0 1 0 0 0,1-1-1 0 0,0-1 1 0 0,0 0 0 0 0,0 0 0 0 0,0 0 0 0 0,0 0 0 0 0,0-1-1 0 0,1-1 1 0 0,-1 1 0 0 0,1-1 0 0 0,0 0 0 0 0,-1-1 0 0 0,12 0-1 0 0,-5-2 5 0 0,1 0 0 0 0,0-2 0 0 0,-1 1-1 0 0,0-2 1 0 0,0 0 0 0 0,0 0 0 0 0,18-11-1 0 0,-12 5 10 0 0,1-2 0 0 0,-2 0 0 0 0,35-31 0 0 0,-42 33-8 0 0,0 0 1 0 0,-2-2-1 0 0,1 1 1 0 0,-1-1 0 0 0,-1-1-1 0 0,-1 1 1 0 0,0-2-1 0 0,0 1 1 0 0,6-21-1 0 0,-11 28 6 0 0,-1 1-1 0 0,-1-1 0 0 0,1 0 0 0 0,-1-1 1 0 0,0 1-1 0 0,-1 0 0 0 0,1 0 0 0 0,-1 0 0 0 0,-1 0 1 0 0,0 0-1 0 0,0 0 0 0 0,0-1 0 0 0,-1 2 0 0 0,0-1 1 0 0,0 0-1 0 0,0 0 0 0 0,-1 1 0 0 0,0-1 0 0 0,-1 1 1 0 0,1 0-1 0 0,-1 0 0 0 0,-1 0 0 0 0,-5-7 0 0 0,3 6-1 0 0,0-1-1 0 0,-1 2 0 0 0,1-1 0 0 0,-1 1 0 0 0,0 0 0 0 0,-1 1 0 0 0,0 0 0 0 0,1 0 0 0 0,-2 1 1 0 0,1 0-1 0 0,-18-5 0 0 0,15 7-2 0 0,0 0 1 0 0,1 1-1 0 0,-1 0 0 0 0,0 1 0 0 0,0 0 1 0 0,0 1-1 0 0,0 0 0 0 0,0 1 1 0 0,-21 6-1 0 0,22-5-5 0 0,0 1 0 0 0,0 0 0 0 0,0 0 0 0 0,1 1 0 0 0,0 1 0 0 0,0-1 0 0 0,-16 14 0 0 0,20-14 0 0 0,0 1 0 0 0,0 0 0 0 0,1 0 0 0 0,0 0 0 0 0,0 1 1 0 0,1-1-1 0 0,-1 1 0 0 0,2 1 0 0 0,-1-1 0 0 0,1 0 0 0 0,0 1 1 0 0,-3 10-1 0 0,3-4-9 0 0,0 0-1 0 0,0 0 1 0 0,1 0 0 0 0,1 0 0 0 0,0 1 0 0 0,1-1-1 0 0,3 17 1 0 0,-2-24 5 0 0,0 0 0 0 0,0-1-1 0 0,1 1 1 0 0,0 0 0 0 0,1-1 0 0 0,-1 1-1 0 0,1-1 1 0 0,0 0 0 0 0,1 0-1 0 0,0 0 1 0 0,0 0 0 0 0,0-1 0 0 0,0 0-1 0 0,1 0 1 0 0,0 0 0 0 0,0 0-1 0 0,7 5 1 0 0,-3-5 3 0 0,1 0-1 0 0,-1 0 1 0 0,1 0 0 0 0,0-2 0 0 0,1 1-1 0 0,-1-1 1 0 0,1 0 0 0 0,-1-1 0 0 0,1-1-1 0 0,0 1 1 0 0,-1-2 0 0 0,1 1-1 0 0,17-3 1 0 0,-3-1 4 0 0,0 0 1 0 0,-1-2-1 0 0,0-1 0 0 0,37-14 0 0 0,-49 16 4 0 0,-1-1-1 0 0,-1 0 0 0 0,1-1 1 0 0,-1 0-1 0 0,0 0 1 0 0,0-1-1 0 0,-1 0 0 0 0,14-14 1 0 0,-19 17 14 0 0,0 0-1 0 0,-1-1 1 0 0,1 0 0 0 0,-1 0 0 0 0,0 0 0 0 0,-1 0 0 0 0,1 0-1 0 0,-1 0 1 0 0,0-1 0 0 0,0 1 0 0 0,-1-1 0 0 0,1 0 0 0 0,-1 1 0 0 0,-1-1-1 0 0,1 0 1 0 0,-1 0 0 0 0,0 1 0 0 0,-1-11 0 0 0,-1 2 43 0 0,-1 0 0 0 0,-1 0 0 0 0,0 0-1 0 0,-1 1 1 0 0,0 0 0 0 0,-1 0 0 0 0,0 0 0 0 0,-1 0 0 0 0,-1 1 0 0 0,0 0 0 0 0,0 1 0 0 0,-13-13 0 0 0,15 18-34 0 0,0 0-1 0 0,0 0 1 0 0,-1 0 0 0 0,0 1 0 0 0,0 1 0 0 0,0-1-1 0 0,0 1 1 0 0,-1 0 0 0 0,1 0 0 0 0,-1 1 0 0 0,0 0-1 0 0,0 1 1 0 0,0 0 0 0 0,-1 0 0 0 0,1 1-1 0 0,-1-1 1 0 0,1 2 0 0 0,0-1 0 0 0,-1 1 0 0 0,1 1-1 0 0,-1 0 1 0 0,-9 2 0 0 0,5 1-6 0 0,0 1-1 0 0,0 1 1 0 0,1 0 0 0 0,0 1 0 0 0,0 0-1 0 0,1 1 1 0 0,-1 0 0 0 0,2 1 0 0 0,-16 15-1 0 0,18-17-18 0 0,1 1 1 0 0,0 1-1 0 0,0-1 0 0 0,1 1 0 0 0,0 0 1 0 0,0 1-1 0 0,-5 11 0 0 0,3 17-30 0 0,8-34-8 0 0,4 10 18 0 0,4-1 8 0 0,-3-9 1 0 0,-1 0 0 0 0,1-1 0 0 0,0 0 0 0 0,-1 0 0 0 0,9 3 0 0 0,-11-5 27 0 0,2-1-24 0 0,10 0-4 0 0,-11 0 4 0 0,1-2-142 0 0,12-7 22 0 0,-12 7-35 0 0,0-16-651 0 0,-3 15 439 0 0,0 0 0 0 0,-1 0 0 0 0,1 0 0 0 0,-1 0 0 0 0,1 0 0 0 0,-1 0 0 0 0,0-5 0 0 0,-3-3-373 0 0,-11-14-8567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1:02.4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2224 72 36 0 0,'0'0'3274'0'0,"-14"-6"-2698"0"0,-40-17-46 0 0,41 17 1007 0 0,7 4-1404 0 0,1-1 1 0 0,-1 1 0 0 0,0 0 0 0 0,1 0-1 0 0,-12-1 1 0 0,3 0 22 0 0,2-1 758 0 0,-1 3-463 0 0,-40-6-8 0 0,40 6 374 0 0,-4 0-431 0 0,-53-3-18 0 0,53 3 309 0 0,-3 1-347 0 0,-60 0-14 0 0,60 0-7 0 0,5 0-17 0 0,-81 2 501 0 0,20-1-547 0 0,56 0-19 0 0,3-1-11 0 0,-4 1-146 0 0,-61-1 269 0 0,0-3 46 0 0,59 1-241 0 0,-40 4 1 0 0,37-1-90 0 0,-13 0 100 0 0,20 1-105 0 0,-58-1 196 0 0,10-2-102 0 0,33 1-16 0 0,-67 6 88 0 0,1-2-14 0 0,-16-1-26 0 0,16 0-1 0 0,3 0-27 0 0,35 0-54 0 0,47-2 24 0 0,-4-2 28 0 0,-75-2 207 0 0,51 6-207 0 0,32-2-66 0 0,-1 1 0 0 0,1-2 0 0 0,-1 0 0 0 0,-12-1 0 0 0,-43-2-7 0 0,51 3 128 0 0,-3 0-168 0 0,-55 0 15 0 0,56 0 96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1:03.5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2791 1 120 0 0,'0'0'4292'0'0,"-10"8"-3751"0"0,-30 24-1 0 0,30-24 1589 0 0,-2-3-1630 0 0,-36 14-17 0 0,36-14 432 0 0,1-2-478 0 0,-33 8-17 0 0,33-8-8 0 0,-1-1-12 0 0,-37 7-21 0 0,37-7-24 0 0,-3 1-20 0 0,-3-2-224 0 0,6 0 23 0 0,0 1-1 0 0,1 0 1 0 0,-24 6 0 0 0,-19 7 160 0 0,25-10-20 0 0,-65 7 252 0 0,4 1-33 0 0,35-5-274 0 0,41-6 8 0 0,-4-1-14 0 0,-83 8 198 0 0,46-4-229 0 0,41-3-7 0 0,-5-1-26 0 0,-94 4 186 0 0,21 2 131 0 0,-21 0-227 0 0,55-3-109 0 0,44-3-20 0 0,-6 1 5 0 0,-92 9 128 0 0,53-6-111 0 0,45-4-11 0 0,-1-1-11 0 0,-45 2 4 0 0,45-2 85 0 0,-2 0-94 0 0,-4 1-64 0 0,-60-3 395 0 0,14-2-367 0 0,50 3 144 0 0,0 0-162 0 0,-53-1-4 0 0,53 1 14 0 0,0 0-56 0 0,-51-4 16 0 0,51 4 4 0 0,4-1-8 0 0,-3 1-6 0 0,-45-9 81 0 0,8 0-58 0 0,40 8 37 0 0,2-2-37 0 0,-32-8 8 0 0,33 8 177 0 0,-2 2-189 0 0,-37-10 3 0 0,37 9 216 0 0,-10 6-360 0 0,-66 9 98 0 0,66-10-24 0 0,9 2 50 0 0,-40 12-25 0 0,40-13-2 0 0,1 0 15 0 0,-38 7-6 0 0,37-7 8 0 0,-1-3-171 0 0,-59 4-1428 0 0,1-8 1456 0 0,50 1 105 0 0,3 2-76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1:06.3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3437 93 484 0 0,'0'0'9489'0'0,"-35"4"-9002"0"0,-106 13-17 0 0,106-13 776 0 0,12-5-884 0 0,-89-4 375 0 0,-8 5 526 0 0,42-2-979 0 0,67 3-190 0 0,-1-1 1 0 0,1-1-1 0 0,-18-3 1 0 0,19 2 80 0 0,-1 1 0 0 0,1 0 0 0 0,-21 1 1 0 0,-60 0 385 0 0,-5-3-27 0 0,77 3-276 0 0,4-1-2 0 0,-76-3 470 0 0,-8-2-109 0 0,6 1 40 0 0,18 2-520 0 0,56 2 11 0 0,3 0-39 0 0,-81-5 164 0 0,22 1-194 0 0,56 4-6 0 0,2 0-9 0 0,-50-4-3 0 0,36 4 0 0 0,-44 2 149 0 0,66 0-183 0 0,-1-1 0 0 0,1-1 0 0 0,-15-2 1 0 0,9 1 110 0 0,-1 0 0 0 0,-29 2 0 0 0,25 1-106 0 0,4 0 43 0 0,1-1 1 0 0,-1-1-1 0 0,-16-2 1 0 0,-53-4 118 0 0,-5 1-81 0 0,-2 1-33 0 0,-6 3-44 0 0,34 1-28 0 0,48 1 7 0 0,-1-1-4 0 0,-84 0 11 0 0,-6 1 13 0 0,34 0-28 0 0,55 0-1 0 0,3-1 2 0 0,-81-1 124 0 0,26-1-112 0 0,53 3 19 0 0,1-1-24 0 0,-46-1 15 0 0,46 1 8 0 0,-2 1-12 0 0,-55 0 15 0 0,55 0 62 0 0,1-1-19 0 0,-3 0-49 0 0,-58-4 396 0 0,16-2-341 0 0,47 6 349 0 0,0 0-391 0 0,-76 0 192 0 0,22 1-224 0 0,52 0 38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25.56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649 12 352 0 0,'0'0'6642'0'0,"-21"-2"-6473"0"0,-3-1-93 0 0,-13-2-15 0 0,-3 3 1623 0 0,-64 2-786 0 0,89 4-776 0 0,-43 8 0 0 0,43-8 390 0 0,4-1-400 0 0,-33 8-2 0 0,33-8 296 0 0,2 2-309 0 0,-28 14-8 0 0,27-14 152 0 0,3 1-164 0 0,-23 21 1 0 0,23-20-1 0 0,1 0 1 0 0,-17 20 4 0 0,18-21-15 0 0,-1 1-4 0 0,-15 22 8 0 0,16-22 7 0 0,-1 1 0 0 0,-17 24 2 0 0,17-24 6 0 0,3-2-5 0 0,-10 20 1 0 0,10-20 79 0 0,-1 3-94 0 0,-15 25 5 0 0,14-25 60 0 0,3-1-66 0 0,-6 24 8 0 0,6-24 99 0 0,0 2-115 0 0,-3 29 5 0 0,3-29 149 0 0,3 0-156 0 0,2 28-8 0 0,-3-28 114 0 0,4-1-108 0 0,12 25 10 0 0,-12-25 52 0 0,1-2-62 0 0,17 23 4 0 0,-17-23 6 0 0,2-2 26 0 0,21 17-5 0 0,-20-16-8 0 0,0-1 3 0 0,28 15 14 0 0,-27-15 72 0 0,3 0-80 0 0,36 16-8 0 0,-36-16-2 0 0,-2-2-1 0 0,30 10-8 0 0,-30-10 45 0 0,3 0-52 0 0,36 7-6 0 0,-36-7 248 0 0,56-7-237 0 0,-48 1-57 0 0,-2 2 145 0 0,-6-7-111 0 0,39-22-4 0 0,-38 22 14 0 0,-9 2 3 0 0,16-15 8 0 0,-15 15 34 0 0,-1-2-61 0 0,18-25 7 0 0,-17 24-8 0 0,-3 2-1 0 0,11-22-4 0 0,-10 21-4 0 0,-1 1-4 0 0,8-21 2 0 0,-8 21 18 0 0,0-2-31 0 0,10-25 16 0 0,-10 25 49 0 0,1 1-68 0 0,10-26-10 0 0,-10 26 105 0 0,-1 0-109 0 0,11-24-1 0 0,-10 24 25 0 0,-1 0-18 0 0,10-22 24 0 0,-10 22-16 0 0,-2-1-8 0 0,3-25 4 0 0,-2 25 4 0 0,-3 0-22 0 0,0-30 8 0 0,0 30 31 0 0,-3-1-24 0 0,-13-27-10 0 0,13 28 21 0 0,-1 3-45 0 0,0-2 37 0 0,3 5 7 0 0,0 0-1 0 0,0 0 1 0 0,0 1 0 0 0,0-1-1 0 0,-1 0 1 0 0,1 1-1 0 0,-1 0 1 0 0,0-1 0 0 0,-3-1-1 0 0,-23-19-12 0 0,22 17 2 0 0,-3 2-68 0 0,-33-10 71 0 0,32 11 4 0 0,-2 0-49 0 0,-38-7-8 0 0,38 7-12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27.0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80 0 0,'0'0'11582'0'0,"19"14"-11520"0"0,56 38 0 0 0,-56-39 384 0 0,-16-11-432 0 0,0 0-1 0 0,1 0 1 0 0,-1 0 0 0 0,0 0-1 0 0,0 0 1 0 0,0 1 0 0 0,3 4 0 0 0,1 0 6 0 0,0-1 330 0 0,0-1-301 0 0,20 18-7 0 0,-20-17 172 0 0,-2 0-168 0 0,17 17-10 0 0,-17-17 268 0 0,1 0-248 0 0,20 18 6 0 0,-20-18 273 0 0,1 0-270 0 0,0 2-35 0 0,25 20 404 0 0,-4-6-384 0 0,-21-17 268 0 0,1 1-270 0 0,20 17-4 0 0,-21-17 427 0 0,-1-1-435 0 0,20 17 9 0 0,-20-16 819 0 0,1-1-813 0 0,18 18-20 0 0,-18-17 530 0 0,-1 0-542 0 0,20 15-15 0 0,-20-15 107 0 0,-3 1-1022 0 0,10 23 886 0 0,-10-23-22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27.6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1 572 0 0,'0'0'14131'0'0,"36"2"-14049"0"0,108 5-29 0 0,-109-5-46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28.0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1 312 0 0,'0'0'10146'0'0,"39"3"-10222"0"0,114 11-112 0 0,-114-10-108 0 0,-35-5-143 0 0,0 1 375 0 0,0 0-1 0 0,1 0 1 0 0,-1 0 0 0 0,0 0-1 0 0,0 1 1 0 0,6 1 0 0 0,-1 0-550 0 0,1-1 0 0 0,-1 1 0 0 0,1-1 0 0 0,14-1 0 0 0,47 1-1635 0 0,-53-1 171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28.4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265 62 396 0 0,'0'0'9470'0'0,"6"-11"-8976"0"0,25-40 3982 0 0,-60 65-4302 0 0,-86 43-12 0 0,110-56-138 0 0,1 1 0 0 0,0 0-1 0 0,-1 0 1 0 0,1 1 0 0 0,0-1 0 0 0,-6 6 0 0 0,-17 18 132 0 0,14-10-14 0 0,-21 39 115 0 0,28-48-219 0 0,4-4-21 0 0,0 0 0 0 0,0-1 0 0 0,0 1 0 0 0,0 0 0 0 0,1 0 0 0 0,-1 0 0 0 0,1 0 0 0 0,0 1 0 0 0,0-1 0 0 0,-1 5 0 0 0,-2 2 17 0 0,-6 30 126 0 0,7-30-129 0 0,1-7-14 0 0,1 1 0 0 0,0 0 0 0 0,1-1 0 0 0,-1 1 0 0 0,0 0 0 0 0,1 0 0 0 0,0 4 0 0 0,0-2 0 0 0,0 0 0 0 0,1 1 1 0 0,-1-1-1 0 0,2 0 0 0 0,1 7 0 0 0,0 0 2 0 0,6 29 74 0 0,-6-32-77 0 0,4 4 23 0 0,10 13-6 0 0,-13-20-8 0 0,5 1 8 0 0,1 2-22 0 0,-4-4-4 0 0,0 0 1 0 0,0 0-1 0 0,1 0 1 0 0,9 5 0 0 0,-9-5-3 0 0,-4-3-3 0 0,0-1 0 0 0,0 1 0 0 0,0-1 1 0 0,0 0-1 0 0,0 0 0 0 0,0 0 0 0 0,1 0 0 0 0,-1-1 1 0 0,7 3-1 0 0,37 16 1 0 0,-35-15-20 0 0,-2-2-6 0 0,30 7-21 0 0,-30-7-8 0 0,13-11-273 0 0,68-26 295 0 0,-89 34 27 0 0,1-1-1 0 0,0 0 1 0 0,-1 0 0 0 0,1 0-1 0 0,0 0 1 0 0,-1 0 0 0 0,0-1-1 0 0,1 1 1 0 0,2-3 0 0 0,16-15-35 0 0,-16 14 15 0 0,-1-3-19 0 0,10-22 25 0 0,-10 22 34 0 0,-4-1-11 0 0,4-36 189 0 0,-17 39-147 0 0,-40-20 1 0 0,40 20 369 0 0,-15 13-381 0 0,-86 23-13 0 0,85-23 74 0 0,21-3-82 0 0,-28 13-9 0 0,27-13-18 0 0,3 3-976 0 0,-18 21 481 0 0,18-21-112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28.7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73 0 8 0 0,'0'0'17324'0'0,"-12"13"-17040"0"0,-36 41-28 0 0,36-40 1156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29.5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79 608 0 0,'0'0'7033'0'0,"8"-13"-6560"0"0,23-40-35 0 0,-23 40 3791 0 0,18 26-4001 0 0,78 40-24 0 0,-78-40-9 0 0,-21-3-23 0 0,13 28-12 0 0,-16-36-141 0 0,-1 1 1 0 0,0-1-1 0 0,1 1 0 0 0,-1-1 1 0 0,0 1-1 0 0,0 0 1 0 0,-1 0-1 0 0,1-1 0 0 0,0 1 1 0 0,-1 0-1 0 0,1 5 0 0 0,-1 0 21 0 0,1-1 75 0 0,-1 5 5 0 0,-2 49 94 0 0,-1-49-116 0 0,-8 35-7 0 0,10-43-77 0 0,1 0 0 0 0,-1 0 1 0 0,0 0-1 0 0,0 0 0 0 0,-1-1 0 0 0,1 1 0 0 0,-1 0 1 0 0,0-1-1 0 0,-3 5 0 0 0,0 0 12 0 0,4-3-9 0 0,-1-1 0 0 0,0 1 0 0 0,-1-1 1 0 0,1 0-1 0 0,-1 0 0 0 0,-6 7 0 0 0,3-3 5 0 0,3-4-6 0 0,1 0 0 0 0,-1 0-1 0 0,0 0 1 0 0,0-1 0 0 0,0 1 0 0 0,-8 5 0 0 0,4-2 3 0 0,1-1 38 0 0,-4 1-10 0 0,-30 22-2 0 0,30-22-9 0 0,2-3 7 0 0,-23 12 2 0 0,23-11 1516 0 0,43-14-1517 0 0,104-27-16 0 0,-104 27 46 0 0,-13 10-171 0 0,64 6-48 0 0,-64-6-85 0 0,-5 0-1590 0 0,50 0 1166 0 0,-51-1-73 0 0,-1-1-1784 0 0,43-4 1452 0 0,-43 4-783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30.2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11 160 504 0 0,'0'0'7387'0'0,"9"-10"-6917"0"0,25-30-23 0 0,-25 30 384 0 0,2 7-438 0 0,33-10-21 0 0,-33 10 658 0 0,0 3-910 0 0,-1 0 0 0 0,1-1 0 0 0,13-3 0 0 0,-7 1-32 0 0,-3 2 1110 0 0,8 3-1059 0 0,65 7-7 0 0,-66-7 705 0 0,-11 3-749 0 0,28 16 4 0 0,-28-16 361 0 0,-28 9-385 0 0,-53 42 6 0 0,65-51-54 0 0,1 0 0 0 0,-2 0-1 0 0,1 0 1 0 0,0-1 0 0 0,-8 3 0 0 0,-16 12 116 0 0,0 3-33 0 0,22-16-5 0 0,-3 0-12 0 0,-33 20-20 0 0,41-25-54 0 0,0 1 0 0 0,-1 0 0 0 0,1 0 0 0 0,0 0 0 0 0,0 0-1 0 0,0 0 1 0 0,0 1 0 0 0,0-1 0 0 0,-4 6 0 0 0,1-1 11 0 0,0-1 41 0 0,-2 2-18 0 0,-25 25-14 0 0,31-31-26 0 0,0 0-1 0 0,0 0 0 0 0,0 0 0 0 0,0 0 0 0 0,0 0 0 0 0,0 0 0 0 0,1 1 0 0 0,-1-1 0 0 0,1 0 0 0 0,-1 1 0 0 0,-1 5 0 0 0,0-1 5 0 0,0-1 9 0 0,-1 4 1 0 0,-12 30 11 0 0,12-30-2 0 0,1 24 19 0 0,1-24-38 0 0,1-1 62 0 0,6 2-48 0 0,16 33 1 0 0,-15-33 20 0 0,2-7-18 0 0,23 16-19 0 0,-23-16 12 0 0,3-1-16 0 0,35 6-4 0 0,-35-7-17 0 0,12-9-107 0 0,71-23 100 0 0,-70 23-14 0 0,-19-2-14 0 0,15-24 12 0 0,-13 16-4 0 0,3-17-13 0 0,-7 25 3 0 0,-6-4-9 0 0,0-2 44 0 0,1 8 4 0 0,0 1 1 0 0,1-1 0 0 0,0 0-1 0 0,0 0 1 0 0,1-10-1 0 0,-6 6-17 0 0,-24-54-28 0 0,16 35 42 0 0,5 17-3 0 0,-12-10 6 0 0,15 17 22 0 0,-1 0 9 0 0,-21-21 3 0 0,21 20 3 0 0,-1 2 3 0 0,-22-15-2 0 0,23 14 53 0 0,0 1-56 0 0,-20-17-16 0 0,20 17 16 0 0,6-4-88 0 0,-6-24 27 0 0,5 25-20 0 0,9-2-333 0 0,1-3 325 0 0,-5 7-3 0 0,1 0 1 0 0,0 1-1 0 0,0-1 1 0 0,0 1-1 0 0,7-6 1 0 0,-1 6-695 0 0,29-17 207 0 0,-29 17-154 0 0,2 1-193 0 0,35-10-325 0 0,-35 11-786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30.6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1268 0 0,'0'0'15838'0'0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31.0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1 202 452 0 0,'0'0'3315'0'0,"7"-10"-2748"0"0,25-27-35 0 0,-24 28 475 0 0,-1 1-530 0 0,23-24-11 0 0,-23 24 11 0 0,-1 2 4 0 0,19-17 6 0 0,-19 17 485 0 0,0 1-493 0 0,21-15-22 0 0,-20 15 1543 0 0,0-1-1644 0 0,0 0-166 0 0,6-3-58 0 0,-1-3 3758 0 0,-14 35-3645 0 0,0 3-168 0 0,-1 2 98 0 0,1 30 1 0 0,-1-45 2 0 0,-13 63 114 0 0,6-25-129 0 0,-1-3-332 0 0,2-18-69 0 0,7-22-142 0 0,-1 3-140 0 0,-7 31-150 0 0,8-32-154 0 0,2-1-1184 0 0,2 26 674 0 0,-2-27-906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31.4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152 72 180 0 0,'0'0'11286'0'0,"-21"12"-10794"0"0,-66 34-28 0 0,65-35-40 0 0,20-3-57 0 0,-1 1-239 0 0,2-5 0 0 0,0-1 0 0 0,0 1-1 0 0,0-1 1 0 0,1 1 0 0 0,-1-1 0 0 0,1 1 0 0 0,-1 4-1 0 0,4 4 87 0 0,9 37-9 0 0,-9-37 138 0 0,5-4-194 0 0,28 22-4 0 0,-27-22 79 0 0,3-4-148 0 0,36 10-25 0 0,-36-11-38 0 0,9-15-340 0 0,63-35 218 0 0,-65 35 49 0 0,-14 1 0 0 0,0-1 20 0 0,-3 7 13 0 0,0-1-1 0 0,-1 1 0 0 0,1-1 0 0 0,-1 0 0 0 0,0 1 0 0 0,0-12 0 0 0,2-15-76 0 0,-2 24 15 0 0,-4-2 12 0 0,-5-31 6 0 0,6 30 9 0 0,-4 3 18 0 0,-15-27 28 0 0,16 27 33 0 0,-4 3 10 0 0,-25-14 1 0 0,26 14 37 0 0,-8 4-64 0 0,-62-2-955 0 0,59 10 360 0 0,-55 21-168 0 0,56-21-134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31.7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1 123 364 0 0,'0'0'6968'0'0,"14"-8"-6461"0"0,41-25-53 0 0,-41 24-30 0 0,-5 2-25 0 0,25-22-27 0 0,-26 21 312 0 0,-1 3-371 0 0,18-14-20 0 0,-18 14 3100 0 0,-8 28-3195 0 0,-1 3-137 0 0,-2 58 204 0 0,1-72-124 0 0,-15 55 120 0 0,11-35-183 0 0,5-24-98 0 0,0 2-420 0 0,-6 31-10 0 0,6-31-170 0 0,6-2-7633 0 0,17 32 5221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32.2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 95 260 0 0,'0'0'5075'0'0,"9"-9"-4268"0"0,28-25-71 0 0,-27 25 1972 0 0,51 5-2069 0 0,-42 1-521 0 0,-3 2 2271 0 0,1 7-2184 0 0,53 17-13 0 0,-53-17 628 0 0,-14 3-683 0 0,7 30 12 0 0,-8-30 368 0 0,-13 6-401 0 0,-35 44-10 0 0,44-55-89 0 0,-1 0 0 0 0,1 0 1 0 0,-1-1-1 0 0,0 1 0 0 0,0-1 0 0 0,0 0 1 0 0,-1 0-1 0 0,-6 5 0 0 0,2-2 13 0 0,-47 39 178 0 0,31-23-142 0 0,18-17-1 0 0,-2 3 4 0 0,-22 20 5 0 0,23-21-12 0 0,1-2 0 0 0,-17 19-14 0 0,18-19 146 0 0,3 45-163 0 0,2-40-30 0 0,19-31-344 0 0,59-64 298 0 0,-61 65 26 0 0,-17 19 18 0 0,0 1 0 0 0,0-1 0 0 0,0 0 0 0 0,0 1 0 0 0,0-1 0 0 0,0 0 0 0 0,0 1 0 0 0,0-1 0 0 0,0 0 0 0 0,0 1 0 0 0,0-1 0 0 0,0 0 0 0 0,0 1 0 0 0,-1-1 0 0 0,1 0 0 0 0,0 1 0 0 0,-1-1 0 0 0,1 0 0 0 0,-22-49-33 0 0,21 45 31 0 0,-1 0-1 0 0,0 1 0 0 0,0-1 1 0 0,0 1-1 0 0,-1 0 0 0 0,1-1 1 0 0,-7-6-1 0 0,2 3 3 0 0,-16-25 29 0 0,2 8-6 0 0,-9-14 7 0 0,8 12-28 0 0,17 20-27 0 0,13-4-1678 0 0,23-34 1000 0 0,-23 34-157 0 0,4 9-277 0 0,36-7-951 0 0,-36 7-1358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8:02:35.5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570 39 296,'0'0'11504,"-20"-6"-11254,-61-18-15,60 18 603,5 5-636,-48 0-1,48 1 812,-3 1-821,-4 0-115,-50 4 886,20 6-697,37-7-214,2-1 416,5 2-309,-28 18-1,28-17 10,4 0-1,-15 19 22,15-19-5,-1 0-6,-17 20-11,18-20 149,-1 1-154,-17 23-15,17-23 135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46.4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780 628 244 0 0,'0'0'9947'0'0,"-20"-17"-9445"0"0,10 9-435 0 0,-1-3 9 0 0,-1 1 0 0 0,0 0 0 0 0,-1 1 0 0 0,0 0 0 0 0,0 1 0 0 0,-1 0 0 0 0,0 2 0 0 0,0-1 0 0 0,-1 2 0 0 0,-26-7 0 0 0,-370-63 2875 0 0,305 57-390 0 0,58 7-2117 0 0,36 9 1195 0 0,36-10-1427 0 0,28-11-47 0 0,105-32-1 0 0,213-26 310 0 0,4 22-112 0 0,-160 26-166 0 0,-198 31-155 0 0,-4-1 8 0 0,37-7-10 0 0,-37 7 139 0 0,-38-8-154 0 0,8 3-19 0 0,-8-4 2 0 0,0 1 0 0 0,0 1 0 0 0,-1 2 0 0 0,0 0 0 0 0,-37-5 0 0 0,-406-6 109 0 0,397 18-79 0 0,17 0 15 0 0,-111 2 247 0 0,84 2-155 0 0,63-2 136 0 0,5-1-147 0 0,-45 1-14 0 0,45-1 86 0 0,74-2-265 0 0,190-9 46 0 0,-17 5-8 0 0,-130 2-82 0 0,-42 3 36 0 0,-45 1-11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47.7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506 0 120 0 0,'0'0'13691'0'0,"-31"10"-13439"0"0,-94 30 6 0 0,119-39-222 0 0,1 0 0 0 0,0 1 1 0 0,1 0-1 0 0,-1 0 1 0 0,0 0-1 0 0,-5 3 0 0 0,-38 28 454 0 0,5-3-53 0 0,33-25-367 0 0,5-2-11 0 0,-1 0 0 0 0,1 0-1 0 0,0 0 1 0 0,0 1 0 0 0,-5 4 0 0 0,-17 14 144 0 0,20-16-18 0 0,-2 2 6 0 0,-3 0-127 0 0,6-4-10 0 0,1 0-1 0 0,-1 1 1 0 0,1 0 0 0 0,0 0 0 0 0,-7 9 0 0 0,-8 9 121 0 0,15-17-44 0 0,-2 3 2 0 0,-18 27 3 0 0,23-34-118 0 0,0 0 1 0 0,0 0 0 0 0,1 0 0 0 0,-1 1-1 0 0,1-1 1 0 0,-1 0 0 0 0,1 1 0 0 0,0-1 0 0 0,0 1-1 0 0,0 0 1 0 0,-1 4 0 0 0,1 1 25 0 0,-2-2 189 0 0,5 5-115 0 0,3 29-14 0 0,-3-29 86 0 0,7-2-80 0 0,26 28 13 0 0,-34-35-110 0 0,1-1-1 0 0,-1 0 1 0 0,0 1-1 0 0,1-1 1 0 0,-1 0 0 0 0,1 0-1 0 0,-1 0 1 0 0,1 0 0 0 0,-1 0-1 0 0,3 1 1 0 0,30 14 135 0 0,-13-9 0 0 0,-7-3-97 0 0,47 7 222 0 0,-3-2-91 0 0,-44-7 21 0 0,10-3 21 0 0,70-3 17 0 0,-53 0 4 0 0,-28 2-236 0 0,231-43 992 0 0,-151 21-517 0 0,-73 20-410 0 0,55-14 265 0 0,35-16 21 0 0,-103 32-215 0 0,6-2-20 0 0,37-13-12 0 0,-38 13 275 0 0,-3 0-316 0 0,28-10-10 0 0,-27 11 161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55.8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1 252 436 0 0,'194'-65'4471'0'0,"245"-48"0"0"0,-353 95-3865 0 0,88-17 832 0 0,-148 31-1266 0 0,13-3 551 0 0,71-2-1 0 0,-88 12-3573 0 0,-18 3 1914 0 0,-1 0-3978 0 0,3 2 2475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2:56.6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59 456 0 0,'0'0'4071'0'0,"6"2"-3430"0"0,17 6-44 0 0,-6-8-15 0 0,195-37 1733 0 0,-179 31-1768 0 0,40 0 1 0 0,-2 0 160 0 0,52-4 693 0 0,-1 6 0 0 0,231 22 0 0 0,-309-14-1127 0 0,-17-2 3 0 0,28 6 0 0 0,-53-8-216 0 0,4 0-332 0 0,4 0 1006 0 0,-49-16-6324 0 0,30 13 4546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3:59.6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1 164 0 0,'-9'9'1804'0'0,"33"7"-1720"0"0,-14-12-4 0 0,12-1-80 0 0,1 3-472 0 0,-14-2-224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00.0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59 2 324 0 0,'-3'0'905'0'0,"-24"-1"2671"0"0,10 0 1386 0 0,8 4-4351 0 0,9-3-583 0 0,0 0 1 0 0,0 0-1 0 0,0 0 0 0 0,0 0 1 0 0,-1 1-1 0 0,1-1 0 0 0,0 0 0 0 0,0 0 1 0 0,0 0-1 0 0,0 0 0 0 0,0 0 1 0 0,0 0-1 0 0,0 1 0 0 0,-1-1 1 0 0,1 0-1 0 0,0 0 0 0 0,0 0 0 0 0,0 0 1 0 0,0 1-1 0 0,0-1 0 0 0,0 0 1 0 0,0 0-1 0 0,0 0 0 0 0,0 0 1 0 0,0 1-1 0 0,0-1 0 0 0,0 0 0 0 0,0 0 1 0 0,0 0-1 0 0,0 1 0 0 0,0-1 1 0 0,0 0-1 0 0,0 0 0 0 0,0 0 1 0 0,0 0-1 0 0,0 1 0 0 0,0-1 0 0 0,1 0 1 0 0,-1 0-1 0 0,0 0 0 0 0,0 0 1 0 0,0 0-1 0 0,0 1 0 0 0,0-1 1 0 0,0 0-1 0 0,1 0 0 0 0,-1 0 0 0 0,0 0 1 0 0,0 0-1 0 0,0 0 0 0 0,0 0 1 0 0,0 0-1 0 0,1 0 0 0 0,-1 1 1 0 0,0-1-1 0 0,0 0 0 0 0,0 0 0 0 0,1 0 1 0 0,12 7 246 0 0,0 1 0 0 0,1-2 0 0 0,0 0 0 0 0,29 8 0 0 0,34 2 868 0 0,105 6 0 0 0,85-8 520 0 0,-206-12-1340 0 0,257 1 1229 0 0,-205-4-1103 0 0,552-28 1548 0 0,-351 8-1361 0 0,-270 16-459 0 0,9 0-4376 0 0,-62 2 3068 0 0,-32-6-1046 0 0,0 2 0 0 0,-67-2 0 0 0,53 4-1225 0 0,-21-2-673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00.6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2020 14 988 0 0,'0'0'1140'0'0,"4"0"-18"0"0,18 0 7800 0 0,-31-2-8231 0 0,-17-3-236 0 0,-1 2 1 0 0,0 1-1 0 0,-33 1 1 0 0,-94 9 434 0 0,83-3-576 0 0,-373 32 810 0 0,315-28-895 0 0,-120 5 146 0 0,-249 10 160 0 0,227-9-240 0 0,205-12-299 0 0,52-1-46 0 0,14-1-350 0 0,9 0-1944 0 0,111-4 1004 0 0,101 1-6151 0 0,-137 5 3653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01.4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1811 109 56 0 0,'1'-2'245'0'0,"0"1"-1"0"0,0-1 1 0 0,0 0-1 0 0,-1 0 1 0 0,1 1-1 0 0,-1-1 1 0 0,1 0 0 0 0,-1 0-1 0 0,0 0 1 0 0,0 0-1 0 0,0 0 1 0 0,0 1-1 0 0,0-1 1 0 0,0 0 0 0 0,-1 0-1 0 0,1 0 1 0 0,0 0-1 0 0,-1 1 1 0 0,-1-4-1 0 0,0 2 70 0 0,0 0 0 0 0,0 0 0 0 0,0 0 0 0 0,-1 0 0 0 0,1 0 0 0 0,-1 0-1 0 0,0 1 1 0 0,0 0 0 0 0,-4-3 0 0 0,0 0 43 0 0,0 1 0 0 0,-1 0 0 0 0,0 0 0 0 0,1 1 0 0 0,-2 0 1 0 0,1 1-1 0 0,0 0 0 0 0,-9-2 0 0 0,-68-4 705 0 0,80 7-973 0 0,-85 1 641 0 0,1 4 0 0 0,-113 19 1 0 0,89-8-305 0 0,-2-2-31 0 0,-216 24 755 0 0,-1-23 145 0 0,330-14-1284 0 0,-156-5 890 0 0,130 2-532 0 0,0 0 0 0 0,0-2 0 0 0,-40-12 0 0 0,51 15-93 0 0,13 2-245 0 0,1 0-21 0 0,0-1-124 0 0,0-1-3676 0 0,10-1 2602 0 0,30-3 769 0 0,-13 2-1923 0 0,-1-1-3677 0 0,1 1 2230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02.1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0 427 128 0 0,'57'-29'1578'0'0,"-14"6"122"0"0,70-26 0 0 0,391-91 5458 0 0,-311 91-5391 0 0,224-29 1061 0 0,7 33-774 0 0,-400 43-1950 0 0,203-9 630 0 0,238 18 1 0 0,-418-7-1312 0 0,-33-1-43 0 0,1 1 1 0 0,-1 0-1 0 0,0 1 1 0 0,1 1-1 0 0,14 3 0 0 0,-28-4 476 0 0,0-1 0 0 0,0 0 0 0 0,0 1 0 0 0,0-1-1 0 0,-1 0 1 0 0,1 0 0 0 0,0 1 0 0 0,0-1 0 0 0,0 0-1 0 0,0 0 1 0 0,0 0 0 0 0,0-1 0 0 0,0 1 0 0 0,0 0-1 0 0,0 0 1 0 0,0 0 0 0 0,0-1 0 0 0,2 0 0 0 0,10-2-5987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3:08.7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1 768 0 0,'0'0'11083'0'0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3:09.1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0 628 0 0,'0'0'9211'0'0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6.9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0 189 728 0 0,'0'0'3938'0'0,"7"-22"-3098"0"0,2-5-574 0 0,16-57 951 0 0,-16 78-555 0 0,28-20-35 0 0,-28 20-21 0 0,3 3-26 0 0,35-9-27 0 0,-35 10 1428 0 0,11 10-1564 0 0,75 34-34 0 0,-88-37-308 0 0,-7-4-45 0 0,-1 1 0 0 0,1-1 0 0 0,-1 0 0 0 0,1 1-1 0 0,-1-1 1 0 0,0 1 0 0 0,0 0 0 0 0,0 0 0 0 0,0 0 0 0 0,0 0 0 0 0,0 0 0 0 0,0 0 0 0 0,-1 1 0 0 0,1-1 0 0 0,-1 1 0 0 0,1-1-1 0 0,-1 1 1 0 0,1 3 0 0 0,41 74 496 0 0,-37-62-286 0 0,-1-4-174 0 0,-2-3-4 0 0,0 1 0 0 0,0-1 0 0 0,1 12 0 0 0,-1-11-39 0 0,-1-6-25 0 0,-1-1-1 0 0,0 1 0 0 0,0-1 0 0 0,0 1 0 0 0,-1-1 0 0 0,0 1 0 0 0,0 5 0 0 0,0 25-165 0 0,0-27-130 0 0,-3 3-162 0 0,-8 38-198 0 0,8-37-235 0 0,0-5-354 0 0,-10 24-797 0 0,10-24-1271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7.2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1059 129 1396 0 0,'0'0'9310'0'0,"-15"13"-8354"0"0,-45 36-118 0 0,45-36-135 0 0,12 18 97 0 0,1-22-688 0 0,1-1 132 0 0,-1 2-358 0 0,-3 28-200 0 0,3-28-225 0 0,-3-3-272 0 0,-13 21-354 0 0,13-21-966 0 0</inkml:trace>
  <inkml:trace contextRef="#ctx0" brushRef="#br0" timeOffset="1">171 60 124 0 0,'0'0'6320'0'0,"17"-10"-5521"0"0,52-30-59 0 0,-52 30 1547 0 0,4 13-1850 0 0,66 9-38 0 0,-65-9 573 0 0,-11 5-670 0 0,33 27-28 0 0,-33-26 11 0 0,-11-1-5 0 0,2 32 498 0 0,-9-26-544 0 0,-22 44-28 0 0,16-37-10 0 0,6-13-137 0 0,3-3-14 0 0,0-1-1 0 0,0 1 1 0 0,0-1-1 0 0,-1 0 1 0 0,-6 5-1 0 0,4-2-6 0 0,5-4-26 0 0,-1 0 0 0 0,0-1 0 0 0,0 1 0 0 0,-1-1 0 0 0,1 0 0 0 0,0 1 0 0 0,-1-1 0 0 0,1-1 0 0 0,-5 3 0 0 0,-29 15-38 0 0,28-14-76 0 0,-4-1-98 0 0,-36 11-112 0 0,36-11-112 0 0,0-3-138 0 0,-41 3-145 0 0,40-4-148 0 0,-1-9-1199 0 0,-46-28 192 0 0,38 21-1173 0 0,-16-16 233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7.6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624 68 1880 0 0,'0'0'348'0'0,"-5"-11"144"0"0,-16-45 14848 0 0,19 195-14632 0 0,2-111-512 0 0,0-18-145 0 0,2 38-763 0 0,-2-44 593 0 0,0 1 0 0 0,-1-1-1 0 0,1 1 1 0 0,-1-1 0 0 0,0 0 0 0 0,0 1-1 0 0,-2 4 1 0 0,-1 2-126 0 0,2-1-687 0 0,-4-4-461 0 0,-20 17-1348 0 0,25-22 2437 0 0,0 0 0 0 0,0-1 0 0 0,1 1 1 0 0,-1 0-1 0 0,0-1 0 0 0,0 1 0 0 0,-1 0 1 0 0,1-1-1 0 0,0 1 0 0 0,0-1 0 0 0,0 0 1 0 0,0 1-1 0 0,0-1 0 0 0,-2 0 0 0 0,-52 15-3901 0 0</inkml:trace>
  <inkml:trace contextRef="#ctx0" brushRef="#br0" timeOffset="1">33 183 788 0 0,'0'0'5396'0'0,"-6"-10"-4531"0"0,-15-32-28 0 0,16 31 5936 0 0,45 20-6377 0 0,122 27-34 0 0,-126-28-198 0 0,-25-3-18 0 0,11 13 88 0 0,-16-13-78 0 0,0 3-94 0 0,18 27-87 0 0,-18-27-90 0 0,-3-1-91 0 0,10 17-96 0 0,-10-18-110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8.0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124 56 168 0 0,'0'0'3564'0'0,"-7"-9"-2482"0"0,-1-1-729 0 0,4 4-5 0 0,0 1-1 0 0,0 0 0 0 0,0-1 0 0 0,-4-9 7740 0 0,1 36-7495 0 0,-33 92 414 0 0,35-103-865 0 0,-6 31 451 0 0,8-31-546 0 0,-11 65-78 0 0,12-64-382 0 0,1 0 0 0 0,0 0 0 0 0,1 0 0 0 0,0 0 0 0 0,2 12 0 0 0,-2-21-20 0 0,1-1-1 0 0,-1 1 1 0 0,1 0 0 0 0,-1-1 0 0 0,1 1-1 0 0,0-1 1 0 0,0 0 0 0 0,0 1 0 0 0,-1-1-1 0 0,1 0 1 0 0,1 1 0 0 0,-1-1 0 0 0,0 0-1 0 0,0 0 1 0 0,0 0 0 0 0,1 0 0 0 0,1 1-1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57.6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160 10 920 0 0,'0'0'4984'0'0,"6"-9"5889"0"0,-6 12-10814 0 0,0-1 0 0 0,0 1 0 0 0,-1 0 0 0 0,1 0 1 0 0,-1 0-1 0 0,0 0 0 0 0,0-1 0 0 0,-2 6 0 0 0,-2 6 42 0 0,3 3 116 0 0,1 1 1 0 0,0 0 0 0 0,3 23-1 0 0,-1-3 43 0 0,1 155 537 0 0,-3-115-491 0 0,-21 138 1 0 0,-9-99-112 0 0,3-11-102 0 0,13-49-419 0 0,-23 61 0 0 0,31-98 12 0 0,-5 12-1858 0 0,11-30 1280 0 0,4-9-5144 0 0,12-29 2185 0 0,-3-3 294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57.9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367 0 32 0 0,'0'0'5381'0'0,"2"6"-4807"0"0,3 17-59 0 0,-4-22-485 0 0,-1-1 0 0 0,0 1 0 0 0,0 0 0 0 0,1-1 0 0 0,-1 1 0 0 0,0 0 0 0 0,0 0 0 0 0,0-1 0 0 0,0 1 0 0 0,0 0 0 0 0,0-1 0 0 0,0 1 0 0 0,0 0 0 0 0,0 0 0 0 0,0-1 0 0 0,0 1 0 0 0,0 0 1 0 0,-1 0-1 0 0,1-1 0 0 0,0 1 0 0 0,-1 0 0 0 0,1-1 0 0 0,-1 1 0 0 0,-3 10 540 0 0,0-2-415 0 0,1 1 0 0 0,-1-1 1 0 0,-1 0-1 0 0,0 0 0 0 0,0 0 0 0 0,-1-1 1 0 0,1 0-1 0 0,-2 0 0 0 0,1 0 1 0 0,-1-1-1 0 0,-10 8 0 0 0,-8 6 158 0 0,0-1 1 0 0,-37 21-1 0 0,50-34-208 0 0,-1-1 0 0 0,-1 0 1 0 0,1-1-1 0 0,-1 0 0 0 0,0-1 1 0 0,0-1-1 0 0,0 0 0 0 0,-1-1 1 0 0,-20 1-1 0 0,32-3 18 0 0,-1 1-76 0 0,-10 1-8 0 0,10-1 632 0 0,9 2-443 0 0,14 12 86 0 0,115 96 1780 0 0,-118-97-1933 0 0,-2 1-1 0 0,0 1 1 0 0,-1 0 0 0 0,-1 1 0 0 0,0 0 0 0 0,14 31 0 0 0,-23-41-343 0 0,-1 1 0 0 0,0-1 0 0 0,-1 1 0 0 0,1 0 0 0 0,-1 0 0 0 0,-1 12 0 0 0,3 16-1684 0 0,-2-35 1533 0 0,-1 0-1 0 0,1 0 1 0 0,-1 0-1 0 0,1 0 1 0 0,-1 0-1 0 0,1 0 1 0 0,0 0-1 0 0,0 0 1 0 0,-1 0 0 0 0,1 0-1 0 0,0 0 1 0 0,0 0-1 0 0,0-1 1 0 0,0 1-1 0 0,0 0 1 0 0,0-1-1 0 0,0 1 1 0 0,0 0-1 0 0,0-1 1 0 0,2 1-1 0 0,-2-1-187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58.3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51 1508 0 0,'0'0'1372'0'0,"3"0"-127"0"0,16-2 1963 0 0,27-2 1124 0 0,-36 3-3878 0 0,0 1 0 0 0,0 0 0 0 0,0 0 0 0 0,17 4 0 0 0,0-2 278 0 0,2-2 10 0 0,-9 2-759 0 0,1 0 1 0 0,0-2-1 0 0,0 0 0 0 0,-1-1 0 0 0,1-2 0 0 0,38-8 0 0 0,-45 7-930 0 0,0-1 0 0 0,20-11-1 0 0,-12 3-5670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58.6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74 128 0 0,'-18'-5'1690'0'0,"6"-2"8588"0"0,17 4-10095 0 0,-3 2-122 0 0,-1-1-1 0 0,1 1 1 0 0,0 0 0 0 0,0 1 0 0 0,0-1-1 0 0,-1 0 1 0 0,1 0 0 0 0,0 1-1 0 0,0-1 1 0 0,0 1 0 0 0,0-1 0 0 0,0 1-1 0 0,0 0 1 0 0,3 0 0 0 0,48-4 763 0 0,99-22 0 0 0,-149 26-1441 0 0,16-5-1633 0 0,-18 5 2031 0 0,0-1-1 0 0,-1 1 1 0 0,1 0 0 0 0,0 0-1 0 0,-1-1 1 0 0,1 1 0 0 0,0 0-1 0 0,-1-1 1 0 0,1 1 0 0 0,-1-1-1 0 0,1 1 1 0 0,-1-1 0 0 0,1 1-1 0 0,-1-1 1 0 0,1 0 0 0 0,-1 1-1 0 0,1-1 1 0 0,-1 1 0 0 0,0-1-1 0 0,1 0 1 0 0,-1 1 0 0 0,0-1-1 0 0,1-1 1 0 0,-1 1-447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00.2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427 244 348 0 0,'1'-2'408'0'0,"24"-22"2171"0"0,-24 23-1682 0 0,1-1-446 0 0,12-14 1211 0 0,-13 15-1297 0 0,4-15 956 0 0,-3 10-1137 0 0,-1 1 0 0 0,0-1 0 0 0,0 1 0 0 0,-1-1 0 0 0,0 0 0 0 0,0 0 0 0 0,0 1 0 0 0,0-1 0 0 0,-1 0 0 0 0,0 1 0 0 0,0-1 0 0 0,-1 1 0 0 0,0-1 0 0 0,0 1 0 0 0,0 0 0 0 0,0 0 0 0 0,-1 0 0 0 0,0 0 0 0 0,0 0 0 0 0,0 0 0 0 0,-6-6 0 0 0,5 8-126 0 0,0 1 0 0 0,0-1 0 0 0,0 1 0 0 0,0 0-1 0 0,0 0 1 0 0,0 0 0 0 0,-6-1 0 0 0,4 1-32 0 0,-14-6 115 0 0,-1 1 1 0 0,0 0-1 0 0,-41-6 0 0 0,52 12-99 0 0,-1 1-1 0 0,1 1 1 0 0,-1 0-1 0 0,1 0 1 0 0,0 1-1 0 0,-13 4 1 0 0,-20 2 103 0 0,36-6-111 0 0,-1 0 0 0 0,1 0 1 0 0,0 0-1 0 0,0 1 0 0 0,0 0 1 0 0,0 0-1 0 0,0 1 0 0 0,1 0 1 0 0,0 0-1 0 0,-1 1 0 0 0,2-1 1 0 0,-1 1-1 0 0,0 1 0 0 0,1-1 1 0 0,0 1-1 0 0,0 0 0 0 0,-7 12 1 0 0,7-8 27 0 0,0-1 1 0 0,1 2-1 0 0,0-1 1 0 0,1 0 0 0 0,0 1-1 0 0,-3 15 1 0 0,6-22-45 0 0,-1 0 1 0 0,1 0 0 0 0,0 0 0 0 0,0 0 0 0 0,0 0-1 0 0,1-1 1 0 0,0 1 0 0 0,-1 0 0 0 0,1 0 0 0 0,0 0-1 0 0,1-1 1 0 0,-1 1 0 0 0,1-1 0 0 0,0 1 0 0 0,-1-1-1 0 0,2 0 1 0 0,-1 1 0 0 0,0-1 0 0 0,0 0-1 0 0,1 0 1 0 0,5 4 0 0 0,-1-2 1 0 0,-1 0 0 0 0,1 0 0 0 0,1-1 0 0 0,-1 0 0 0 0,1 0 0 0 0,0-1-1 0 0,-1 1 1 0 0,1-2 0 0 0,1 1 0 0 0,-1-1 0 0 0,0-1 0 0 0,17 2 0 0 0,-14-3-7 0 0,0 0 0 0 0,0-1 0 0 0,0-1 0 0 0,0 0 0 0 0,0 0 0 0 0,0-1 0 0 0,0 0 0 0 0,-1-1 0 0 0,16-7 0 0 0,-17 5 0 0 0,0 1-1 0 0,-1-1 0 0 0,0-1 0 0 0,11-9 0 0 0,-1-1-3 0 0,0 0 53 0 0,-1-1-1 0 0,0 0 0 0 0,19-30 0 0 0,-29 39 55 0 0,-6 7-18 0 0,6-9 2 0 0,-3 6 353 0 0,-4 8 1520 0 0,-8 27-1882 0 0,2 0-1 0 0,-3 37 1 0 0,-1 24 83 0 0,-30 230 701 0 0,11-98 157 0 0,21-192-268 0 0,2-9-2109 0 0,5-13-6185 0 0,-5-40 2717 0 0,1 11 366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02.7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 95 256 0 0,'9'-10'17796'0'0,"2"8"-17813"0"0,-1 0 1 0 0,1-1-1 0 0,-1 0 0 0 0,0-1 0 0 0,17-7 0 0 0,-25 9-10 0 0,0 1-37 0 0,7-4 40 0 0,-7 4-11 0 0,5-1-11 0 0,-7 2 45 0 0,0 0 1 0 0,1 0-1 0 0,-1 0 0 0 0,0-1 0 0 0,0 1 0 0 0,0 0 0 0 0,0 0 0 0 0,1 0 1 0 0,-1 0-1 0 0,0 0 0 0 0,0 0 0 0 0,0 0 0 0 0,0 0 0 0 0,1 0 1 0 0,-1-1-1 0 0,0 1 0 0 0,0 0 0 0 0,0 0 0 0 0,0 0 0 0 0,0 0 0 0 0,0 0 1 0 0,0-1-1 0 0,1 1 0 0 0,-1 0 0 0 0,0 0 0 0 0,0 0 0 0 0,0 0 0 0 0,0-1 1 0 0,0 1-1 0 0,0 0 0 0 0,0 0 0 0 0,0 0 0 0 0,0-1 0 0 0,0 1 0 0 0,0 0 1 0 0,0 0-1 0 0,0 0 0 0 0,0 0 0 0 0,0-1 0 0 0,0 1 0 0 0,0 0 0 0 0,0 0 1 0 0,0 0-1 0 0,-1 0 0 0 0,1-1 0 0 0,0 1 0 0 0,0 0 0 0 0,0 0 1 0 0,0 0-1 0 0,0 0 0 0 0,-1-1 0 0 0,-11-13 4 0 0,8 11 40 0 0,1 2-36 0 0,-11 0-10 0 0,10 1-7 0 0,2 4-80 0 0,-5 11 75 0 0,5-11 15 0 0,5-10-664 0 0,5-17 661 0 0,-6 17 35 0 0,-6 2-45 0 0,4 4 12 0 0,0 0 0 0 0,0-1 1 0 0,0 1-1 0 0,-1 0 0 0 0,1-1 0 0 0,0 1 0 0 0,0 0 1 0 0,0 0-1 0 0,-1-1 0 0 0,1 1 0 0 0,0 0 1 0 0,0-1-1 0 0,-1 1 0 0 0,1 0 0 0 0,0 0 0 0 0,-1 0 1 0 0,1-1-1 0 0,0 1 0 0 0,-1 0 0 0 0,1 0 1 0 0,0 0-1 0 0,-1 0 0 0 0,1 0 0 0 0,0 0 0 0 0,-1-1 1 0 0,1 1-1 0 0,-1 0 0 0 0,1 0 0 0 0,0 0 1 0 0,-1 0-1 0 0,1 0 0 0 0,0 1 0 0 0,-1-1 1 0 0,1 0-1 0 0,-1 0 0 0 0,1 0 0 0 0,0 0 0 0 0,-1 0 1 0 0,1 0-1 0 0,0 1 0 0 0,-1-1 0 0 0,1 0 1 0 0,0 0-1 0 0,-1 0 0 0 0,1 1 0 0 0,-31 8 8 0 0,23-7 14 0 0,-4 6-40 0 0,12-8 41 0 0,0 0 0 0 0,0 0-1 0 0,0 1 1 0 0,0-1 0 0 0,0 0 0 0 0,0 0 0 0 0,0 0 0 0 0,0 0 0 0 0,0 1-1 0 0,0-1 1 0 0,0 0 0 0 0,0 0 0 0 0,0 0 0 0 0,0 0 0 0 0,0 1 0 0 0,0-1-1 0 0,0 0 1 0 0,0 0 0 0 0,0 0 0 0 0,0 0 0 0 0,-1 0 0 0 0,1 1-1 0 0,0-1 1 0 0,0 0 0 0 0,0 0 0 0 0,0 0 0 0 0,0 0 0 0 0,-1 0 0 0 0,1 0-1 0 0,0 0 1 0 0,0 0 0 0 0,0 1 0 0 0,0-1 0 0 0,-1 0 0 0 0,1 0 0 0 0,0 0-1 0 0,0 0 1 0 0,0 0 0 0 0,0 0 0 0 0,-1 0 0 0 0,1 0 0 0 0,0 0-1 0 0,0 0 1 0 0,0 0 0 0 0,0 0 0 0 0,-1 0 0 0 0,1 0 0 0 0,0 0 0 0 0,0-1-1 0 0,0 1 1 0 0,0 0 0 0 0,-1 0 0 0 0,1 0 0 0 0,0 0 0 0 0,0 0 0 0 0,-6-10 1581 0 0,4 6-2039 0 0,0 0 1231 0 0,-3 7-714 0 0,-15 7-4 0 0,15-7 385 0 0,5-3-464 0 0,0 0 49 0 0,-1 0-1 0 0,1 1 0 0 0,0-1 0 0 0,0 0 0 0 0,-1 0 1 0 0,1 0-1 0 0,0 1 0 0 0,0-1 0 0 0,-1 0 0 0 0,1 0 1 0 0,0 0-1 0 0,-1 0 0 0 0,1 0 0 0 0,0 0 0 0 0,0 0 1 0 0,-1 0-1 0 0,1 0 0 0 0,0 0 0 0 0,-1 0 1 0 0,1 0-1 0 0,0 0 0 0 0,-1 0 0 0 0,1 0 0 0 0,0 0 1 0 0,-1 0-1 0 0,-4 0-2306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03.2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0 205 164 0 0,'0'0'7751'0'0,"3"-2"-7359"0"0,6-4-98 0 0,-1-1-1 0 0,0 1 1 0 0,0-1 0 0 0,0-1 0 0 0,-1 0-1 0 0,7-9 1 0 0,23-24 688 0 0,-15 19-249 0 0,8-7 137 0 0,-28 28-618 0 0,10-14 414 0 0,11-13 591 0 0,-22 27-747 0 0,2-6-345 0 0,-3 8-132 0 0,0-1-1 0 0,0 0 1 0 0,0 0 0 0 0,0 0-1 0 0,0 0 1 0 0,0 0 0 0 0,0 0-1 0 0,0 0 1 0 0,0 1 0 0 0,0-1-1 0 0,0 0 1 0 0,0 0 0 0 0,0 0-1 0 0,0 0 1 0 0,0 0 0 0 0,0 0 0 0 0,0 0-1 0 0,0 0 1 0 0,0 0 0 0 0,1 1-1 0 0,-1-1 1 0 0,0 0 0 0 0,0 0-1 0 0,0 0 1 0 0,0 0 0 0 0,0 0-1 0 0,0 0 1 0 0,0 0 0 0 0,0 0-1 0 0,0 0 1 0 0,0 0 0 0 0,1 0 0 0 0,-1 0-1 0 0,0 0 1 0 0,0 0 0 0 0,0 1-1 0 0,0-1 1 0 0,0 0 0 0 0,0 0-1 0 0,0 0 1 0 0,0 0 0 0 0,1 0-1 0 0,-1 0 1 0 0,0 0 0 0 0,0 0-1 0 0,0 0 1 0 0,0 0 0 0 0,0-1-1 0 0,0 1 1 0 0,0 0 0 0 0,0 0 0 0 0,1 0-1 0 0,-2 29 428 0 0,-1-1 0 0 0,-1 0 0 0 0,-1 0 0 0 0,-10 32 1 0 0,-7 52 619 0 0,-19 111 225 0 0,32-184-1297 0 0,-1-7-249 0 0,6-22-72 0 0,1 0 1 0 0,-1 1 0 0 0,0 15-1 0 0,-4 39-4404 0 0,7-61 3430 0 0,5 1-1679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03.6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1 357 280 0 0,'58'-51'12687'0'0,"-62"63"-12573"0"0,-2 7 107 0 0,1 1-1 0 0,0-1 0 0 0,2 1 1 0 0,0 0-1 0 0,1 0 1 0 0,2 22-1 0 0,0-31-141 0 0,2 0 0 0 0,0 0 0 0 0,0 0-1 0 0,6 15 1 0 0,-5-20-51 0 0,-1-1 0 0 0,1 1-1 0 0,0-1 1 0 0,1 0 0 0 0,-1 0-1 0 0,1 0 1 0 0,0-1-1 0 0,0 1 1 0 0,8 5 0 0 0,-7-5-21 0 0,1-1 1 0 0,-1-1-1 0 0,1 1 0 0 0,0-1 1 0 0,1 0-1 0 0,-1 0 0 0 0,0 0 1 0 0,1-1-1 0 0,0 0 1 0 0,-1-1-1 0 0,1 1 0 0 0,0-1 1 0 0,0-1-1 0 0,0 1 1 0 0,0-1-1 0 0,0 0 0 0 0,0-1 1 0 0,-1 0-1 0 0,1 0 1 0 0,0 0-1 0 0,10-4 0 0 0,-6 1-1 0 0,0 0 0 0 0,-1-1-1 0 0,0 0 1 0 0,0-1 0 0 0,0 0 0 0 0,-1 0-1 0 0,0-1 1 0 0,0 0 0 0 0,-1-1-1 0 0,1 0 1 0 0,-2 0 0 0 0,10-13-1 0 0,-3 1-1 0 0,-2 1-1 0 0,0-2 1 0 0,-2 0-1 0 0,0 0 1 0 0,-1-1-1 0 0,6-24 1 0 0,-11 30-8 0 0,0 0 0 0 0,-1-1 0 0 0,-1 1 0 0 0,-1-1 1 0 0,0 0-1 0 0,-1 1 0 0 0,-1-1 0 0 0,0 1 0 0 0,-5-24 0 0 0,3 30 8 0 0,0 1 0 0 0,0-1 0 0 0,-1 1 0 0 0,0-1 0 0 0,-1 1 0 0 0,0 1 0 0 0,-1-1 0 0 0,1 1 0 0 0,-1-1 0 0 0,-1 2 0 0 0,0-1 0 0 0,0 1 0 0 0,0 0-1 0 0,-1 0 1 0 0,0 1 0 0 0,0 0 0 0 0,-1 1 0 0 0,0 0 0 0 0,0 0 0 0 0,0 1 0 0 0,0 0 0 0 0,-1 0 0 0 0,1 1 0 0 0,-1 0 0 0 0,0 1 0 0 0,0 0 0 0 0,0 1 0 0 0,-12 0-1 0 0,9 0-53 0 0,1 1 0 0 0,-1 1 0 0 0,1 0 0 0 0,-1 1 0 0 0,1 1 0 0 0,-1 0 0 0 0,1 0 0 0 0,-19 9 0 0 0,27-10-151 0 0,1 0 0 0 0,0 0 0 0 0,0 1 0 0 0,0-1 0 0 0,0 1 0 0 0,0 0 0 0 0,1 0 0 0 0,-1 0 0 0 0,1 0 0 0 0,0 0 0 0 0,0 0 0 0 0,0 1 0 0 0,0-1 0 0 0,0 1 0 0 0,1-1 0 0 0,0 1 0 0 0,0 0 0 0 0,0-1 0 0 0,0 1 0 0 0,0 0 0 0 0,0 5 0 0 0,1-8 81 0 0,0-1 0 0 0,1 1 0 0 0,-1 0 0 0 0,0 0 0 0 0,0 0-1 0 0,0 0 1 0 0,0 0 0 0 0,1-1 0 0 0,-1 1 0 0 0,0 0 0 0 0,1 0 0 0 0,-1-1 0 0 0,1 1 0 0 0,-1 0 0 0 0,1 0 0 0 0,-1-1 0 0 0,1 1-1 0 0,0 0 1 0 0,0 0 0 0 0,0 0-437 0 0,4 3-2397 0 0,7-1 224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04.7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413 222 268 0 0,'0'0'8765'0'0,"2"-2"-8322"0"0,6-3-35 0 0,-6 4 1362 0 0,0-1-1552 0 0,0-8 21 0 0,0 1 0 0 0,0-1 1 0 0,-1 1-1 0 0,-1-1 1 0 0,1 0-1 0 0,-1 0 0 0 0,-1 1 1 0 0,0-1-1 0 0,-3-14 0 0 0,3 21-232 0 0,1 0 36 0 0,-1-1 0 0 0,1 0-1 0 0,-1 0 1 0 0,0 1 0 0 0,-1-1 0 0 0,1 1-1 0 0,-1-1 1 0 0,1 1 0 0 0,-1-1-1 0 0,0 1 1 0 0,0 0 0 0 0,-1 0 0 0 0,1 0-1 0 0,-1 0 1 0 0,1 0 0 0 0,-1 1 0 0 0,0-1-1 0 0,0 1 1 0 0,-5-4 0 0 0,-5 1-12 0 0,1 0 0 0 0,-1 0 0 0 0,0 1 0 0 0,-1 1 0 0 0,1 0 0 0 0,0 0 0 0 0,-1 2 0 0 0,0 0 0 0 0,1 0 0 0 0,-1 1 0 0 0,-20 3 0 0 0,19-1-12 0 0,0 0-1 0 0,0 1 1 0 0,1 0-1 0 0,-1 2 1 0 0,-15 6-1 0 0,21-8-14 0 0,1 2-1 0 0,0-1 1 0 0,0 1 0 0 0,0 0 0 0 0,1 0-1 0 0,0 1 1 0 0,0 0 0 0 0,0 0 0 0 0,-8 12-1 0 0,12-15 4 0 0,1 0-1 0 0,0 0 1 0 0,1 0-1 0 0,-1 1 0 0 0,0-1 1 0 0,1 1-1 0 0,0-1 0 0 0,0 1 1 0 0,0 0-1 0 0,0-1 0 0 0,1 1 1 0 0,-1 0-1 0 0,1-1 1 0 0,0 1-1 0 0,0 0 0 0 0,0 0 1 0 0,1-1-1 0 0,-1 1 0 0 0,1 0 1 0 0,0 0-1 0 0,0-1 0 0 0,0 1 1 0 0,1-1-1 0 0,-1 1 1 0 0,1-1-1 0 0,0 0 0 0 0,2 4 1 0 0,-1-2-1 0 0,0-1 1 0 0,1 1-1 0 0,0-1 1 0 0,0 0-1 0 0,0 0 0 0 0,0 0 1 0 0,0 0-1 0 0,1-1 1 0 0,0 0-1 0 0,-1 0 1 0 0,1 0-1 0 0,0 0 1 0 0,1-1-1 0 0,-1 0 1 0 0,0 0-1 0 0,1 0 1 0 0,10 1-1 0 0,-6-1-2 0 0,1-1 0 0 0,-1-1 0 0 0,0 1 1 0 0,1-2-1 0 0,-1 1 0 0 0,1-2 0 0 0,-1 1 0 0 0,0-1 0 0 0,0-1 0 0 0,0 0 0 0 0,0 0 0 0 0,12-7 0 0 0,-2 3 8 0 0,-17 5-12 0 0,15-16 26 0 0,35-30 49 0 0,-51 46 22 0 0,-1 1-84 0 0,8-7 322 0 0,-5 5 263 0 0,-3 5 470 0 0,-6 14-873 0 0,1 1 1 0 0,1-1-1 0 0,-2 27 0 0 0,3-25-54 0 0,0 1 0 0 0,-2-1 0 0 0,0 1 0 0 0,-7 20 0 0 0,-2 8 168 0 0,7-27-162 0 0,3-10-35 0 0,1-1 0 0 0,0 1 0 0 0,-1 11 0 0 0,-2 12 99 0 0,3-26-143 0 0,1 1-1 0 0,0 0 0 0 0,0 0 0 0 0,1 8 1 0 0,0 5 272 0 0,-1 0 1 0 0,-8 41-1 0 0,4-30 0 0 0,4-25-340 0 0,-1 5-1859 0 0,4-29-4899 0 0,-1 8 7352 0 0,-1 3-3309 0 0,-7-12-5861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8:05:43.0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184 52 540,'0'0'3860,"13"-6"-3167,53-26 1703,-54 29-1870,38-6-15,-38 7 3010,10 6-3234,67 11-19,-67-11-13,-15 2-7,21 15-21,-21-15-8,-1 3-3,17 27-26,-18-27-8,-2 0-10,5 28-8,-6-28-3,-2 2-22,0 33-13,0-33 120,-6 0-138,-20 32-16,26-42-88,-1 0 1,1 0 0,-1 0 0,1 0-1,-1 0 1,0 0 0,0 0 0,1 0-1,-1 0 1,0 0 0,0 0 0,0-1 0,0 1-1,0 0 1,-1 0 0,-6 5 18,4-3-1,0-1 0,1 1 0,-1-1 0,-1 0-1,1 0 1,0 0 0,-6 1 0,-30 12 28,30-11 31,-68-2-12,63-2 36,-2-8-84,-48-26 25,48 26-24,12 3-12,-18-16 21,17 16 1207,-10 14-1006,-49 25 0,63-33-216,0 0 0,1-1-1,-1 1 1,1 0-1,-1 0 1,1 0 0,-1 0-1,1 0 1,0 0 0,0 0-1,-1 0 1,1 0-1,-1 3 1,-3 4 58,3-4-7,-1 0 0,1 0 0,-1 0 0,0 0 0,0-1 0,-6 6 0,-15 16 73,18-18 48,1-1-356,-15 20-76,15-20-90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8:05:43.4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762 160 1248,'0'0'9208,"-11"-9"-9257,-35-25-128,35 25-104,1 5-1184,-28-13 1127,28 13 15,3-3-200,-20-23 301,21 23 38,2 1 70,-8-20 71,8 20 3942,-11 22-3211,-48 54 40,49-55-482,11-11-110,0-1 0,0 1 0,1 0 0,-1 0 0,1 0-1,0 0 1,0 1 0,0-1 0,-1 8 0,-49 112 1569,23-55-522,-30 59 858,-19 29-163,47-96-960,20-40-786,-41 76 325,31-62-350,2-2-819,-31 40 1,30-48-17,15-18-145,0 0-190,-16 19-242,15-19-368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8:05:43.8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197 1 236,'0'0'9624,"9"8"-9049,28 27-42,-28-26 365,3-7-496,37 8-46,-37-7-30,-2 1-27,29 10-35,-29-11-14,2 1-28,37 11-24,-37-11-16,-4 3-25,27 18-19,-27-18-9,-1 0-6,20 24-7,-18-16-11,3 13-14,-9-21 14,-2 3-27,1 3-54,1 27 109,-11-30-14,-23 31-11,13-22 4,5-7-62,5-4-11,-1 0 0,1-1 0,-2 0 0,1-1 0,0 0 0,-1 0 0,-13 5 0,8-3 1,5-3 4,0 0 0,-1 0 0,-20 6 0,-15 4 46,35-11-11,3-4-60,0 0-1,1 1 1,-1 0 0,1 0-1,-10 4 1,1-2-4,2 0-2,-7-8-699,-62-13 304,63 14-113,12-3-133,-21-18-133,21 18-136,3 0-268,-13-24-1025,13 23-1440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8:05:44.2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1 559 352,'0'0'11174,"20"-15"-10452,59-45-52,-77 59-622,0 0 0,1-1 0,-1 1 1,-1-1-1,1 1 0,0-1 0,0 0 1,0 0-1,-1 1 0,1-1 0,-1 0 0,2-5 1,65-150 2053,-35 73-945,-19 51-658,2 8-78,0-4-147,-12 22-48,3 1-39,21-21-20,-21 20-22,5 1-19,32-20-22,-40 23-85,0 0-1,1 1 1,0-1-1,0 1 1,-1 0-1,1 0 1,10-2-1,-3 1 7,9-2 23,54-7-169,-16 4-65,-45 7-106,8 1-113,63 1-122,-64-1-154,-6 4-172,47 8-199,-47-8-332,-8 0-1165,21 16-1662,-20-16 322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2.2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333 237 360 0 0,'0'0'573'0'0,"21"-12"53"0"0,91-53 694 0 0,-84 48-623 0 0,-21 13 1354 0 0,2 0-1402 0 0,23-14-27 0 0,-24 13 4446 0 0,16 15-4798 0 0,68 28-12 0 0,-69-28-13 0 0,-18-2-13 0 0,15 25-18 0 0,-19-32-202 0 0,-1 0 1 0 0,1 0 0 0 0,-1 0 0 0 0,1 0-1 0 0,-1-1 1 0 0,1 1 0 0 0,-1 0 0 0 0,0 0-1 0 0,1 0 1 0 0,-1 0 0 0 0,0 0 0 0 0,0 0-1 0 0,0 0 1 0 0,0 2 0 0 0,2 25 169 0 0,-2-21 164 0 0,-5 6-187 0 0,-13 41-1 0 0,13-40-16 0 0,-3-6-11 0 0,-24 24-4 0 0,16-21-17 0 0,-12 5-2 0 0,21-12 24 0 0,-68 0-168 0 0,60-3-73 0 0,-2-9-303 0 0,-53-24 109 0 0,67 31 257 0 0,0 0-1 0 0,0 0 1 0 0,0-1 0 0 0,0 1 0 0 0,1-1 0 0 0,-1 0 0 0 0,-3-3 0 0 0,-28-24-385 0 0,18 12-42 0 0,9 9 309 0 0,0 0 6 0 0,1 0 0 0 0,0 0 1 0 0,1-1-1 0 0,0 0 0 0 0,0 0 0 0 0,0 0 1 0 0,-5-18-1 0 0,5 15 16 0 0,2 7 57 0 0,1 0 0 0 0,0-1 0 0 0,0 1 0 0 0,1 0 0 0 0,-1-1 0 0 0,1 1 0 0 0,0-8 0 0 0,-2 2-36 0 0,-2-33-407 0 0,4 34 439 0 0,0 5 27 0 0,1 0 0 0 0,0 0 0 0 0,-1-1 0 0 0,2 1 0 0 0,-1 0 0 0 0,2-6 0 0 0,-2-2 220 0 0,1-7-167 0 0,3 0 5491 0 0,-15 45-5188 0 0,-35 78-34 0 0,30-69-28 0 0,10-25-168 0 0,-15 32 131 0 0,18-31-201 0 0,2-6-17 0 0,0 0-1 0 0,-1 0 1 0 0,1 0 0 0 0,-1-1-1 0 0,0 1 1 0 0,0-1-1 0 0,0 1 1 0 0,-1-1 0 0 0,-3 5-1 0 0,-29 38-855 0 0,-1-1-724 0 0,30-37 1227 0 0,4-4-11 0 0,-1 0-1 0 0,0-1 1 0 0,0 1 0 0 0,0-1-1 0 0,0 0 1 0 0,-1 0 0 0 0,-7 4 0 0 0,-18 16-3361 0 0,21-17 290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2.6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86 47 4 0 0,'0'0'8499'0'0,"17"-8"-8007"0"0,50-23-52 0 0,-50 23 1215 0 0,5 21-1417 0 0,66 35-30 0 0,-61-30-32 0 0,-7 2-58 0 0,-15-15-84 0 0,0 3-296 0 0,15 23-49 0 0,-15-24-143 0 0</inkml:trace>
  <inkml:trace contextRef="#ctx0" brushRef="#br0" timeOffset="1">280 56 516 0 0,'0'0'10175'0'0,"-20"14"-9716"0"0,-64 49-44 0 0,81-61-389 0 0,0 0 0 0 0,1 0 1 0 0,-1 1-1 0 0,1-1 0 0 0,-1 1 0 0 0,1 0 0 0 0,0-1 1 0 0,0 1-1 0 0,0 0 0 0 0,-2 5 0 0 0,-8 13 405 0 0,6-9-339 0 0,-21 33 139 0 0,-2-2-874 0 0,13-20-297 0 0,12-18-1092 0 0,-5 2-1370 0 0,-35 27 260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2.9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205 0 876 0 0,'0'0'7581'0'0,"-7"21"-6802"0"0,-21 59-71 0 0,25-74-548 0 0,0 1 1 0 0,1-1 0 0 0,0 0 0 0 0,0 1 0 0 0,-1 10-1 0 0,-2 15 609 0 0,1-22-607 0 0,3-5-59 0 0,-1 0 1 0 0,1 0-1 0 0,0 0 1 0 0,0 0 0 0 0,0 1-1 0 0,1 7 1 0 0,-1-2 24 0 0,-4 32 471 0 0,3-33-386 0 0,-6 36 102 0 0,2 0-388 0 0,1-27-168 0 0,-9 9-217 0 0,10-21-244 0 0,-3 0-363 0 0,-23 19-1027 0 0,14-15-1387 0 0,-24 10 266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3.3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87 1120 0 0,'0'0'4241'0'0,"9"-11"-3221"0"0,25-32-31 0 0,-26 32-52 0 0,6 7-38 0 0,38-10-47 0 0,-39 11 673 0 0,7 4-837 0 0,56 4-71 0 0,-56-4 439 0 0,-5 6-627 0 0,46 20-45 0 0,-60-27-361 0 0,1 1 0 0 0,-1-1 0 0 0,1 1 1 0 0,-1-1-1 0 0,0 1 0 0 0,0 0 0 0 0,1-1 0 0 0,-1 1 0 0 0,0 0 0 0 0,0 0 0 0 0,0 0 0 0 0,0 0 0 0 0,0 0 0 0 0,0 0 0 0 0,1 1 0 0 0,5 5 90 0 0,-5-4-55 0 0,1 0 0 0 0,0 0 0 0 0,-1 0 0 0 0,0 0 0 0 0,0 0 0 0 0,0 1 0 0 0,0-1 0 0 0,2 7 0 0 0,2-1 28 0 0,-4-6-52 0 0,0 1 1 0 0,0-1 0 0 0,0 1 0 0 0,-1 0-1 0 0,1 0 1 0 0,-1 0 0 0 0,0-1 0 0 0,0 1-1 0 0,1 5 1 0 0,0 0-13 0 0,-1-1 0 0 0,1 1 1 0 0,-1 13-1 0 0,-7 39-119 0 0,5-55 31 0 0,0 1-1 0 0,0 0 1 0 0,-1-1 0 0 0,1 1-1 0 0,-1-1 1 0 0,-5 10-1 0 0,2-4-62 0 0,3-5-23 0 0,0-1-1 0 0,0 1 1 0 0,-1-1-1 0 0,0 1 1 0 0,-5 8-1 0 0,1-4-73 0 0,6-8 97 0 0,0 1 0 0 0,-1-1 0 0 0,0 0 0 0 0,1 0 0 0 0,-1 0 0 0 0,0 0 0 0 0,-1 0 1 0 0,1 0-1 0 0,0 0 0 0 0,-4 2 0 0 0,-1 2-193 0 0,5-4 7 0 0,-1 1 0 0 0,1-1 0 0 0,-1 0 0 0 0,0 0 0 0 0,0 0 0 0 0,0-1-1 0 0,-5 4 1 0 0,1-1-533 0 0,1 0-2689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3.6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513 392 100 0 0,'0'0'14417'0'0,"-14"14"-14522"0"0,-42 43-174 0 0,42-43-188 0 0,6-11-2243 0 0,-26 13 654 0 0,25-12-1312 0 0</inkml:trace>
  <inkml:trace contextRef="#ctx0" brushRef="#br0" timeOffset="1">173 0 988 0 0,'0'0'13569'0'0,"-2"23"-13089"0"0,0 4-332 0 0,-10 67 529 0 0,4-39-162 0 0,7-44-483 0 0,-6 30-64 0 0,6-30-22 0 0,0-6-19 0 0,1 0 0 0 0,-2 0 0 0 0,1 0 0 0 0,0 0 0 0 0,-1 0 0 0 0,-4 8 0 0 0,3-3-89 0 0,2-6 43 0 0,0 1 0 0 0,-1-1 1 0 0,1 0-1 0 0,-1 0 1 0 0,0 1-1 0 0,-1-2 0 0 0,1 1 1 0 0,-5 5-1 0 0,1 3-155 0 0,3-7 7 0 0,0 1 1 0 0,-1 0-1 0 0,1-1 1 0 0,-1 0 0 0 0,-8 9-1 0 0,-22 23-3130 0 0,7-10-128 0 0,21-21 270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3.9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120 114 92 0 0,'0'0'1692'0'0,"-2"-12"-774"0"0,-1-2-467 0 0,-3-9-141 0 0,4-1 6010 0 0,-3 17-5638 0 0,-14-20-68 0 0,14 21 3054 0 0,-8 24-3504 0 0,-38 56-15 0 0,38-55-14 0 0,13-9-25 0 0,4 40 42 0 0,2-41-289 0 0,16 31-52 0 0,-16-30-40 0 0,14-28-5621 0 0,61-55 4144 0 0,-60 55-1074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4.3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146 1 476 0 0,'0'0'7268'0'0,"-6"15"-6456"0"0,-20 48-10 0 0,18-37-36 0 0,-1 39 656 0 0,3-37-1136 0 0,-3 24 961 0 0,-28 83-1 0 0,33-126-1202 0 0,2-6-49 0 0,0 1 0 0 0,1 0 0 0 0,-1 0 0 0 0,1 0-1 0 0,0 0 1 0 0,0 1 0 0 0,-1 6 0 0 0,2-1-105 0 0,0-5-65 0 0,0-1-1 0 0,-1 0 1 0 0,0 0 0 0 0,1 0 0 0 0,-1 0-1 0 0,-1 0 1 0 0,1 0 0 0 0,-3 6-1 0 0,-10 29-1002 0 0,10-30-964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5.7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0 564 0 0,'0'0'14877'0'0,"4"17"-15308"0"0,10 51-76 0 0,-11-51-214 0 0,-6-6-170 0 0,-10 33-274 0 0,10-33-1017 0 0,1 1-1431 0 0,-11 48 274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6.0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 0 640 0 0,'0'0'9303'0'0,"0"13"-8214"0"0,1 3-676 0 0,0 7-28 0 0,-1 12 3757 0 0,-2 5-4301 0 0,2-30-272 0 0,-3 2-1573 0 0,0 2 1320 0 0,-3 8-299 0 0,-5 11-3955 0 0,-9 18 1129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08.501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947 0 80 0 0,'0'0'10637'0'0,"-22"11"-10419"0"0,-69 31-8 0 0,68-32 206 0 0,15-3-206 0 0,-21 22 6 0 0,21-22-3 0 0,0 0 9 0 0,-41 38 192 0 0,12-11-7 0 0,-3 3 3 0 0,1 0-34 0 0,0 3-86 0 0,0 4-125 0 0,-113 142 721 0 0,31-2-180 0 0,118-179-683 0 0,0-1 0 0 0,0 1 0 0 0,0 0 0 0 0,1 0 0 0 0,0 0 0 0 0,0 0 0 0 0,-1 8 0 0 0,-2 3 7 0 0,-28 78 245 0 0,29-82-231 0 0,-1 1 0 0 0,-10 19 0 0 0,8-20 9 0 0,1 1-1 0 0,-7 23 0 0 0,-11 35 116 0 0,-37 138 286 0 0,24-37-138 0 0,36-162-301 0 0,0 16 24 0 0,1-1 35 0 0,-5 167 198 0 0,3-171-253 0 0,1 23 77 0 0,9 209 118 0 0,-3-175-103 0 0,5 105 86 0 0,6-63-94 0 0,0-22 17 0 0,-9-65-95 0 0,15 42 0 0 0,-20-69-23 0 0,5 15 6 0 0,16 33 0 0 0,-10-24 9 0 0,-4-12 1 0 0,16 27 1 0 0,-6-13-1 0 0,-17-28-15 0 0,-1 0 0 0 0,2 0 0 0 0,-1 0 0 0 0,0 0 0 0 0,1 0 0 0 0,5 6 0 0 0,19 20 17 0 0,22 31-13 0 0,-9-12-29 0 0,-10-12 21 0 0,12 12-11 0 0,-14-16-6 0 0,-1-4-7 0 0,-22-23 0 0 0,3 0-1 0 0,22 20 4 0 0,-23-20-3 0 0,-1 0-9 0 0,17 16 5 0 0,-18-17 16 0 0,1 3 9 0 0,19 24-11 0 0,-19-24-16 0 0,-2 0-20 0 0,13 23 38 0 0,-13-24 0 0 0,1 0-63 0 0,15 21 9 0 0,-15-21 8 0 0,-1 0-334 0 0,12 22 213 0 0,-12-22-40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08.956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340 1 288 0 0,'0'0'10944'0'0,"8"21"-10645"0"0,23 63 0 0 0,-23-63-13 0 0,-4-12-8 0 0,12 25-18 0 0,-13-25-17 0 0,1-1-9 0 0,12 24-11 0 0,-12-24-4 0 0,-1 0-13 0 0,12 26-3 0 0,-12-26-28 0 0,0 0-6 0 0,8 22 0 0 0,-8-22-12 0 0,1 1-13 0 0,14 45 83 0 0,-8-28-93 0 0,-8-19-24 0 0,1 4-18 0 0,11 51 80 0 0,-6-16 82 0 0,-2-7-186 0 0,-5-30 15 0 0,-1 0 18 0 0,0 38 158 0 0,-3-39-89 0 0,-10 27 2 0 0,10-26-12 0 0,-3-1 8 0 0,0 1-115 0 0,3-4-24 0 0,1-2 0 0 0,-1 1 1 0 0,0 0-1 0 0,0 0 1 0 0,0-1-1 0 0,-1 1 1 0 0,1-1-1 0 0,-6 3 1 0 0,-12 10 94 0 0,-1 0 0 0 0,-1-2 0 0 0,-1-1 0 0 0,-46 19 0 0 0,-113 31-396 0 0,139-49-329 0 0,-22 6-3643 0 0,63-19 1868 0 0,-14 4-5203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0.55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1 796 0 0,'0'0'13991'0'0,"30"10"-13685"0"0,93 33-15 0 0,-83-30-11 0 0,24 3 241 0 0,17 4-56 0 0,-69-15-396 0 0,38 7 261 0 0,24 2 252 0 0,6-1-71 0 0,-23-6-463 0 0,-43-5-88 0 0,-5-10-3749 0 0,30-27 2739 0 0,-30 26-231 0 0,-11-3-4671 0 0,-8-48 2530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0.940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163 1 52 0 0,'0'0'13508'0'0,"17"15"-13072"0"0,77 68 654 0 0,-82-74-997 0 0,-7-5-30 0 0,1 0 0 0 0,-1 1 0 0 0,0 0-1 0 0,0 0 1 0 0,0 0 0 0 0,3 6 0 0 0,-1-4 19 0 0,15 22 295 0 0,-6-4-182 0 0,-12-19-16 0 0,0 3 1 0 0,15 30-18 0 0,-14-30-7 0 0,-6 0 4 0 0,-4 26 22 0 0,4-27 5 0 0,-6 3 10 0 0,-23 29 24 0 0,29-38-194 0 0,-1 0-1 0 0,1 0 1 0 0,-1 0 0 0 0,1 0 0 0 0,-1-1-1 0 0,0 1 1 0 0,1-1 0 0 0,-4 3-1 0 0,-34 24 211 0 0,19-16-8 0 0,7-4-159 0 0,5-3-7 0 0,0-1 0 0 0,0 0 0 0 0,0-1 0 0 0,-16 5 0 0 0,8-1-9 0 0,3-2 3 0 0,0 0 0 0 0,-26 6 0 0 0,-15 3-74 0 0,41-10-114 0 0,2-3-146 0 0,-2 1-83 0 0,-6 1 238 0 0,9-2-3529 0 0,-1-1-3284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1.73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43 135 624 0 0,'0'0'2460'0'0,"-7"-11"-1701"0"0,-21-32-33 0 0,21 32 5026 0 0,37-47-4953 0 0,-24 47 641 0 0,11 11-1131 0 0,51 2-25 0 0,-51-2 657 0 0,2 9-746 0 0,55 27-15 0 0,-56-27-2 0 0,-12-1-2 0 0,18 27-26 0 0,-22-33-133 0 0,0 0 0 0 0,0 0 0 0 0,-1 0-1 0 0,1 1 1 0 0,-1-1 0 0 0,1 1 0 0 0,-1-1 0 0 0,0 1 0 0 0,0-1 0 0 0,0 1 0 0 0,-1 0 0 0 0,1 2 0 0 0,1 3 21 0 0,0-1 178 0 0,-3 5-117 0 0,-6 35-2 0 0,5-35-9 0 0,-6-3-6 0 0,-22 27 16 0 0,15-22-32 0 0,-16 8-8 0 0,23-17 7 0 0,-5 0-4 0 0,-42 14-6 0 0,42-14-4 0 0,1-2 3 0 0,-38 7 5 0 0,37-8 3294 0 0,48 2-2980 0 0,105 12-7 0 0,-90-9-31 0 0,-32-3-234 0 0,-1 1 54 0 0,1-2-1 0 0,19 2 1 0 0,-20-3-74 0 0,-3-1 23 0 0,-1 1 0 0 0,24 5 0 0 0,3 2-44 0 0,-30-6-144 0 0,3-1-165 0 0,36 7-142 0 0,-36-7-145 0 0,17 9-3102 0 0,-16-6 1232 0 0,2 2-5086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2.13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54 100 0 0,'0'0'10861'0'0,"27"-9"-10124"0"0,81-27-59 0 0,-81 27 537 0 0,-11 9-923 0 0,0 1-1 0 0,27 4 0 0 0,-20-1-124 0 0,-3-2 678 0 0,-9 1-469 0 0,36 13-40 0 0,-35-12 240 0 0,-7 2-317 0 0,13 21-32 0 0,-13-20 152 0 0,-10 6-247 0 0,-12 38-100 0 0,13-38-87 0 0,-5-3-104 0 0,-1 3 78 0 0,2-3-61 0 0,0 0 1 0 0,0-1-1 0 0,-11 9 0 0 0,11-10-20 0 0,-24 20-880 0 0,8-8 195 0 0,18-16-162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2.51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903 237 1100 0 0,'0'0'13172'0'0,"-22"8"-12785"0"0,-67 24-152 0 0,67-24-148 0 0,15-3-461 0 0,-21 17-127 0 0,21-16-222 0 0</inkml:trace>
  <inkml:trace contextRef="#ctx0" brushRef="#br0" timeOffset="1">634 1 420 0 0,'0'0'16583'0'0,"-26"10"-16012"0"0,-80 33-49 0 0,103-42-470 0 0,-1 0 0 0 0,1 0-1 0 0,0 0 1 0 0,0 1 0 0 0,-1-1 0 0 0,1 1 0 0 0,0 0 0 0 0,-4 3 0 0 0,-33 31 753 0 0,14-16-462 0 0,20-15 239 0 0,-1 1-369 0 0,-21 16-36 0 0,20-17 85 0 0,-8-17-1029 0 0,-48-38 772 0 0,48 37 235 0 0,10 8-107 0 0,-18-17 13 0 0,18 17 632 0 0,-12 15-713 0 0,-53 31-43 0 0,47-25-52 0 0,-2 7-76 0 0,20-17-98 0 0,0-1-132 0 0,-2 2 147 0 0,-23 21-2499 0 0,6-4 1570 0 0,18-17-182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2.88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311 394 320 0 0,'0'0'11408'0'0,"-24"11"-10830"0"0,-71 32-69 0 0,71-32 353 0 0,13-8-487 0 0,-31 12-20 0 0,31-12 591 0 0,-5-11-894 0 0,-48-24-18 0 0,48 24 3 0 0,15-6-4 0 0,-5-41-10 0 0,6 53-23 0 0,-1 0 0 0 0,1 0 1 0 0,0-1-1 0 0,0 1 0 0 0,0 0 0 0 0,0 0 0 0 0,1-1 1 0 0,-1 1-1 0 0,0 0 0 0 0,2-2 0 0 0,11-47 4 0 0,-4 26 13 0 0,41-65-25 0 0,-39 76-8 0 0,0 2 9 0 0,-4 3 1 0 0,0 2 0 0 0,0-1 0 0 0,0 1-1 0 0,1 0 1 0 0,0 0 0 0 0,16-9 0 0 0,16-8 0 0 0,-36 21 5 0 0,-1 1 0 0 0,1 0 0 0 0,-1-1 0 0 0,1 2 0 0 0,0-1 0 0 0,0 0 0 0 0,0 1 0 0 0,0-1 0 0 0,6 0 0 0 0,0 0 0 0 0,26-12-9 0 0,-29 11 5 0 0,0 1-1 0 0,0 0 1 0 0,0 0 0 0 0,1 1-1 0 0,8-1 1 0 0,-14 1 2 0 0,50-8-58 0 0,-40 7-52 0 0,8 2-385 0 0,56 0 97 0 0,-56 0-96 0 0,-9 5-5247 0 0,36 14 2675 0 0,-35-14 237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3.30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1434 22 120 0 0,'0'0'3664'0'0,"-22"-4"-2826"0"0,-64-10-52 0 0,64 11 651 0 0,3 6-795 0 0,-56 11-39 0 0,72-13-540 0 0,-1-1 0 0 0,1 1-1 0 0,0-1 1 0 0,0 1 0 0 0,0 0 0 0 0,0 0-1 0 0,1 1 1 0 0,-6 1 0 0 0,-4 4 117 0 0,-7 3 162 0 0,1 0-1 0 0,1 2 1 0 0,-26 21-1 0 0,35-27-251 0 0,-13 11 322 0 0,-37 40-1 0 0,48-47-266 0 0,-18 25 537 0 0,-1 8-319 0 0,26-40-319 0 0,1-1-1 0 0,0 1 1 0 0,0 0 0 0 0,0-1-1 0 0,1 1 1 0 0,-1 0 0 0 0,1 0 0 0 0,0 0-1 0 0,-1 1 1 0 0,1-1 0 0 0,0 4 0 0 0,-1 2 50 0 0,-1-2 174 0 0,-1 44 165 0 0,4-40-96 0 0,4-3-206 0 0,13 27-15 0 0,-13-27 547 0 0,7-32-649 0 0,32-72-10 0 0,-34 74-11 0 0,-10 10-12 0 0,-9-30-57 0 0,7 31-38 0 0,-2-1-23 0 0,0-3 92 0 0,1 4-17 0 0,0 1 1 0 0,0 0 0 0 0,-9-14-1 0 0,-3-4-102 0 0,12 21-28 0 0,-2 0-44 0 0,-18-23-50 0 0,18 23-63 0 0,-4 2-529 0 0,-28-14 394 0 0,28 14-22 0 0,6 5-598 0 0,1 0 1015 0 0,-1 0-1 0 0,0 0 0 0 0,1 0 1 0 0,-1-1-1 0 0,0 0 1 0 0,1 1-1 0 0,-7-3 1 0 0,6 1 98 0 0,1 1 1 0 0,-1 0-1 0 0,0 0 1 0 0,0 0 0 0 0,0 1-1 0 0,0 0 1 0 0,-7 0-1 0 0,0 13 449 0 0,-36 39 32 0 0,45-51-452 0 0,1 0 0 0 0,0 1 1 0 0,-1-1-1 0 0,1 0 1 0 0,0 1-1 0 0,0-1 1 0 0,0 1-1 0 0,0 0 0 0 0,0-1 1 0 0,1 1-1 0 0,-1-1 1 0 0,-1 4-1 0 0,-12 45 988 0 0,0 2 8 0 0,12-40-862 0 0,0-6-29 0 0,1 1 0 0 0,-1-1 0 0 0,-1 1 0 0 0,1-1 0 0 0,-5 9 0 0 0,-24 52 882 0 0,-48 60 980 0 0,19-56-695 0 0,55-65-1305 0 0,2-2 67 0 0,1-1-1 0 0,-1 0 0 0 0,0 1 0 0 0,0-1 0 0 0,-1-1 1 0 0,1 1-1 0 0,-7 4 0 0 0,-21 15 380 0 0,24-14-364 0 0,2-4-25 0 0,1 1 0 0 0,-1-1 0 0 0,0 0-1 0 0,0-1 1 0 0,-7 5 0 0 0,-19 12 85 0 0,23-15-136 0 0,-4-1-136 0 0,-1-1 14 0 0,7-2-197 0 0,0 0 0 0 0,0 1-1 0 0,0 0 1 0 0,1 0-1 0 0,-9 4 1 0 0,-11-15-559 0 0,-77-35-144 0 0,97 42 886 0 0,1 0-1 0 0,0-1 1 0 0,0 0 0 0 0,-1 1 0 0 0,2-1 0 0 0,-1 0-1 0 0,0-1 1 0 0,-5-6 0 0 0,0-10-1082 0 0,-22-76-927 0 0,15 22-3223 0 0,14 67 1905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3.654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99 1 268 0 0,'0'0'9652'0'0,"-8"23"-11661"0"0,-21 69 511 0 0,21-71 333 0 0,-1-15-100 0 0,-35 15-978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4.02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278 77 992 0 0,'0'0'6615'0'0,"13"-12"-6018"0"0,40-38-66 0 0,-40 37 1128 0 0,61 12-1065 0 0,-59 0 1817 0 0,-130 55-2069 0 0,77-37-263 0 0,33-15-35 0 0,-1 0 0 0 0,1 1 0 0 0,-1 0 0 0 0,1 0 0 0 0,-5 4 0 0 0,1-2 42 0 0,5-3-41 0 0,1 1 1 0 0,-1-1-1 0 0,1 1 0 0 0,0-1 0 0 0,0 1 1 0 0,0 0-1 0 0,0 0 0 0 0,0 1 0 0 0,-2 3 1 0 0,-4 2 46 0 0,5-5-26 0 0,0 1 0 0 0,0-1 0 0 0,0 1 0 0 0,1-1 0 0 0,-1 1 0 0 0,-4 10 0 0 0,2-5 29 0 0,-15 29 358 0 0,16-30-375 0 0,-13 32 281 0 0,0 12-89 0 0,2-7-533 0 0,-4 2-684 0 0,0 2-1066 0 0,7-18-430 0 0,4-17-1632 0 0,-17 20 312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4.49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 1152 0 0,'0'0'13395'0'0,"29"8"-12733"0"0,87 28-43 0 0,-112-35-554 0 0,0 0-1 0 0,0 0 1 0 0,0 0 0 0 0,-1 1-1 0 0,1-1 1 0 0,0 1 0 0 0,-1 0-1 0 0,5 2 1 0 0,1 4 119 0 0,-3-2-14 0 0,1-1 0 0 0,0 0 0 0 0,0-1 0 0 0,8 5 0 0 0,47 28 682 0 0,18 15-161 0 0,-77-49-636 0 0,1 0 0 0 0,-1 0 0 0 0,0-1 0 0 0,1 1 0 0 0,0-1 0 0 0,-1 0 0 0 0,8 3 0 0 0,25 10 290 0 0,25 15 3 0 0,-5-4-226 0 0,-7-4-283 0 0,-37-16-111 0 0,-2-4-119 0 0,2 1 75 0 0,6 2 97 0 0,1 0-8608 0 0,-5-17 5022 0 0,54-49 290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4.86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195 0 732 0 0,'0'0'9955'0'0,"14"14"-9333"0"0,57 55 520 0 0,-65-59-630 0 0,31 49 327 0 0,-9-12-143 0 0,-22-39-593 0 0,15 27 375 0 0,-6-6-228 0 0,-11-21-21 0 0,0 1-1 0 0,12 31-57 0 0,-12-30-18 0 0,-4-4-104 0 0,0-1-1 0 0,0 1 1 0 0,1-1 0 0 0,2 10-1 0 0,0-4-2 0 0,-2-1 193 0 0,-4 2-112 0 0,-8 35-5 0 0,8-35-6 0 0,-3-4 13 0 0,-18 27-19 0 0,11-22-10 0 0,5-7-71 0 0,-28 16 106 0 0,24-14-114 0 0,6-4-15 0 0,0 0 1 0 0,0-1-1 0 0,0 1 1 0 0,0-2 0 0 0,-1 1-1 0 0,-11 3 1 0 0,2 0-12 0 0,3 0-30 0 0,-1-1 0 0 0,-23 5 1 0 0,-32 9-309 0 0,32-8 16 0 0,27-8-128 0 0,0 2-988 0 0,-31 13 184 0 0,31-14-1266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5.26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70 684 0 0,'0'0'2572'0'0,"67"-46"3037"0"0,-1 23-665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8:06:25.63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184 0 1932,'-19'17'6395,"5"-3"-3398,-13 12-3749,14-13 1432,1 0-540,6-6-582,-19 21-10,19-21-175,-4-3-4707,-41 17 2781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8.21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35 672 0 0,'0'0'15357'0'0,"22"-6"-15173"0"0,68-17 2 0 0,-68 17 1507 0 0,-11 18-1451 0 0,33 37 10 0 0,-33-37 300 0 0,-16 2-283 0 0,-18 41-14 0 0,17-41-5 0 0,0-3-7 0 0,-30 49 166 0 0,20-36-240 0 0,12-17-25 0 0,-1 1-13 0 0,-16 27-32 0 0,15-27-35 0 0,3-1-30 0 0,-11 20-71 0 0,10-20-83 0 0,-1-1-2542 0 0,-17 20 1870 0 0,17-20-136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8.61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102 1 176 0 0,'0'0'14672'0'0,"-2"19"-14345"0"0,-8 61-45 0 0,8-60-69 0 0,-7-14-77 0 0,-23 21-110 0 0,23-20-127 0 0,3-1-513 0 0,-20 18 108 0 0,20-18-127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8.97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757 0 492 0 0,'0'0'14121'0'0,"-12"18"-13637"0"0,-36 52-25 0 0,44-65-365 0 0,1-1 0 0 0,-1 1 0 0 0,1 0 0 0 0,1 0 0 0 0,-1 0 0 0 0,-3 9 0 0 0,5-10-23 0 0,-1 0 0 0 0,0-1-1 0 0,1 0 1 0 0,-1 1 0 0 0,0-1-1 0 0,0 0 1 0 0,-6 5 0 0 0,-31 45 605 0 0,8-13-132 0 0,13-17-330 0 0,13-17-6 0 0,-2 0-16 0 0,-22 20-24 0 0,22-20-30 0 0,1-1-2 0 0,-20 16-10 0 0,20-16 20 0 0,-12-17-334 0 0,-53-36 192 0 0,53 37 91 0 0,14 3-14 0 0,-11-21 15 0 0,11 21 1665 0 0,-14 18-1753 0 0,-55 30-79 0 0,55-30-108 0 0,12-2-104 0 0,-20 22-122 0 0,20-22-120 0 0,-2-1-116 0 0,-33 36-1028 0 0,17-22 632 0 0,18-15-138 0 0,-5 0-290 0 0,-32 20-1107 0 0,23-17-1653 0 0,-28 4 323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9.35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0 121 444 0 0,'0'0'3846'0'0,"8"-15"-3084"0"0,25-43-10 0 0,-25 43 742 0 0,5 11-744 0 0,36-11-6 0 0,-36 11-19 0 0,-1 2-9 0 0,3-1-412 0 0,8-1-44 0 0,1 3 3523 0 0,-6 8-3542 0 0,53 21-94 0 0,-53-21-111 0 0,-29 10-817 0 0,-31 50 222 0 0,31-51-139 0 0,1-7-159 0 0,0 3 504 0 0,5-7-51 0 0,0 1-1 0 0,0-1 1 0 0,-1 0 0 0 0,1 0-1 0 0,-1-1 1 0 0,-7 4-1 0 0,-17 13-2975 0 0,23-16 259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29.731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127 73 744 0 0,'0'0'8424'0'0,"25"-4"-7768"0"0,78-14-54 0 0,-78 13 2182 0 0,-7 13-2627 0 0,55 21-94 0 0,-55-22-116 0 0</inkml:trace>
  <inkml:trace contextRef="#ctx0" brushRef="#br0" timeOffset="1">135 0 1100 0 0,'0'0'11393'0'0,"-5"19"-10915"0"0,-18 55-48 0 0,17-55-74 0 0,1-11-102 0 0,-13 27-126 0 0,13-27-142 0 0,0 0-167 0 0,-15 24-180 0 0,15-24-203 0 0,-2-2-207 0 0,-21 14-321 0 0,21-15-983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30.124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80 0 608 0 0,'0'0'10285'0'0,"33"7"-10472"0"0,97 17-71 0 0,-97-18 6290 0 0,-55 7-5511 0 0,-68 41 16 0 0,68-40 3 0 0,20-5-4 0 0,-10 47 479 0 0,6-25-547 0 0,4-24-30 0 0,0 5-42 0 0,-10 57 289 0 0,4-20-130 0 0,4-15-318 0 0,3-25-35 0 0,-2 3-59 0 0,-11 54-215 0 0,2-17-580 0 0,10-40 461 0 0,-7 31-1705 0 0,6-26 1576 0 0,2-6-144 0 0,-2 1 1 0 0,1-1-1 0 0,-7 15 1 0 0,-7 16-2498 0 0,2-9 184 0 0,10-22-1773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30.484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28 380 0 0,'0'0'8455'0'0,"25"-5"-7840"0"0,77-13-61 0 0,-76 14 812 0 0,-4 6-1002 0 0,68 8-44 0 0,-68-7 445 0 0,-16-3-729 0 0,0 0 0 0 0,0 0 0 0 0,0 1 1 0 0,0 0-1 0 0,10 3 0 0 0,-10-3 141 0 0,0 1 1 0 0,0-1-1 0 0,0 0 1 0 0,-1-1-1 0 0,12 1 1 0 0,-40 15-150 0 0,-68 49 10 0 0,69-49 50 0 0,16-8-40 0 0,-17 21 6 0 0,18-21 33 0 0,2-1-57 0 0,-5 24-2 0 0,6-23-23 0 0,-1-1-437 0 0,-8 23 75 0 0,8-23-112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30.86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0 660 0 0,'0'0'7425'0'0,"8"133"-12250"0"0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31.24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576 0 684 0 0,'0'0'9560'0'0,"3"25"-8855"0"0,9 72-11 0 0,-9-73-12 0 0,-5-13-25 0 0,1 1-449 0 0,0-5-44 0 0,1-1 1 0 0,-1 0-1 0 0,-1 1 0 0 0,1-1 1 0 0,-4 9-1 0 0,3-7 15 0 0,-11 25 653 0 0,-1-3-398 0 0,11-23-44 0 0,-4 2-64 0 0,-20 28-47 0 0,25-34-251 0 0,1 0 0 0 0,-1 0-1 0 0,0-1 1 0 0,0 1 0 0 0,-1-1-1 0 0,1 1 1 0 0,0-1 0 0 0,-1 0-1 0 0,-5 4 1 0 0,2-1-2 0 0,0-1-55 0 0,-2 2-122 0 0,-23 17-119 0 0,23-17-139 0 0,-3-3-792 0 0,-36 7 423 0 0,35-8-119 0 0</inkml:trace>
  <inkml:trace contextRef="#ctx0" brushRef="#br0" timeOffset="1">252 58 240 0 0,'0'0'11097'0'0,"5"21"-14999"0"0,15 62 1087 0 0,-15-62 215 0 0</inkml:trace>
  <inkml:trace contextRef="#ctx0" brushRef="#br0" timeOffset="2">0 140 448 0 0,'0'0'10423'0'0,"36"5"-9927"0"0,104 16-57 0 0,-108-16-236 0 0,-23 1-10 0 0,11 18 157 0 0,-15-17-75 0 0,2 1-91 0 0,23 27-126 0 0,-23-27-128 0 0,-2 1-128 0 0,12 24-122 0 0,-13-25-127 0 0,-4 40-962 0 0,0-38 334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6:31.62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124 0 884 0 0,'0'0'9723'0'0,"-4"17"-9507"0"0,-13 51-131 0 0,13-51-162 0 0,-2-11-165 0 0,-18 20-182 0 0,17-20-177 0 0,-3-1-1894 0 0,-31 13-181 0 0,31-14 203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6:11.2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0 132 0 0,'0'0'4434'0'0,"31"8"-7080"0"0,127 29 1562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6:21.1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6 179 520 0 0,'0'0'666'0'0,"-6"-2"5530"0"0,13 0-4640 0 0,25-3-2399 0 0,-16 2 1721 0 0,21 0-205 0 0,1 1 1 0 0,49 5-1 0 0,23 0 38 0 0,214-22 497 0 0,-146 7-781 0 0,19 5-127 0 0,-11 2-71 0 0,442-34 207 0 0,-372 19-247 0 0,-3 0-37 0 0,519-11 417 0 0,-691 31-502 0 0,864 30 833 0 0,-702-18-648 0 0,-62-2-101 0 0,223 7 221 0 0,-200-13-225 0 0,236-4 148 0 0,135-30-138 0 0,-483 18-314 0 0,-63 7-1147 0 0,55-2 1 0 0,-76 0-319 0 0,-11 3-2308 0 0,-25-10 433 0 0,2 6 267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6:23.6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1 778 144 0 0,'6'-23'14021'0'0,"-1"21"-13851"0"0,-3 2-126 0 0,0 0-24 0 0,-1 0-1 0 0,1 0 1 0 0,-1 0-1 0 0,0 0 1 0 0,1-1-1 0 0,-1 1 0 0 0,1 0 1 0 0,-1-1-1 0 0,0 1 1 0 0,1-1-1 0 0,-1 0 1 0 0,3-1 128 0 0,12-4 67 0 0,-13 4-122 0 0,1 1-15 0 0,71-25 340 0 0,-28 11-317 0 0,-10 4-40 0 0,-6 1 5 0 0,0 0-1 0 0,41-5 1 0 0,20-7 17 0 0,76-13 17 0 0,-72 17-40 0 0,175-33 29 0 0,83-19-26 0 0,-86 16-17 0 0,-146 28-23 0 0,170-17 1 0 0,-189 32-13 0 0,37-3 21 0 0,92-5-40 0 0,93-7 24 0 0,-246 21-27 0 0,-51 5 15 0 0,29-5 0 0 0,231-15-3 0 0,-106 10-10 0 0,-5-4 39 0 0,121-10-37 0 0,-119-1 32 0 0,332-13-5 0 0,106-13 21 0 0,-551 42-29 0 0,323-31-45 0 0,-88 23 120 0 0,-227 13-389 0 0,-69 4 43 0 0,1 1-232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6:25.6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0 663 160 0 0,'0'0'3963'0'0,"6"-2"-3538"0"0,56-17 1713 0 0,-59 19-1837 0 0,1-1-23 0 0,42-7 480 0 0,108-20 779 0 0,16-4-431 0 0,-128 23-829 0 0,58-15 402 0 0,181-36 596 0 0,-168 39-1131 0 0,128-25 83 0 0,-114 16-165 0 0,-71 21-40 0 0,-37 6-5 0 0,0 0 0 0 0,0-1 0 0 0,24-8 1 0 0,14-6 9 0 0,86-14 0 0 0,-43 17 4 0 0,67-12 1 0 0,56-8 114 0 0,-120 25 10 0 0,40-7 61 0 0,-29 1-47 0 0,-63 9-58 0 0,76-18 0 0 0,-116 23-95 0 0,0 0 0 0 0,0 0-1 0 0,20 1 1 0 0,12-2 25 0 0,14-5 8 0 0,59-8 89 0 0,-27 6-34 0 0,39-2 6 0 0,43 0 17 0 0,37-7-52 0 0,27 10 34 0 0,-149 10-76 0 0,40-2-4 0 0,63-5 31 0 0,-119 2 6 0 0,137 10 1 0 0,-38 2-77 0 0,79-23 106 0 0,-46 1 64 0 0,-79 13-91 0 0,-17-3 8 0 0,-70 4-61 0 0,37-4-1 0 0,35-5 46 0 0,-3 1 4 0 0,-52 7-74 0 0,105-1 86 0 0,-82 5-76 0 0,-71-4-4 0 0,-1 1-12 0 0,13 0 6 0 0,-12 0 26 0 0,-2 1-83 0 0,8 1-641 0 0,45 16-6967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6:27.6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0 461 96 0 0,'0'0'7300'0'0,"5"0"-6915"0"0,49 4 1324 0 0,78-7 86 0 0,-37-1-965 0 0,98-18-1 0 0,17-1-261 0 0,-28 1-272 0 0,39-2-33 0 0,-85 15-157 0 0,31-1-2 0 0,-70 4-15 0 0,-1-3 0 0 0,116-28 1 0 0,8 0 89 0 0,-152 28-122 0 0,151-16 72 0 0,-116 20-89 0 0,-26 2 5 0 0,0-3 0 0 0,76-17 0 0 0,-9-5 9 0 0,31-8-20 0 0,-61 18-29 0 0,-36 8-5 0 0,83-7 21 0 0,39 1 1 0 0,-116 7 5 0 0,46-1-32 0 0,-102 8 10 0 0,42-6-1 0 0,25-3-11 0 0,37 3 3 0 0,71-1 58 0 0,-136 8-18 0 0,150 6-31 0 0,-48 0 5 0 0,-6 3 19 0 0,-25-8 26 0 0,-88 2-6 0 0,-46-2-46 0 0,2 0-10 0 0,76 2 38 0 0,-56 0-6 0 0,13 0 0 0 0,-36-2-27 0 0,1 0-2 0 0,12 3 2 0 0,-12-2-3 0 0,13 1 171 0 0,53-9 498 0 0,73-12 336 0 0,-69 12-447 0 0,-60 5-481 0 0,-10 2 10 0 0,0 0-3 0 0,13-2-12 0 0,-13 2-1 0 0,0 0 10 0 0,14 0-16 0 0,-14 0-39 0 0,2 0 0 0 0,78 6 63 0 0,-80-6-126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6:29.7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254 219 256 0 0,'5'-3'6297'0'0,"-41"30"-6528"0"0,0-2 0 0 0,-63 33-1 0 0,74-46 155 0 0,14-7 23 0 0,-1 1 0 0 0,-27 13 2715 0 0,117-14-2067 0 0,50-8 472 0 0,154-24-1 0 0,-146 11-581 0 0,224 3 0 0 0,-276 16-393 0 0,115-1 84 0 0,279-52 126 0 0,-281 22-222 0 0,52 1-7 0 0,6-2 43 0 0,155-14 242 0 0,-240 30-261 0 0,-35 4-9 0 0,-50 4-47 0 0,18-2-10 0 0,-20 3-1 0 0,1 0-6 0 0,188-19 52 0 0,-46 29-45 0 0,-46 2 5 0 0,40-9-23 0 0,-183 0-6 0 0,71-10 1 0 0,-18 1 39 0 0,70 7-24 0 0,-59 2 2 0 0,29 3-31 0 0,47-2 12 0 0,-93-5 16 0 0,48-5 107 0 0,-128 9-114 0 0,2 1 9 0 0,-2 0-19 0 0,2 0 13 0 0,-1 0 0 0 0,1 0 0 0 0,0-1 0 0 0,0 0 0 0 0,5-1 1 0 0,29-8 84 0 0,-9 4-44 0 0,-28 5-27 0 0,1 1-9 0 0,59-9 43 0 0,-60 9-59 0 0,1-1 9 0 0,12-2 3 0 0,-12 3-3 0 0,16-4 115 0 0,-4 2-62 0 0,-12 2 59 0 0,18-2 18 0 0,-18 2-84 0 0,1-1-2 0 0,67-2 329 0 0,-49-1 877 0 0,-19 5-1143 0 0,28 9 561 0 0,-30-9-680 0 0,8 1-60 0 0,-1 0 63 0 0,-1 0 0 0 0,15 6 1 0 0,23 6-187 0 0,-43-13 70 0 0,0-1-21 0 0,10 3-22 0 0,-10-2-35 0 0,11 3-541 0 0,-11-3 439 0 0,16 4-716 0 0,-15-4 634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5.4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1 240 0 0,'0'0'19574'0'0,"35"5"-19031"0"0,108 15-39 0 0,-108-15 1112 0 0,-18-5-1306 0 0,4 0-195 0 0,-6 0 335 0 0,1 0-1 0 0,17-3 1 0 0,40-7-215 0 0,-58 8-135 0 0,1 1-8835 0 0,3-1 8164 0 0,10 0-39 0 0,3 1-6826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5.7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45 680 0 0,'0'0'14101'0'0,"27"-8"-13749"0"0,81-21-14 0 0,-81 21 450 0 0,-5 10-571 0 0,68 3-89 0 0,-68-4-100 0 0,-7-2-90 0 0,43-1-108 0 0,-43 1-176 0 0,5 1-1055 0 0,59-3 161 0 0,-59 2-1242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4.3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96 1825 464 0 0,'0'0'3812'0'0,"-10"8"-2881"0"0,-42 32 13569 0 0,45-61-14247 0 0,6 15-234 0 0,-5-10 33 0 0,1-1 0 0 0,0-1 1 0 0,2 1-1 0 0,0-1 0 0 0,1 1 0 0 0,0-1 0 0 0,2-32 1 0 0,86-596 1185 0 0,-58 431-960 0 0,-15 103-164 0 0,33-181 134 0 0,-45 275-238 0 0,8-31 38 0 0,18-73 12 0 0,-23 106-51 0 0,4-26 20 0 0,2-31-57 0 0,-4 41 14 0 0,-5 24 0 0 0,0 0 0 0 0,3-24 21 0 0,-3 24 89 0 0,28 20-231 0 0,85 35 141 0 0,-73-30 4 0 0,-26-11-7 0 0,-7-2-1 0 0,0 0-1 0 0,0-1 1 0 0,0-1-1 0 0,0 1 1 0 0,15 1-1 0 0,-9 0 0 0 0,45 7 13 0 0,-11-5-10 0 0,-36-4-7 0 0,8-1 11 0 0,72 5 8 0 0,-15-5-18 0 0,-63-2-18 0 0,5 0-26 0 0,58-3-48 0 0,-58 3-72 0 0,-2 0-96 0 0,49-6-104 0 0,-49 6-83 0 0,-4-2-627 0 0,38-7 451 0 0,-38 7-63 0 0,28 0-3772 0 0,-23 0 2487 0 0,4 2-4241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4.9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0 120 0 0,'0'0'10987'0'0,"10"13"-10458"0"0,28 38-33 0 0,-28-38 3 0 0,-2-9-3 0 0,24 13-2 0 0,-23-13-16 0 0,3 0-10 0 0,36 13-30 0 0,-36-13 20 0 0,3-1-7 0 0,3 2-305 0 0,-4-1 90 0 0,1-1 1 0 0,25 3-1 0 0,36 4 575 0 0,-61-7-678 0 0,49 4 532 0 0,-8-3-281 0 0,-42-3-5 0 0,6 0-22 0 0,5-1-245 0 0,65 4 403 0 0,-41 0-244 0 0,-37-4-6 0 0,5 1-37 0 0,53 3-33 0 0,-53-3 141 0 0,-1 0-194 0 0,48 1-15 0 0,-48-1 394 0 0,-3 1-452 0 0,2 1-425 0 0,-4-1 2188 0 0,2 0-3476 0 0,4-2-3315 0 0,8 1-4598 0 0,56-1 5286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6.2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512 1 60 0 0,'0'0'7791'0'0,"-6"20"-6834"0"0,-18 59-55 0 0,23-75-796 0 0,0-1 1 0 0,0 0-1 0 0,0 1 1 0 0,-1-1-1 0 0,1 1 1 0 0,-1-1-1 0 0,-2 4 1 0 0,-87 150 2128 0 0,-36 37 240 0 0,100-156-2118 0 0,-131 178 1150 0 0,119-168-3594 0 0,18-19 1143 0 0,15-21-335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6.5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57 1 112 0 0,'0'0'7757'0'0,"-9"16"-6965"0"0,-28 49-45 0 0,36-63-703 0 0,0-1-1 0 0,0 0 1 0 0,0 0-1 0 0,1 0 1 0 0,-1 1-1 0 0,0-1 1 0 0,1 0-1 0 0,-1 1 1 0 0,1-1-1 0 0,-1 1 1 0 0,1-1-1 0 0,0 0 1 0 0,-1 1-1 0 0,1-1 1 0 0,0 4-1 0 0,-1 4 193 0 0,1-4-30 0 0,0-1 1 0 0,0 1 0 0 0,0 0-1 0 0,1-1 1 0 0,0 1 0 0 0,-1-1-1 0 0,4 8 1 0 0,7 42 352 0 0,-3-31-26 0 0,10 17-43 0 0,-6-21-42 0 0,18 15-38 0 0,-14-19-30 0 0,16 9-34 0 0,-10-13-1 0 0,30 8-10 0 0,-24-12-23 0 0,32 2 7 0 0,-29-6 18 0 0,35 0 6 0 0,-50-3-15 0 0,12-7-23 0 0,155-39 208 0 0,-168 42-434 0 0,-1 0 1 0 0,0 0-1 0 0,19-10 1 0 0,-13 5-35 0 0,48-24-13 0 0,-57 28-67 0 0,17-7-189 0 0,35-21 1 0 0,-58 30-222 0 0,6-3-173 0 0,30-17-191 0 0,-31 17-205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33.8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18 516 0 0,'0'0'11292'0'0,"19"-3"-11078"0"0,61-8-5 0 0,-60 8 2975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34.5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512 275 476 0 0,'0'0'5761'0'0,"8"-11"-5284"0"0,24-33-41 0 0,-25 34 670 0 0,-5-40-500 0 0,-1 40-52 0 0,-4 0-304 0 0,-1-2-166 0 0,-4-27 482 0 0,1 31-360 0 0,-22-24-8 0 0,22 24-6 0 0,-4 3-6 0 0,-31-16-15 0 0,31 16-3 0 0,-3 3-1 0 0,-41-4-1 0 0,41 4 192 0 0,-8 5-184 0 0,-66 7 16 0 0,65-7-4 0 0,11 1-11 0 0,-40 11-4 0 0,40-11 7 0 0,1 3-14 0 0,-32 21-16 0 0,40-27-128 0 0,0 1 0 0 0,0 0 0 0 0,0 0-1 0 0,1 0 1 0 0,-1 0 0 0 0,0 0 0 0 0,1 1 0 0 0,-1-1 0 0 0,1 1 0 0 0,0-1-1 0 0,-2 5 1 0 0,-2 0 25 0 0,-16 21 184 0 0,17-21-187 0 0,1-1 147 0 0,0 4-97 0 0,-12 28-1 0 0,12-28 198 0 0,11 0-224 0 0,19 32-11 0 0,-20-31 56 0 0,8-7-59 0 0,41 13-1 0 0,-41-13 30 0 0,71-4 8 0 0,-68 0-9 0 0,2-6-46 0 0,57-15-7 0 0,-57 15-2 0 0,-11 1-2 0 0,26-17 0 0 0,-25 17-12 0 0,-2-1 2 0 0,21-17 4 0 0,-21 17-7 0 0,-1 0 8 0 0,19-20 6 0 0,-19 20 504 0 0,-1-1-435 0 0,15-18-1 0 0,-15 18 1079 0 0,-19 36-1025 0 0,-41 91-5 0 0,22-50 54 0 0,-12 34 49 0 0,24-48-39 0 0,-25 59-42 0 0,4-19 15 0 0,-24 78 34 0 0,46-122-131 0 0,10-21-68 0 0,7-23-31 0 0,2 0-43 0 0,-5 25 17 0 0,5-24-3 0 0,27-25-310 0 0,85-54 336 0 0,-97 60 18 0 0,0-1 1 0 0,-2 0 0 0 0,1-1-1 0 0,-1-1 1 0 0,13-17 0 0 0,-9 11-10 0 0,7-12 0 0 0,-15 19-3 0 0,0 1 1 0 0,1 1 0 0 0,16-15-1 0 0,60-62-203 0 0,-58 58 76 0 0,-20 22-33 0 0,-1 1-41 0 0,18-18-52 0 0,-18 18-31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34.9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0 106 100 0 0,'0'0'7835'0'0,"11"-12"-7323"0"0,33-34-54 0 0,-33 35 681 0 0,-3 5-825 0 0,25-19-17 0 0,-25 19 5927 0 0,-2 24-5737 0 0,18 51-40 0 0,-18-52-33 0 0,-7-5-41 0 0,-6 37-49 0 0,5-37-36 0 0,0-1-42 0 0,-9 52-998 0 0,2-25 46 0 0,7-29-230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36.6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1 384 0 0,'0'0'15315'0'0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37.3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257 210 208 0 0,'0'0'1636'0'0,"9"-9"-1168"0"0,28-27-25 0 0,-28 27 1196 0 0,-4 2-1221 0 0,15-23 14 0 0,-15 23 2071 0 0,-6-3-2250 0 0,-3-28-10 0 0,3 28 527 0 0,-10 3-611 0 0,-34-24-3 0 0,34 23 294 0 0,-2 7-289 0 0,-41-4-5 0 0,40 3 581 0 0,-5 11-607 0 0,-59 26-2 0 0,76-35-120 0 0,0 0-1 0 0,1 1 1 0 0,-1 0-1 0 0,0-1 1 0 0,1 1-1 0 0,-1 0 1 0 0,1-1-1 0 0,0 1 0 0 0,-1 0 1 0 0,1 0-1 0 0,-1 0 1 0 0,1 1-1 0 0,0-1 1 0 0,0 0-1 0 0,-2 2 1 0 0,-24 37 217 0 0,12-14-128 0 0,11-20-9 0 0,1 5-8 0 0,-8 32-7 0 0,8-32-2 0 0,1 29 45 0 0,2-32 20 0 0,8 3-98 0 0,25 29-2 0 0,-25-29-8 0 0,24 0 17 0 0,-22-8-37 0 0,-1 0 66 0 0,9-4-48 0 0,71-2 79 0 0,-76-5-83 0 0,41-22 1 0 0,-40 22-1 0 0,-9 2-6 0 0,16-20 13 0 0,-15 20 248 0 0,-1-1-141 0 0,16-18 16 0 0,-15 18 1596 0 0,-14 32-1528 0 0,-24 75 28 0 0,19-63-13 0 0,-114 277 1360 0 0,122-299-1545 0 0,-8 30 154 0 0,11-39-190 0 0,-4 18 50 0 0,-2 1 1 0 0,-14 32-1 0 0,16-46-35 0 0,3-7-9 0 0,1 1-1 0 0,0 0 1 0 0,1 0-1 0 0,-1 0 1 0 0,-1 9-1 0 0,-40 120 270 0 0,40-126-205 0 0,3-5-93 0 0,0 1 1 0 0,0-1-1 0 0,-1 0 0 0 0,1 0 1 0 0,-1 0-1 0 0,1 1 1 0 0,-2 2-1 0 0,1-3-1 0 0,0 0-1 0 0,0 0 1 0 0,0 0-1 0 0,1 1 1 0 0,-1-1 0 0 0,1 0-1 0 0,0 4 1 0 0,21-25-25 0 0,63-52-15 0 0,-54 41-12 0 0,36-53-123 0 0,-64 79 162 0 0,0 1 1 0 0,0-1-1 0 0,0 0 0 0 0,1 0 1 0 0,-1 1-1 0 0,1-1 1 0 0,-1 1-1 0 0,5-3 0 0 0,21-18-268 0 0,-21 15 215 0 0,25-22-349 0 0,-5 7 123 0 0,-20 17-31 0 0,0-1-33 0 0,23-20-46 0 0,-23 21-65 0 0,0 1-728 0 0,17-14 433 0 0,-18 14-114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37.8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0 119 404 0 0,'0'0'3905'0'0,"7"-17"-3387"0"0,1-3-339 0 0,-2 8 48 0 0,-1-1 0 0 0,0 0 0 0 0,3-15 555 0 0,3 25-224 0 0,36-7-9 0 0,-35 7 2243 0 0,4 3-2440 0 0,50 0-28 0 0,-50 0 1469 0 0,-13 14-1529 0 0,8 43-22 0 0,-8-43 168 0 0,-10-2-230 0 0,-20 40-4 0 0,14-33-20 0 0,6-10-110 0 0,3-5-16 0 0,0 0 0 0 0,1 0 0 0 0,-2 0 0 0 0,1 0 0 0 0,0-1 0 0 0,-7 5 0 0 0,-35 25 198 0 0,16-12-126 0 0,22-16-12 0 0,1 0 1 0 0,-25 16 12 0 0,24-16 3574 0 0,36-3-3429 0 0,81 7-18 0 0,-81-7-18 0 0,-14 0-26 0 0,41 7-30 0 0,-41-6-24 0 0,-1-1-46 0 0,40 8-61 0 0,-40-7-107 0 0,1 0-468 0 0,45 8 85 0 0,-45-8-133 0 0,-4 0-10593 0 0,38 10 7142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39.5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0 138 8 0 0,'0'0'7351'0'0,"21"2"-6843"0"0,65 4 13 0 0,-65-4 2397 0 0,-1-3-2469 0 0,60-3-10 0 0,-60 3 825 0 0,2-1-857 0 0,5 0-279 0 0,3 0 174 0 0,35-7 0 0 0,-53 6-177 0 0,-4 1 41 0 0,1 1 0 0 0,-1-1 0 0 0,1 2 0 0 0,14-1 0 0 0,73-4 384 0 0,-87 6-480 0 0,0-1-1 0 0,0-1 1 0 0,0 0-1 0 0,10-2 1 0 0,-3 0 98 0 0,0 1 0 0 0,29-1 0 0 0,53 0 318 0 0,-42 3-364 0 0,-41 0 117 0 0,3 0-120 0 0,93 0 400 0 0,-37 0-361 0 0,-55 0 169 0 0,2 0-147 0 0,86 0 170 0 0,12-6 144 0 0,-57 5-342 0 0,-47 0-21 0 0,5 0-5 0 0,96-4 105 0 0,-58 4-133 0 0,-43 1-19 0 0,7-1-9 0 0,64-3-8 0 0,-64 3 3 0 0,-5 1-14 0 0,3 0-37 0 0,-2 1 10 0 0,-1-1 0 0 0,26-4 0 0 0,8-1 27 0 0,-38 3-1 0 0,6 2-7 0 0,58-1-1 0 0,-58 0-4 0 0,0 1 0 0 0,4 0-30 0 0,63-5 32 0 0,-1-2 20 0 0,-26 3-18 0 0,-45 3-12 0 0,6 0-8 0 0,80-4 26 0 0,34 3 11 0 0,-31-1-8 0 0,-33 3-45 0 0,-53 0 4 0 0,-1-1-4 0 0,79-3 51 0 0,-27 0-16 0 0,-51 3 15 0 0,0 0-6 0 0,52-4-10 0 0,-52 3 3 0 0,0 1-2 0 0,82-6 24 0 0,-12 3-7 0 0,6 1 1 0 0,-33 1-31 0 0,-45 2 3 0 0,3 0 30 0 0,73 0 3 0 0,-77-1-52 0 0,0 1 0 0 0,27 3 0 0 0,26 4 43 0 0,-17-3-23 0 0,-38-4-11 0 0,3 2-6 0 0,43 4 7 0 0,-44-4 10 0 0,4 0 23 0 0,80 9 0 0 0,-13-2-21 0 0,16-1 23 0 0,-38-4-37 0 0,-48-3 32 0 0,1-1-22 0 0,80 2 52 0 0,-34 1-66 0 0,-46-3 30 0 0,1 2-14 0 0,83 9 22 0 0,-48-4-29 0 0,-40-6-7 0 0,2 1-3 0 0,73 5 33 0 0,16 1 16 0 0,-8-1-26 0 0,-17-1 64 0 0,20 0 96 0 0,-36-4-149 0 0,-46-1 35 0 0,-1 0-39 0 0,45 3-5 0 0,-46-3 51 0 0,3-1-55 0 0,83 2 83 0 0,-4 2-80 0 0,-29-3-36 0 0,-50-1 9 0 0,0 1-5 0 0,51 0-5 0 0,-51-1-2 0 0,-1 2 4 0 0,45 4 4 0 0,-46-4 21 0 0,0-2-45 0 0,3 1-296 0 0,-3-1 2224 0 0,-3 1-3843 0 0,1-1-3593 0 0,4 0-4977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54.8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133 99 448 0 0,'0'0'11777'0'0,"-14"19"-11463"0"0,-43 59-18 0 0,55-75-269 0 0,0-1 0 0 0,0 0 0 0 0,1 0-1 0 0,-1 1 1 0 0,1-1 0 0 0,-1 1 0 0 0,1-1 0 0 0,0 1-1 0 0,-1 3 1 0 0,-11 43 449 0 0,3 4-80 0 0,7-41-339 0 0,-4 36 223 0 0,4-12-126 0 0,2-27-31 0 0,0 2-7 0 0,-5 34-4 0 0,5-34 78 0 0,1-2-110 0 0,0 10-174 0 0,2-12 326 0 0,3-20 1160 0 0,25-112-1363 0 0,8-10 39 0 0,-20 79-46 0 0,2 9-17 0 0,5-10 23 0 0,-13 25-6 0 0,-9 24-26 0 0,2 2 5 0 0,15-21-7 0 0,-15 20 22 0 0,6 5 6 0 0,33-9-24 0 0,-33 9-18 0 0,5 1-6 0 0,48-1 25 0 0,-48 1 24 0 0,5 3-25 0 0,63 9-2 0 0,-63-9 12 0 0,-6 0-1407 0 0,3-1 1091 0 0,8 1 125 0 0,3 1-9199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55.3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92 452 0 0,'0'0'3568'0'0,"8"-9"-3033"0"0,27-26-45 0 0,-27 26 1052 0 0,3 5-1210 0 0,31-12-9 0 0,-31 13 864 0 0,2 0-925 0 0,40-7-12 0 0,-40 7 953 0 0,4 3-1057 0 0,50 2-12 0 0,-51-2 434 0 0,-5 7-490 0 0,33 23 6 0 0,-33-23 176 0 0,-11 3-184 0 0,0 28 2 0 0,0-28 73 0 0,-9 2-84 0 0,-28 35 2 0 0,35-43-57 0 0,-1 0-1 0 0,1-1 1 0 0,-1 1 0 0 0,0-1-1 0 0,0 0 1 0 0,0 0-1 0 0,-1 0 1 0 0,-4 4 0 0 0,0-2 8 0 0,-13 14 58 0 0,-1-2-43 0 0,2-4 21 0 0,-27 18 36 0 0,17-9-47 0 0,23-17 5 0 0,-1 1 14 0 0,-23 17 2 0 0,23-17 276 0 0,0-1-255 0 0,-21 14-10 0 0,21-14 3307 0 0,47-10-3206 0 0,118-11-20 0 0,-118 12 248 0 0,-24 6-304 0 0,48 5 2 0 0,-47-5 66 0 0,-4 0-140 0 0,38 7-70 0 0,-38-6-140 0 0,1 0-2541 0 0,37 10 1248 0 0,-38-10-995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4.8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 43 860 0 0,'0'0'6557'0'0,"21"-7"-5859"0"0,63-21-26 0 0,-63 21 1689 0 0,0 9-1864 0 0,63 9-50 0 0,-63-9 692 0 0,-11 6-819 0 0,31 24-32 0 0,-31-24-18 0 0,-7 0-18 0 0,9 23-9 0 0,-9-24-19 0 0,-8 4 4 0 0,-12 33-9 0 0,17-42-199 0 0,-1-1-1 0 0,0 1 0 0 0,0 0 0 0 0,0 0 0 0 0,0-1 1 0 0,0 1-1 0 0,0 0 0 0 0,0-1 0 0 0,-3 3 0 0 0,-4 8 40 0 0,4-7-20 0 0,0 0 0 0 0,0 0-1 0 0,0 0 1 0 0,-1 0-1 0 0,1-1 1 0 0,-11 8 0 0 0,2-1 21 0 0,3-1 0 0 0,0-1 0 0 0,-1-1 0 0 0,-1 0 0 0 0,1 0-1 0 0,-15 6 1 0 0,12-6-19 0 0,-40 19 152 0 0,21-13-102 0 0,25-10 91 0 0,-2-1-97 0 0,-28 12-13 0 0,28-12 2562 0 0,56-6-2352 0 0,139-10-28 0 0,-138 10-25 0 0,-35 3-121 0 0,0 0 0 0 0,23 5 0 0 0,-16-2-50 0 0,-4-2 105 0 0,-2 3-36 0 0,37 8-72 0 0,-38-8-104 0 0,-2-1-95 0 0,30 8-110 0 0,-30-8-95 0 0,0 1-2064 0 0,31 13 1411 0 0,-30-13-429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5.3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419 0 968 0 0,'0'0'8642'0'0,"-5"23"-8151"0"0,-12 69-20 0 0,10-61-9 0 0,-12 15 462 0 0,9-17-473 0 0,8-21-3 0 0,-4 2-9 0 0,-2 2-302 0 0,-21 33 516 0 0,12-22-286 0 0,13-17-37 0 0,-1 0-19 0 0,-15 20-27 0 0,15-20 1266 0 0,-8-23-1455 0 0,-38-52 34 0 0,38 51 1712 0 0,-2 32-1734 0 0,-44 38-15 0 0,31-26-14 0 0,23-18-67 0 0,1 0-2 0 0,0-2-37 0 0,-1 1-336 0 0,-15 24-27 0 0,15-23-140 0 0,-2-3-2107 0 0,-21 17 1220 0 0,21-17-1177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5.7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431 167 292 0 0,'0'0'8012'0'0,"-20"14"-7101"0"0,-63 38-56 0 0,55-33-52 0 0,21-11-544 0 0,3-4-59 0 0,-1 0 0 0 0,1 0 0 0 0,-1 0 0 0 0,0-1 0 0 0,-8 5 0 0 0,-31 21 991 0 0,14-11-668 0 0,22-14-58 0 0,-2 0-51 0 0,-31 11-62 0 0,30-11 999 0 0,-7-14-1252 0 0,-54-31-5 0 0,56 31-54 0 0,13 2-5 0 0,0-26 23 0 0,2 26-15 0 0,7-7 6 0 0,15-45-13 0 0,-20 57-34 0 0,-1 1 1 0 0,1 0 0 0 0,0 0 0 0 0,0-1 0 0 0,0 1 0 0 0,0 0 0 0 0,1 0 0 0 0,-1 0 0 0 0,2-2 0 0 0,26-32 18 0 0,-13 20 5 0 0,-6 7-20 0 0,-5 4-2 0 0,1 0-1 0 0,0 0 1 0 0,0 1-1 0 0,0 0 0 0 0,8-4 1 0 0,20-13 18 0 0,-16 13-10 0 0,21-5-11 0 0,-16 8-3 0 0,34-4-40 0 0,-43 6-61 0 0,6 9-4414 0 0,56 16 3319 0 0,-56-17-926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6.1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1274 26 748 0 0,'0'0'809'0'0,"-23"-3"-10"0"0,-71-7 15 0 0,70 8 10 0 0,7 5-16 0 0,-53 13-31 0 0,37-6-39 0 0,24-6-605 0 0,-90 42 1098 0 0,82-34-589 0 0,-119 100 1580 0 0,122-97-1774 0 0,7-7-313 0 0,4-5-73 0 0,0 0 1 0 0,1 0-1 0 0,0 0 1 0 0,0 0-1 0 0,0 0 1 0 0,0 1-1 0 0,0-1 1 0 0,0 0 0 0 0,-1 7-1 0 0,-8 18 265 0 0,8-21 1025 0 0,10 4-1198 0 0,21 32-8 0 0,-21-32 669 0 0,2-34-795 0 0,25-69-28 0 0,-25 69-18 0 0,-14 10-22 0 0,1-4 25 0 0,-16-42-120 0 0,17 50 110 0 0,-14-29-142 0 0,3 10 76 0 0,11 21 10 0 0,-4 1-6 0 0,-17-18-5 0 0,18 18 5 0 0,-4 1-296 0 0,-30-14 306 0 0,31 14 410 0 0,-5 20-98 0 0,-38 47 29 0 0,50-61-229 0 0,1 1-1 0 0,-1-1 0 0 0,1 1 1 0 0,-1 0-1 0 0,1 0 0 0 0,0-1 1 0 0,-1 1-1 0 0,1 0 1 0 0,0 0-1 0 0,-1 4 0 0 0,-13 42 595 0 0,0 1 114 0 0,13-39-602 0 0,1-6-60 0 0,0 0 0 0 0,0 1 0 0 0,0-1 0 0 0,-1 0 0 0 0,0 0 0 0 0,1 0-1 0 0,-2 0 1 0 0,-2 4 0 0 0,-23 41 676 0 0,24-40-635 0 0,2-6-45 0 0,0 1-1 0 0,0 0 0 0 0,-1-1 0 0 0,1 1 0 0 0,-1-1 0 0 0,0 0 0 0 0,-5 5 0 0 0,2 0 25 0 0,4-4-50 0 0,0-1 0 0 0,0 0-1 0 0,-1-1 1 0 0,0 1 0 0 0,1 0-1 0 0,-1-1 1 0 0,0 1-1 0 0,0-1 1 0 0,-6 3 0 0 0,-36 25 317 0 0,14-9-292 0 0,23-16-108 0 0,-4-1-122 0 0,-34 13-106 0 0,34-13-132 0 0,-7-5-832 0 0,-58-1 401 0 0,58 1-145 0 0,4-7-118 0 0,-41-24-249 0 0,34 18-984 0 0,-8-12-1491 0 0,22 20 293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6.4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183 1 1080 0 0,'0'0'11953'0'0,"-9"19"-12722"0"0,-39 79-451 0 0,35-92 462 0 0,-36 20-36 0 0,45-24 620 0 0,1 0 0 0 0,0 0 0 0 0,-1 0 0 0 0,1-1 0 0 0,-1 1 0 0 0,0-1 1 0 0,1 0-1 0 0,-1 0 0 0 0,0 0 0 0 0,-5 0 0 0 0,-1 0-452 0 0,1 1-2007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6.8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286 156 1028 0 0,'0'0'287'0'0,"-12"-8"129"0"0,-35-24 55 0 0,36 24 445 0 0,8 0-457 0 0,-9-23 14 0 0,9 24 2900 0 0,15-3-2852 0 0,33-31-46 0 0,-33 30 6992 0 0,-29 30-7172 0 0,-48 57-37 0 0,44-50-19 0 0,14-18-160 0 0,-16 28 277 0 0,6-5-184 0 0,13-23-45 0 0,0 2-118 0 0,-1 2-42 0 0,1-4-64 0 0,1 0 0 0 0,0 0 1 0 0,-3 14-1 0 0,-1 5-379 0 0,5-20-224 0 0,-3 1-252 0 0,-13 25-386 0 0,13-24-1181 0 0,-3-1-1650 0 0,-35 35 318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7.1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58 212 0 0,'0'0'7010'0'0,"28"-10"-6167"0"0,83-28-66 0 0,-83 28 1710 0 0,-5 16-2006 0 0,71 14-35 0 0,-71-15-39 0 0,-15 3-27 0 0,22 24-46 0 0,-29-31-312 0 0,0 0-1 0 0,-1 0 1 0 0,1 0 0 0 0,0 0-1 0 0,0 0 1 0 0,-1 0-1 0 0,1 0 1 0 0,0 0-1 0 0,-1 0 1 0 0,1 0 0 0 0,-1 0-1 0 0,1 0 1 0 0,0 2-1 0 0,2 6 71 0 0,-1-4-22 0 0,0 1-1 0 0,0-1 0 0 0,-1 0 0 0 0,1 0 0 0 0,-1 9 1 0 0,8 38 373 0 0,-7-39-381 0 0,1 39 219 0 0,-3-10-151 0 0,0-31-90 0 0,-3 1-104 0 0,-6 38-147 0 0,2-31-165 0 0,-7 8-208 0 0,11-20-207 0 0,-2 0-348 0 0,-13 23-1083 0 0,13-23-1471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7.4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284 1 32 0 0,'0'0'16701'0'0,"-15"17"-16244"0"0,-44 52-62 0 0,57-67-364 0 0,0 0 0 0 0,0-1 1 0 0,0 2-1 0 0,0-1 0 0 0,1 0 1 0 0,-1 0-1 0 0,1 0 0 0 0,0 1 0 0 0,0-1 1 0 0,-2 5-1 0 0,-18 54 512 0 0,17-50-481 0 0,-15 32 76 0 0,-13 15-415 0 0,26-49 189 0 0,-15 29-472 0 0,18-28 418 0 0,2-6 53 0 0,0-1 1 0 0,0 1-1 0 0,-1-1 1 0 0,0 1 0 0 0,1-1-1 0 0,-1 0 1 0 0,0 0-1 0 0,-1 1 1 0 0,-3 3-1 0 0,1 1-298 0 0,-4 5 225 0 0,-8 4-5857 0 0,-9 4 2176 0 0,20-15 294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7.8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530 182 528 0 0,'0'0'13901'0'0,"-23"14"-13334"0"0,-68 41-44 0 0,38-25 209 0 0,42-25-600 0 0,3-1 249 0 0,-5 1-32 0 0,-38 14-8 0 0,38-14-55 0 0,0-4-61 0 0,-41 4-56 0 0,40-4 15 0 0,-5-7-285 0 0,-56-21-6 0 0,56 20-22 0 0,12-1-2 0 0,-20-27 14 0 0,26 34 107 0 0,1 0 1 0 0,-1 0-1 0 0,0 1 1 0 0,0-1-1 0 0,1 0 1 0 0,-1 0-1 0 0,1 0 1 0 0,-1 0-1 0 0,1 0 1 0 0,-1 0-1 0 0,1-1 1 0 0,0 1-1 0 0,-1-2 1 0 0,-1-4-39 0 0,1 4 16 0 0,0 0-1 0 0,0 0 0 0 0,0-1 0 0 0,1 1 0 0 0,-1 0 0 0 0,1-6 0 0 0,0 3-1 0 0,0-1 1 0 0,1 1-1 0 0,0 0 1 0 0,0-1 0 0 0,2-5-1 0 0,0-2 0 0 0,-1 3-62 0 0,3 2 7 0 0,16-28 3 0 0,-15 27-1 0 0,-1 4 14 0 0,16-20 19 0 0,-15 20 18 0 0,2 1 8 0 0,26-14 6 0 0,-25 14 272 0 0,-6 26-328 0 0,10 64-65 0 0,-10-64-118 0 0,-14-12-147 0 0,-1 3 234 0 0,3-3-189 0 0,-1 0-1 0 0,-19 13 0 0 0,-1 0-457 0 0,22-17-108 0 0,-2-1-87 0 0,-30 13-203 0 0,30-13-785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8.1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365 136 156 0 0,'0'0'552'0'0,"-2"-13"41"0"0,-6-41 38 0 0,6 41 4395 0 0,3 9-4877 0 0,-1 0 0 0 0,1 0 0 0 0,-1 0 0 0 0,1 0 0 0 0,-1 0 1 0 0,0 0-1 0 0,-1-4 0 0 0,0-3 78 0 0,2 2 7112 0 0,-19 26-7141 0 0,-53 49-31 0 0,53-49 449 0 0,13-32-539 0 0,-15-47 45 0 0,15 47 2391 0 0,-7 27-2435 0 0,-1 0 0 0 0,-18 12 0 0 0,13-10-36 0 0,3-1 82 0 0,10-5-15 0 0,-15 24-16 0 0,15-24-13 0 0,1-2-17 0 0,-12 21-43 0 0,12-20-86 0 0,0 0-403 0 0,-15 20 100 0 0,15-21-84 0 0,0-5-899 0 0,1 0 1211 0 0,0 0 0 0 0,1 0 0 0 0,-1 1 0 0 0,0-1 0 0 0,0 1 0 0 0,0-1 0 0 0,1 1 0 0 0,-4 3 0 0 0,-2 1-175 0 0,1-2-766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8.5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156 582 588 0 0,'0'0'12354'0'0,"12"-20"-11585"0"0,51-87 662 0 0,-34 55-172 0 0,-21 39-1071 0 0,-3 4 28 0 0,0 0 1 0 0,-1 0-1 0 0,6-19 0 0 0,-6 15-60 0 0,16-37 543 0 0,-13 39-579 0 0,-4 5-27 0 0,0 0 0 0 0,0 0 0 0 0,0 0-1 0 0,-1 0 1 0 0,3-13 0 0 0,-3 10 7 0 0,-2 5-52 0 0,1 0 0 0 0,0 0 0 0 0,0 0 0 0 0,0 0 0 0 0,0 1 0 0 0,1-1 0 0 0,-1 0 0 0 0,1 1 0 0 0,3-5 0 0 0,-1-2 36 0 0,18-26 276 0 0,-4 9-187 0 0,-13 20-50 0 0,0 0-16 0 0,15-20-27 0 0,-15 21-31 0 0,3 0-62 0 0,26-17-25 0 0,-25 17-40 0 0,7 5-345 0 0,50-3 171 0 0,-50 3-71 0 0,4 7-2170 0 0,58 17 1752 0 0,-59-17-114 0 0,-19 3-1468 0 0,-1 27-96 0 0,0-27-1585 0 0</inkml:trace>
  <inkml:trace contextRef="#ctx0" brushRef="#br0" timeOffset="1">126 382 784 0 0,'0'0'12536'0'0,"-13"12"-12620"0"0,-2 0-39 0 0,-9 8 19 0 0,-1 4-2939 0 0,17-20 1166 0 0,-24 14-1186 0 0,23-14 233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8.8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587 1 636 0 0,'0'0'12242'0'0,"-9"20"-12580"0"0,-27 59-121 0 0,28-59-185 0 0,0-15-153 0 0,-20 14-235 0 0,21-14-768 0 0</inkml:trace>
  <inkml:trace contextRef="#ctx0" brushRef="#br0" timeOffset="1">295 156 832 0 0,'0'0'5169'0'0,"-15"-6"-4433"0"0,-45-21-42 0 0,45 20 4011 0 0,29-7-4377 0 0,41-41-29 0 0,-41 41 2733 0 0,-29 34-2806 0 0,-48 58-8 0 0,0-5 474 0 0,47-56-575 0 0,-5 7 94 0 0,18-20-186 0 0,0-1-1 0 0,0 1 1 0 0,0 0 0 0 0,1 0 0 0 0,0 0-1 0 0,0 0 1 0 0,-3 8 0 0 0,-24 48 198 0 0,23-51-195 0 0,3-3-25 0 0,0-1 0 0 0,0 1 0 0 0,0 0 0 0 0,1 0 0 0 0,-2 7 0 0 0,0-3-48 0 0,-9 30-413 0 0,10-30 300 0 0,-5 32-976 0 0,3-10 94 0 0,4-24-377 0 0,4 3-1106 0 0,7 35-1621 0 0,-8-34 317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49.7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324 1 268 0 0,'0'0'10929'0'0,"-11"23"-10548"0"0,-35 72-72 0 0,28-61-134 0 0,-19 16-1115 0 0,-50 51 0 0 0,5-18-4092 0 0,39-41 2134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1.3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66 0 8 0 0,'0'0'11433'0'0,"-5"22"-10994"0"0,-15 63-116 0 0,15-63-100 0 0,3-13-370 0 0,-6 28-212 0 0,6-28-228 0 0,-2-1-1207 0 0,-12 23-2 0 0,12-24-1135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5:51.7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686 275 888 0 0,'0'0'3578'0'0,"-14"9"-2429"0"0,-40 26-34 0 0,41-26-45 0 0,3-3-75 0 0,-30 17-98 0 0,30-17-84 0 0,0-1-72 0 0,-28 16-65 0 0,28-16 469 0 0,-3-2-672 0 0,-39 8-39 0 0,38-8 497 0 0,-6-9-740 0 0,-59-20-34 0 0,76 25-145 0 0,1 1 1 0 0,-1-1 0 0 0,1 0-1 0 0,0 1 1 0 0,-1-1 0 0 0,1-1-1 0 0,0 1 1 0 0,0 0 0 0 0,-4-3-1 0 0,-3-1 23 0 0,6 3-20 0 0,0 0 0 0 0,0 0 0 0 0,0 0 0 0 0,0-1 1 0 0,0 1-1 0 0,1-1 0 0 0,-1 0 0 0 0,1 1 0 0 0,-1-1 1 0 0,-1-4-1 0 0,-4-2 14 0 0,4 4-4 0 0,-1 0-1 0 0,1 0 1 0 0,0-1-1 0 0,-4-9 1 0 0,-11-16 37 0 0,12 15-12 0 0,-6-35 34 0 0,5 17-62 0 0,6 26 6 0 0,5-45 18 0 0,-2 43 2 0 0,4 1-13 0 0,17-26 10 0 0,-17 27 80 0 0,3 3-32 0 0,21-16-1 0 0,-21 16 1165 0 0,-5 28-1099 0 0,12 71-40 0 0,-12-71 7 0 0,-9-11-21 0 0,-20 34-49 0 0,20-35-67 0 0,2-2-98 0 0,-12 27-105 0 0,12-27-127 0 0,-2-2-138 0 0,-18 18-194 0 0,18-18-244 0 0,-6-3-412 0 0,-36 14-1301 0 0,21-12-1745 0 0,-48 4 332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29.9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282 1 192 0 0,'0'0'15277'0'0,"-6"21"-15181"0"0,-21 63 2 0 0,20-63 162 0 0,4-12-152 0 0,-7 26-22 0 0,8-27 42 0 0,-2 1-47 0 0,-10 24-8 0 0,11-25 82 0 0,0 1-75 0 0,-9 25-1 0 0,10-25 73 0 0,-2 0-79 0 0,-17 44 203 0 0,6-13-203 0 0,12-31-6 0 0,0-2 1 0 0,-7 20 0 0 0,8-20-2 0 0,-1 2-22 0 0,-11 45 70 0 0,3-7 12 0 0,-2 1 9 0 0,1 2 4 0 0,1 2-11 0 0,-2 0 4 0 0,2 2 19 0 0,-1-7-108 0 0,10-36 8 0 0,0-2-8 0 0,-4 27 3 0 0,5-27 12 0 0,-1-1 5 0 0,-5 24-5 0 0,5-24 221 0 0,1 0-243 0 0,-1 1-377 0 0,-2 6 544 0 0,3-8-4563 0 0,1 2-4071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31.2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410 229 256 0 0,'0'0'14989'0'0,"10"-11"-14971"0"0,4-2-16 0 0,-7 7-3 0 0,0-1 0 0 0,0 0 0 0 0,-1 0 0 0 0,0-1 0 0 0,5-8 0 0 0,6-8-19 0 0,-13 18-12 0 0,3-1 5 0 0,18-21 0 0 0,-18 21 8 0 0,-2-1-8 0 0,15-21 0 0 0,-15 21 1 0 0,1 2-13 0 0,18-18 33 0 0,-18 18 2535 0 0,-24 26-2453 0 0,-53 61 18 0 0,53-61-8 0 0,12-14-32 0 0,-21 20-9 0 0,20-20 12 0 0,-1 0 1 0 0,-22 17-20 0 0,23-17 14 0 0,-1 1 9 0 0,-21 19-34 0 0,21-19 5 0 0,1-3-7 0 0,-21 13 1 0 0,20-13 0 0 0,1 2 1 0 0,-23 17-9 0 0,23-17 26 0 0,-2-1-31 0 0,-27 18-10 0 0,-5 1-22 0 0,31-19 21 0 0,1-1 3 0 0,-1 1-25 0 0,-31 12-8 0 0,30-12 26 0 0,2 0 3 0 0,-30 14 43 0 0,30-14-51 0 0,-1-2-91 0 0,-27 11 78 0 0,28-10 535 0 0,23 8-512 0 0,43 37-3 0 0,-42-37 90 0 0,-6-7-73 0 0,28 15-8 0 0,-28-14 7 0 0,-2-2-4 0 0,23 14-13 0 0,-22-14 8 0 0,-2 3 11 0 0,18 18-6 0 0,-18-18 54 0 0,-3 0-38 0 0,7 23-3 0 0,-8-23 4 0 0,-1 4-3 0 0,5 49 62 0 0,-3-50-82 0 0,-2-5 5 0 0,0 0 0 0 0,-1 0 1 0 0,1 1-1 0 0,-1-1 0 0 0,0 8 0 0 0,1 43 60 0 0,3 8 178 0 0,-1-33-204 0 0,-3-24 72 0 0,2 2-75 0 0,5 26 5 0 0,-5-27 195 0 0,2-1-172 0 0,10 21 3 0 0,-11-21 2625 0 0,2 0-3964 0 0,12 22 512 0 0,-13-22-264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04:32.5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1 324 0 0,'0'0'12930'0'0,"13"12"-12843"0"0,38 37-5 0 0,-38-37 362 0 0,-4-8-388 0 0,28 14-8 0 0,-27-13 209 0 0,-3 0-229 0 0,21 15-3 0 0,-21-15 49 0 0,1 2-64 0 0,-1 0-55 0 0,-5-4-102 0 0,1 0 0 0 0,-1 0 0 0 0,1-1 0 0 0,0 1 1 0 0,0-1-1 0 0,0 0 0 0 0,0 0 0 0 0,5 3 0 0 0,-3 1-468 0 0,13 20-149 0 0,-13-20-263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7:03.5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0 380 0 0,'0'0'16392'0'0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05.2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56 100 0 0,'0'0'1838'0'0,"6"2"-1482"0"0,37 10 1100 0 0,-41-11-1094 0 0,3-1-8 0 0,34 2 687 0 0,-36-2-705 0 0,2 1-7 0 0,13 1-2 0 0,-13-1 11 0 0,0-1 2 0 0,66 2 1355 0 0,-24 0-529 0 0,67-6 0 0 0,31-5 186 0 0,-5 3-407 0 0,-67 5-573 0 0,305-7 998 0 0,-88 8-845 0 0,8 4-250 0 0,-208-1-179 0 0,107 11 93 0 0,-1-1 7 0 0,-112-7-80 0 0,22 1 77 0 0,-15-4-3 0 0,41-2 133 0 0,-72 0-194 0 0,-49 0-101 0 0,0 0 0 0 0,0-1 0 0 0,17-2 1 0 0,34-2 95 0 0,-58 3-113 0 0,1 0 1 0 0,0 1-1 0 0,-1-1 0 0 0,1 1 0 0 0,9 1 0 0 0,5 0 18 0 0,-16-1-23 0 0,2 0 10 0 0,15-1 4 0 0,-16 0 1 0 0,0 1 38 0 0,37 0 86 0 0,-36 0-82 0 0,-2-1 9 0 0,5-1-214 0 0,-16 1 1364 0 0,-105-4-1145 0 0,-77-9 2 0 0,54 12 34 0 0,-7 0 3 0 0,-54-5-170 0 0,151 4 52 0 0,-144-15-17 0 0,171 17 17 0 0,-33-4 2 0 0,39 3-1 0 0,-23-4-23 0 0,-71 0 1 0 0,98 6 15 0 0,-27-4 9 0 0,31 5 8 0 0,1-1 41 0 0,0-1-24 0 0,-14 0-12 0 0,14 1-6 0 0,0-1-16 0 0,-272-4-23 0 0,208 5 22 0 0,4 2 15 0 0,-7 4-22 0 0,-45 1 24 0 0,30-7 0 0 0,39 2-19 0 0,-13-2 4 0 0,-48-3 25 0 0,27 2 72 0 0,-73-2 455 0 0,150 2-525 0 0,-16 5-4570 0 0,17-4 3795 0 0,-2-1-2183 0 0,2 0 2599 0 0,0 0-460 0 0,-1 0-1 0 0,1 0 0 0 0,-1-1 0 0 0,1 1 1 0 0,0-1-1 0 0,-6-3 0 0 0,-3-5-2619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05.6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70 404 0 0,'0'0'4333'0'0,"9"-9"-3523"0"0,31-27-30 0 0,-30 27 1352 0 0,3 6-1488 0 0,38-7-38 0 0,-38 7 2147 0 0,8 11-2387 0 0,63 21-11 0 0,-63-21-22 0 0,-15 1-40 0 0,1 1-200 0 0,-4-6-42 0 0,0 0 0 0 0,0 1 0 0 0,0-1-1 0 0,-1 0 1 0 0,1 1 0 0 0,-1 0 0 0 0,0 0 0 0 0,1 5-1 0 0,1-1 35 0 0,-2-6-46 0 0,0 0 0 0 0,-1 1 1 0 0,0-1-1 0 0,0 1 1 0 0,0-1-1 0 0,0 1 1 0 0,0-1-1 0 0,0 1 1 0 0,-1 4-1 0 0,4 24 149 0 0,-2-24-38 0 0,-2 4-86 0 0,2 1-65 0 0,-1-7-17 0 0,0 1 0 0 0,0-1 0 0 0,-1 0-1 0 0,0 1 1 0 0,0-1 0 0 0,-2 8-1 0 0,-14 94-3173 0 0,16-99 1486 0 0,-1-3 681 0 0,-1-1-2684 0 0,-4 3 626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05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233 0 228 0 0,'0'0'10523'0'0,"-12"16"-10198"0"0,-37 49-39 0 0,17-15 133 0 0,28-42-456 0 0,0-1 0 0 0,-1-1 0 0 0,0 1 0 0 0,0-1 0 0 0,-8 8 0 0 0,7-8-314 0 0,-1 0-1 0 0,0-1 1 0 0,0 0 0 0 0,0-1-1 0 0,0 0 1 0 0,-10 5 0 0 0,11-7-390 0 0,1 0-1 0 0,-1 0 1 0 0,0-1 0 0 0,1 1 0 0 0,-9 0 0 0 0,10-2-1876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06.0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48 216 0 0,'0'0'5331'0'0,"17"-8"-4671"0"0,53-24-35 0 0,-53 24 518 0 0,5 10-647 0 0,65 3-51 0 0,-65-4 649 0 0,-6 5-800 0 0,48 17-30 0 0,-48-18 102 0 0,-14 4-276 0 0,10 24-59 0 0,-9-25-76 0 0,-7 1-75 0 0,-1 4-130 0 0,-1 0 1 0 0,0 0 0 0 0,-1-1 0 0 0,-1 0-1 0 0,-15 19 1 0 0,13-19-208 0 0,6-7-355 0 0,0 0 0 0 0,0-1 0 0 0,-1 1-1 0 0,1-1 1 0 0,-10 7 0 0 0,2-6-1476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06.3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250 1 448 0 0,'0'0'11594'0'0,"-16"12"-11277"0"0,-49 40-36 0 0,59-48-230 0 0,2 0 1 0 0,-1 1 0 0 0,0 0-1 0 0,1 0 1 0 0,0 0 0 0 0,0 1-1 0 0,0-1 1 0 0,1 1 0 0 0,0 0-1 0 0,-3 8 1 0 0,-4 7-19 0 0,8-17-93 0 0,-9 17-483 0 0,-17 25 0 0 0,24-41-148 0 0,0 0 1 0 0,-1 1-1 0 0,0-2 0 0 0,1 1 0 0 0,-8 5 1 0 0,5-7-2321 0 0,-22 6 231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06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1294 359 660 0 0,'-13'-8'2210'0'0,"-16"0"815"0"0,26 7-1635 0 0,-2 3-738 0 0,-15 6 816 0 0,-35 21 0 0 0,38-19-1018 0 0,0-1 0 0 0,0-1-1 0 0,-1 0 1 0 0,-29 8-1 0 0,26-12-226 0 0,1-2-1 0 0,-1 1 0 0 0,0-2 1 0 0,0-1-1 0 0,0-1 0 0 0,-37-6 0 0 0,44 5-145 0 0,0-1-1 0 0,1-1 1 0 0,-1 0-1 0 0,1-1 0 0 0,0 0 1 0 0,0-1-1 0 0,0-1 0 0 0,1 0 1 0 0,0 0-1 0 0,-16-14 0 0 0,24 17 5 0 0,-4-6-4 0 0,-23-32-13 0 0,20 23-13 0 0,0-15-1 0 0,8 26-9 0 0,5-7-17 0 0,0-3-17 0 0,-1 9-1 0 0,0 0 1 0 0,0 0-1 0 0,1 0 0 0 0,0 0 0 0 0,4-11 0 0 0,9-19 4 0 0,4 3-3 0 0,-15 29-9 0 0,4 0 12 0 0,20-22 17 0 0,-21 22-18 0 0,2 4-3 0 0,25-13 47 0 0,-26 12 510 0 0,5 18-482 0 0,37 41-4 0 0,-38-41 13 0 0,-12-4 32 0 0,-2 31-40 0 0,-2-22-19 0 0,-4 1-71 0 0,-2 0 0 0 0,-1-1 0 0 0,0 0 0 0 0,-21 25 0 0 0,13-24-816 0 0,-37 31 0 0 0,55-50 690 0 0,0 0 0 0 0,-1 0-1 0 0,1 0 1 0 0,0 0 0 0 0,-1 0-1 0 0,0-1 1 0 0,1 1-1 0 0,-1-1 1 0 0,1 1 0 0 0,-1-1-1 0 0,0 1 1 0 0,-1-1 0 0 0,0 1-524 0 0,-2-5-634 0 0,-15-12 688 0 0,15 13 53 0 0,0-14-767 0 0,-17-50 971 0 0,20 63 305 0 0,1 0 1 0 0,-1 0-1 0 0,1-1 1 0 0,0 1-1 0 0,0-1 1 0 0,0 1-1 0 0,0-1 0 0 0,1 0 1 0 0,0-5-1 0 0,0-1-18 0 0,-7-63-6 0 0,1 35 214 0 0,5 30 324 0 0,-2 1-189 0 0,-7-21 43 0 0,8 22 3721 0 0,-22 21-3800 0 0,-71 42-34 0 0,66-36-14 0 0,7 3-21 0 0,17-17-8 0 0,-1 2-23 0 0,-8 12-80 0 0,2-1 137 0 0,-1-1 1 0 0,-28 30-1 0 0,35-36-63 0 0,6-11-119 0 0,0-1 0 0 0,-1 1 0 0 0,1 0 0 0 0,0 0 0 0 0,0-1 0 0 0,-1 1 0 0 0,1 0 0 0 0,-1 0 1 0 0,1-1-1 0 0,0 1 0 0 0,-1-1 0 0 0,1 1 0 0 0,-1 0 0 0 0,0-1 0 0 0,1 1 0 0 0,-2 0 0 0 0,-7 6 632 0 0,-7-18-565 0 0,-51-30 4 0 0,50 31 104 0 0,11 13-136 0 0,1 0-45 0 0,0 1 1 0 0,0-1-1 0 0,1 1 0 0 0,-1-1 1 0 0,1 1-1 0 0,0 1 0 0 0,0-1 1 0 0,0 1-1 0 0,1-1 1 0 0,-1 1-1 0 0,1 0 0 0 0,-3 7 1 0 0,-79 178 135 0 0,60-119-2027 0 0,24-70 1225 0 0,-21-31-9017 0 0,8 7 6689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07.3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1346 584 0 0,'-12'16'1161'0'0,"-15"28"1"0"0,24-38-893 0 0,0-1 0 0 0,1 1 1 0 0,-1 0-1 0 0,1 0 1 0 0,1 0-1 0 0,-1 1 1 0 0,1-1-1 0 0,-1 11 1 0 0,2-15 183 0 0,0-2-432 0 0,1 0 1 0 0,-1 0 0 0 0,0 0 0 0 0,0 0 0 0 0,1 1-1 0 0,-1-1 1 0 0,0 0 0 0 0,0 0 0 0 0,1 0 0 0 0,-1 0-1 0 0,0 1 1 0 0,0-1 0 0 0,0 0 0 0 0,1 0 0 0 0,-1 1-1 0 0,0-1 1 0 0,0 0 0 0 0,0 0 0 0 0,0 1 0 0 0,0-1-1 0 0,0 0 1 0 0,0 1 0 0 0,1-1 0 0 0,-1 0 0 0 0,0 0-1 0 0,0 1 1 0 0,0-1 0 0 0,0 1 6 0 0,0-1 0 0 0,0 1 0 0 0,0-1 0 0 0,0 0-1 0 0,0 1 1 0 0,0-1 0 0 0,0 1 0 0 0,0-1 0 0 0,0 0 0 0 0,0 1 0 0 0,0-1 0 0 0,1 0-1 0 0,-1 1 1 0 0,0-1 0 0 0,0 0 0 0 0,1 1 0 0 0,-1-1 0 0 0,0 0 0 0 0,0 1 0 0 0,1-1-1 0 0,-1 0 1 0 0,0 0 0 0 0,1 1 0 0 0,-1-1 0 0 0,0 0 0 0 0,1 0 0 0 0,-1 0 0 0 0,0 1 0 0 0,1-1-1 0 0,-1 0 1 0 0,0 0 0 0 0,1 0 0 0 0,-1 0 0 0 0,1 0 0 0 0,-1 0 0 0 0,0 0 0 0 0,1 0-1 0 0,-1 0 1 0 0,0 0 0 0 0,1 0 0 0 0,18-4 431 0 0,-9-2 0 0 0,3-10-46 0 0,0-1 0 0 0,-1-1 0 0 0,0 1 1 0 0,14-32-1 0 0,-22 32-87 0 0,11-59 267 0 0,13-110 296 0 0,-17 88-710 0 0,5 0-1 0 0,3 1 0 0 0,5 1 0 0 0,4 2 0 0 0,42-95 0 0 0,-52 150-126 0 0,1 1-1 0 0,35-49 1 0 0,-20 33-6 0 0,-20 30-24 0 0,-9 14-10 0 0,1 1 0 0 0,0-1-1 0 0,1 1 1 0 0,0 0 0 0 0,12-11 0 0 0,-9 7-7 0 0,-4 6-1 0 0,0 0 0 0 0,1 0 0 0 0,0 1-1 0 0,12-9 1 0 0,8-7 0 0 0,-21 16-28 0 0,4 3-129 0 0,28-10 54 0 0,-28 10-7 0 0,0 17-804 0 0,32 43 599 0 0,-41-56 289 0 0,0 0-1 0 0,0 0 1 0 0,0 0 0 0 0,0 0 0 0 0,0 1 0 0 0,-1-1-1 0 0,1 0 1 0 0,0 1 0 0 0,-1-1 0 0 0,1 1-1 0 0,-1-1 1 0 0,1 1 0 0 0,-1-1 0 0 0,1 1 0 0 0,-1 1-1 0 0,4 34-373 0 0,-3-28-38 0 0,-1 5-30 0 0,0 64-555 0 0,1-65 819 0 0,0-4-107 0 0,-1 0 1 0 0,0 0 0 0 0,-3 16-1 0 0,3-13-111 0 0,1-7 23 0 0,-1 0 1 0 0,-1 0 0 0 0,1 0 0 0 0,-1 0-1 0 0,0 0 1 0 0,0 0 0 0 0,0 0 0 0 0,-4 7-1 0 0,-12 48-1889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07.4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1 1244 0 0,'0'0'3100'0'0,"-43"67"-315"0"0,32-9-2281 0 0,7 5-1268 0 0,-2-50-384 0 0,-3 1-1241 0 0,-6 1 553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1:20.4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566 328 240 0 0,'0'0'5382'0'0,"5"-2"-4687"0"0,14-4-16 0 0,-14 4 641 0 0,-3-15 1099 0 0,-18-37-3 0 0,7 34-2078 0 0,-1 0 1 0 0,-1 1-1 0 0,-1 0 1 0 0,-1 0 0 0 0,0 2-1 0 0,-1 0 1 0 0,-1 0 0 0 0,0 1-1 0 0,-31-24 1 0 0,37 35-259 0 0,0 0 0 0 0,0 1 0 0 0,0 0 0 0 0,0 1 0 0 0,0 0 0 0 0,-1 0 0 0 0,1 1 0 0 0,-1 0 0 0 0,-19-1 0 0 0,-8-3 81 0 0,29 5-110 0 0,0 0 1 0 0,-1 1 0 0 0,1 0-1 0 0,-1 0 1 0 0,1 0-1 0 0,-1 1 1 0 0,1 1 0 0 0,-16 4-1 0 0,16-2-32 0 0,1 0 0 0 0,-1 0 0 0 0,1 1-1 0 0,0 1 1 0 0,0-1 0 0 0,1 1 0 0 0,-1 0-1 0 0,1 1 1 0 0,-8 11 0 0 0,-2 4 0 0 0,-23 44 1 0 0,30-47-14 0 0,1 1 0 0 0,0 0 0 0 0,2 0 0 0 0,0 0 0 0 0,2 1 0 0 0,0 0 0 0 0,-1 35 0 0 0,4-48-8 0 0,1 0-1 0 0,0 0 1 0 0,1-1 0 0 0,0 1-1 0 0,0 0 1 0 0,1 0 0 0 0,0-1-1 0 0,0 1 1 0 0,1-1 0 0 0,3 7-1 0 0,-4-10-1 0 0,0 0 1 0 0,1 0-1 0 0,-1 0 0 0 0,1-1 1 0 0,0 1-1 0 0,0-1 0 0 0,0 0 0 0 0,1 0 1 0 0,-1 0-1 0 0,1 0 0 0 0,0-1 0 0 0,-1 1 1 0 0,1-1-1 0 0,0 0 0 0 0,0 0 0 0 0,1-1 1 0 0,-1 1-1 0 0,9 1 0 0 0,-4-1 4 0 0,0-2 0 0 0,0 1 0 0 0,0-1-1 0 0,0 0 1 0 0,0-1 0 0 0,0 0 0 0 0,0-1-1 0 0,0 0 1 0 0,0 0 0 0 0,11-5-1 0 0,14-6 26 0 0,40-23-1 0 0,-38 17-27 0 0,-23 13 3 0 0,-1-2-1 0 0,0 0 1 0 0,-1 0-1 0 0,1-1 1 0 0,-2 0-1 0 0,1-1 1 0 0,-1 0-1 0 0,-1-1 1 0 0,0 0 0 0 0,0 0-1 0 0,-1-1 1 0 0,-1 0-1 0 0,0 0 1 0 0,9-24-1 0 0,21-25-15 0 0,14-72 16 0 0,-42 113 53 0 0,-3 16 201 0 0,-5 7-226 0 0,-1-1 1 0 0,1 0 0 0 0,0 0-1 0 0,0 1 1 0 0,-1-1 0 0 0,1 0-1 0 0,-1 1 1 0 0,0 3 0 0 0,1-2-70 0 0,1 29 236 0 0,-1 54 0 0 0,-2-24 8 0 0,1 231 615 0 0,-2-104-465 0 0,1-127-248 0 0,4 142 120 0 0,0-163-146 0 0,2-1 1 0 0,17 76-1 0 0,-21-112-85 0 0,1-1 0 0 0,-1 0 0 0 0,1 0 0 0 0,0 0 0 0 0,0 0-1 0 0,0 0 1 0 0,0 0 0 0 0,6 6 0 0 0,-6-8 24 0 0,5-8-10 0 0,-2 1-5 0 0,2 1 1 0 0,-1-2 1 0 0,0 1-1 0 0,0-1 0 0 0,0 1 0 0 0,-1-2 1 0 0,8-11-1 0 0,44-78-198 0 0,-5-3 1 0 0,40-107-1 0 0,-71 157-1773 0 0,-20 48 1241 0 0,-1-2-104 0 0,4-6 336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1:21.0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1 113 172 0 0,'0'0'707'0'0,"4"0"-23"0"0,13 4 669 0 0,-13-8-680 0 0,15-20 970 0 0,0-1 1 0 0,17-29-1 0 0,-35 51-1208 0 0,0 1 331 0 0,2-3-887 0 0,0 9 4561 0 0,3 16-4030 0 0,-1-1 0 0 0,-1 1 0 0 0,-1 0 1 0 0,1 25-1 0 0,-1 90 973 0 0,-3-132-1361 0 0,0 30-627 0 0,-6 42 0 0 0,6-73-250 0 0,1 0-246 0 0,3 6 278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1:23.7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416 35 144 0 0,'-3'-4'1720'0'0,"3"3"-1513"0"0,0 0 0 0 0,-1 0 1 0 0,1 0-1 0 0,-1 0 0 0 0,1 0 1 0 0,-1 0-1 0 0,0 0 0 0 0,1 0 1 0 0,-1 0-1 0 0,0 0 0 0 0,1 0 1 0 0,-1 1-1 0 0,0-1 0 0 0,0 0 1 0 0,0 1-1 0 0,0-1 0 0 0,0 0 1 0 0,0 1-1 0 0,0-1 0 0 0,0 1 1 0 0,0 0-1 0 0,0-1 0 0 0,0 1 1 0 0,0 0-1 0 0,-1-1 0 0 0,1 1 1 0 0,0 0-1 0 0,0 0 0 0 0,0 0 1 0 0,0 0-1 0 0,0 0 0 0 0,0 0 1 0 0,-1 1-1 0 0,1-1 0 0 0,0 0 1 0 0,-1 1-1 0 0,-27 5 232 0 0,24-4-245 0 0,0 0-1 0 0,0 0 1 0 0,0 0-1 0 0,0 0 1 0 0,1 1-1 0 0,-1 0 1 0 0,1 0-1 0 0,-5 4 1 0 0,-1-1 1 0 0,-8 7 223 0 0,1 1 0 0 0,0 1-1 0 0,1 0 1 0 0,0 1 0 0 0,1 1-1 0 0,1 0 1 0 0,-19 31 0 0 0,27-38-216 0 0,1 1-1 0 0,1 0 1 0 0,-6 21 0 0 0,-1 2 191 0 0,6-19-185 0 0,1 1 0 0 0,1 0 0 0 0,-3 28 0 0 0,-4 25 412 0 0,10-62-565 0 0,0 0 0 0 0,0 1 0 0 0,1-1 0 0 0,0 0 0 0 0,0 0 0 0 0,0 0 0 0 0,1 0 0 0 0,0 0 0 0 0,1 0 0 0 0,6 13 0 0 0,-1-2 11 0 0,2-1 0 0 0,-1 0-1 0 0,2 0 1 0 0,1-1 0 0 0,0 0-1 0 0,1-1 1 0 0,0 0 0 0 0,1-1-1 0 0,1-1 1 0 0,0 0-1 0 0,1-1 1 0 0,17 10 0 0 0,-29-20-61 0 0,3 3-2 0 0,0-1 0 0 0,-1-1 1 0 0,1 1-1 0 0,1-1 0 0 0,-1 0 0 0 0,0-1 1 0 0,1 1-1 0 0,-1-2 0 0 0,1 1 0 0 0,0-1 1 0 0,12 1-1 0 0,-9-2 4 0 0,3 0 4 0 0,-3 0 5 0 0,0 0 1 0 0,0-1-1 0 0,20-3 0 0 0,-13-3-2 0 0,-6 1-11 0 0,4-1 11 0 0,1-1 0 0 0,-2-1 0 0 0,1 0 1 0 0,-1-1-1 0 0,-1-1 0 0 0,0 0 1 0 0,17-18-1 0 0,-13 8-10 0 0,-1-1 0 0 0,-1-1-1 0 0,-2 0 1 0 0,21-43 0 0 0,-25 43 15 0 0,-1-1-1 0 0,11-44 0 0 0,-15 38 23 0 0,-2-1-1 0 0,-1-59 0 0 0,-3 60-35 0 0,1 23 1 0 0,0-1-1 0 0,-1 0 0 0 0,0 0 0 0 0,0 0 0 0 0,-1 1 0 0 0,0-1 0 0 0,0 0 0 0 0,-1 1 0 0 0,0 0 0 0 0,0 0 0 0 0,-7-12 0 0 0,8 16-1 0 0,0 0 1 0 0,0 0-1 0 0,0 0 0 0 0,0 0 1 0 0,-1 0-1 0 0,1 0 0 0 0,-1 0 1 0 0,0 1-1 0 0,0-1 0 0 0,1 1 0 0 0,-1 0 1 0 0,-1 0-1 0 0,1 0 0 0 0,0 0 1 0 0,-1 1-1 0 0,1-1 0 0 0,-5-1 1 0 0,-22-11 79 0 0,-40-10-114 0 0,-16-11 5 0 0,83 34 23 0 0,1 0 12 0 0,-3-1 4 0 0,0 0-1 0 0,1 1 0 0 0,-1 0 0 0 0,0 0 0 0 0,0 0 0 0 0,0 0 0 0 0,-10 1 0 0 0,5-1 1 0 0,5 1 24 0 0,1 0-26 0 0,-28 4-7 0 0,26-2-11 0 0,-4 3-19 0 0,-28 19 3 0 0,32-20 21 0 0,0 1 1 0 0,-1-1 0 0 0,-14 6-1 0 0,19-8 0 0 0,0-1-1 0 0,-1 1 0 0 0,1-1 1 0 0,0 1-1 0 0,0 0 0 0 0,0 0 1 0 0,-3 4-1 0 0,2-3-11 0 0,-8 5-2 0 0,-1 1 0 0 0,2 0 0 0 0,-14 15 1 0 0,-6 5 66 0 0,-5 10-94 0 0,24-26 33 0 0,0 0 0 0 0,-15 11-1 0 0,25-23 10 0 0,0 0 0 0 0,-1 0 0 0 0,1 0 0 0 0,0 0-1 0 0,0 0 1 0 0,0 0 0 0 0,0 0 0 0 0,0 0 0 0 0,0 0-1 0 0,0 0 1 0 0,0 1 0 0 0,0-1 0 0 0,0 0 0 0 0,1 1-1 0 0,-1-1 1 0 0,0 3 0 0 0,-1 2 1 0 0,-21 26-15 0 0,17-24 1 0 0,-1 0-1 0 0,2 1 1 0 0,-1 0 0 0 0,1 0 0 0 0,1 0 0 0 0,-1 0 0 0 0,2 1 0 0 0,-1 0 0 0 0,1-1 0 0 0,-2 15 0 0 0,4-15 10 0 0,0-1 0 0 0,1 1 0 0 0,0 0 0 0 0,1-1 0 0 0,-1 1 0 0 0,2-1 0 0 0,-1 1-1 0 0,1-1 1 0 0,0 1 0 0 0,1-1 0 0 0,0 0 0 0 0,1 0 0 0 0,-1 0 0 0 0,1-1 0 0 0,7 11 0 0 0,-2-2 22 0 0,1-1 1 0 0,1 0-1 0 0,0-1 0 0 0,14 14 0 0 0,-16-19-15 0 0,1-1-1 0 0,0-1 1 0 0,1 0-1 0 0,0 0 1 0 0,0-1 0 0 0,0 0-1 0 0,1-1 1 0 0,0 0-1 0 0,0-1 1 0 0,12 3-1 0 0,-12-4-8 0 0,-1 0 0 0 0,21 2-1 0 0,-19-4 16 0 0,0 0 0 0 0,-1-2-1 0 0,1 1 1 0 0,19-4 0 0 0,-15 0-9 0 0,-1-1 0 0 0,1 0 0 0 0,-1-1 0 0 0,0 0 0 0 0,-1-1 0 0 0,18-12 0 0 0,1-1 11 0 0,-1-1-1 0 0,-1-2 0 0 0,-1-2 1 0 0,-1 0-1 0 0,34-39 1 0 0,-57 54-3 0 0,0 0 1 0 0,0 0 0 0 0,-1-1 0 0 0,0 0 0 0 0,7-22 0 0 0,7-28 43 0 0,-18 51-46 0 0,0 0 1 0 0,0 0-1 0 0,-1 0 1 0 0,0 0-1 0 0,-1 0 1 0 0,-1-13 0 0 0,-12-61 9 0 0,8 49-49 0 0,4 29 40 0 0,0 0 1 0 0,0 0 0 0 0,0-1 0 0 0,-1 1-1 0 0,0 0 1 0 0,0 0 0 0 0,-1 0 0 0 0,1 0-1 0 0,-1 1 1 0 0,-1-1 0 0 0,1 1 0 0 0,-1 0-1 0 0,0 0 1 0 0,0 0 0 0 0,-7-7 0 0 0,4 9 0 0 0,0 0 0 0 0,0 1 0 0 0,1-1 0 0 0,-1 1 0 0 0,-11-1 1 0 0,7 1-5 0 0,-10-4 5 0 0,-8 1-7 0 0,-46 4 44 0 0,51 2-88 0 0,-1 2 0 0 0,1 1 0 0 0,0 0 0 0 0,0 2 0 0 0,0 1 0 0 0,1 1 0 0 0,0 1 0 0 0,-43 23 0 0 0,43-21 34 0 0,15-8-7 0 0,0 1 1 0 0,1 0 0 0 0,-1 0 0 0 0,-10 9-1 0 0,3-1 11 0 0,-6 5-7 0 0,-18 20-1 0 0,24-21 16 0 0,0 1-1 0 0,2 0 0 0 0,0 1 0 0 0,1 0 0 0 0,1 1 0 0 0,0 0 0 0 0,2 1 1 0 0,0 0-1 0 0,1 1 0 0 0,2-1 0 0 0,0 1 0 0 0,1 1 0 0 0,-3 25 1 0 0,8-35 44 0 0,1 0 0 0 0,1 1 1 0 0,-1-1-1 0 0,2 0 0 0 0,5 17 1 0 0,-5-20-23 0 0,1 0 0 0 0,0 0 0 0 0,0-1 0 0 0,1 0 0 0 0,0 0 0 0 0,0 0 0 0 0,1-1 0 0 0,12 14 0 0 0,-9-12-8 0 0,1 0 0 0 0,0-1 0 0 0,0 0-1 0 0,0-1 1 0 0,1 0 0 0 0,16 8 0 0 0,-18-11-15 0 0,0-1 0 0 0,0 0 0 0 0,0-1 0 0 0,0 0 0 0 0,16 2 0 0 0,-12-3 4 0 0,0-1 1 0 0,1-1 0 0 0,-1 0-1 0 0,0 0 1 0 0,0-2 0 0 0,17-4-1 0 0,-9 0-2 0 0,0-1-1 0 0,-1 0 1 0 0,0-2-1 0 0,-1 0 1 0 0,0-1-1 0 0,26-20 1 0 0,-27 16 6 0 0,-1 0 1 0 0,0-1 0 0 0,-1 0 0 0 0,-1-2-1 0 0,-1 1 1 0 0,0-2 0 0 0,-1 0-1 0 0,-1-1 1 0 0,11-24 0 0 0,-16 23-8 0 0,0 0-1 0 0,-1 0 1 0 0,-2-1-1 0 0,0 0 1 0 0,-1 0 0 0 0,-1 0-1 0 0,-1 0 1 0 0,-1-1-1 0 0,-1 1 1 0 0,-5-29 0 0 0,3 37 6 0 0,-1 0 0 0 0,-1 0 1 0 0,-1 0-1 0 0,1 1 0 0 0,-2 0 0 0 0,0 0 1 0 0,-17-22-1 0 0,22 32-9 0 0,-1-1 5 0 0,0 1 1 0 0,0 0 0 0 0,-1 0 0 0 0,1-1 0 0 0,-1 2 0 0 0,0-1 0 0 0,1 0 0 0 0,-1 1 0 0 0,-1 0 0 0 0,-6-3-1 0 0,2 1 12 0 0,-1 1 0 0 0,-20-5 0 0 0,13 6-1 0 0,-1 1-1 0 0,0 1 1 0 0,1 0-1 0 0,-1 1 1 0 0,-18 4-1 0 0,11 0-21 0 0,1 1-1 0 0,1 0 0 0 0,-1 2 0 0 0,2 1 1 0 0,-1 1-1 0 0,1 0 0 0 0,0 2 1 0 0,1 1-1 0 0,1 0 0 0 0,0 2 0 0 0,-25 22 1 0 0,36-26 3 0 0,0 0 0 0 0,1 0 0 0 0,0 0 0 0 0,1 1 0 0 0,-7 15 1 0 0,7-11-12 0 0,-8 10-2 0 0,-16 35-19 0 0,21-32 0 0 0,-12 55 0 0 0,18-53 14 0 0,-1-2 22 0 0,5-27 0 0 0,0-1-1 0 0,0 1 0 0 0,0 0 1 0 0,0-1-1 0 0,1 1 0 0 0,-1-1 1 0 0,0 1-1 0 0,1-1 0 0 0,-1 1 1 0 0,1-1-1 0 0,-1 1 0 0 0,1-1 1 0 0,0 0-1 0 0,0 2 1 0 0,3 6 16 0 0,2 13 66 0 0,-4-12-52 0 0,1 0 0 0 0,0 0 1 0 0,0-1-1 0 0,6 10 0 0 0,-2-7-21 0 0,0-1 0 0 0,1 1 0 0 0,0-2 1 0 0,1 1-1 0 0,12 10 0 0 0,-12-13-2 0 0,6 6-7 0 0,15 13-11 0 0,-6-13 14 0 0,-7-8-14 0 0,21 8-10 0 0,-31-13 16 0 0,3 2 0 0 0,-1-1-1 0 0,1 0 1 0 0,0 0 0 0 0,-1-1 0 0 0,1 0 0 0 0,0-1 0 0 0,0 0 0 0 0,0 0 0 0 0,0-1 0 0 0,18-4 0 0 0,-6 0 8 0 0,-4 1-1 0 0,-1-1 0 0 0,0 0 0 0 0,33-16 0 0 0,45-30 13 0 0,-82 43-6 0 0,-3 2-9 0 0,-1 0 0 0 0,0-1 0 0 0,0-1 0 0 0,0 0 1 0 0,-1 0-1 0 0,0 0 0 0 0,-1-1 0 0 0,0 0 0 0 0,0-1 0 0 0,-1 0 0 0 0,0 0 0 0 0,-1 0 0 0 0,8-21 1 0 0,-2-4-364 0 0,-1 1 1 0 0,-2-2 0 0 0,4-39 0 0 0,-11 70 112 0 0,-1 0 0 0 0,1 0 1 0 0,-1 0-1 0 0,0 0 1 0 0,-1 0-1 0 0,1 0 1 0 0,-1 0-1 0 0,0 0 1 0 0,0 0-1 0 0,-1 0 1 0 0,1 0-1 0 0,-1 1 1 0 0,0-1-1 0 0,-4-6 1 0 0,4 8-499 0 0,-1 0 1 0 0,1 0-1 0 0,-1 0 1 0 0,0 0-1 0 0,1 0 1 0 0,-1 1-1 0 0,0-1 1 0 0,-1 1-1 0 0,1 0 1 0 0,0 0-1 0 0,-7-3 1 0 0,-6 0-3491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1:32.5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975 25 52 0 0,'0'0'7198'0'0,"-6"-2"-6921"0"0,-17-8-15 0 0,17 7-18 0 0,-11 1 413 0 0,13 1-461 0 0,-96-5 1394 0 0,93 6-1504 0 0,0-1-1 0 0,1 1 1 0 0,-1 0 0 0 0,0 1-1 0 0,0 0 1 0 0,-10 3-1 0 0,-5 0 54 0 0,1-1 66 0 0,-31 9-1 0 0,-8 2 52 0 0,-8-4 120 0 0,42-7-247 0 0,1 1 0 0 0,1 1 0 0 0,-1 1 0 0 0,1 1 0 0 0,-46 21 0 0 0,47-15-73 0 0,0 1 1 0 0,1 1 0 0 0,0 1-1 0 0,1 1 1 0 0,1 1 0 0 0,1 1-1 0 0,-17 21 1 0 0,12-15 162 0 0,-40 33 0 0 0,33-31 104 0 0,10-3-67 0 0,20-22-188 0 0,0-2-59 0 0,0 1 1 0 0,0-1-1 0 0,0 1 0 0 0,1-1 0 0 0,-1 1 0 0 0,0-1 0 0 0,0 1 0 0 0,1-1 0 0 0,-1 1 0 0 0,0-1 1 0 0,1 1-1 0 0,-1 0 0 0 0,0-1 0 0 0,1 1 0 0 0,-1 0 0 0 0,1 0 0 0 0,-1-1 0 0 0,1 1 0 0 0,0 0 1 0 0,-1 0-1 0 0,1 0 0 0 0,0 0 0 0 0,0 0 0 0 0,-1-1 0 0 0,1 1 0 0 0,0 1 0 0 0,-2 27 168 0 0,5-18-141 0 0,0 0 0 0 0,0 0-1 0 0,1 0 1 0 0,1 0 0 0 0,-1-1 0 0 0,2 1 0 0 0,0-1-1 0 0,10 14 1 0 0,-12-18-31 0 0,6 8 20 0 0,1-1 0 0 0,18 19 0 0 0,-26-28-18 0 0,0-1-4 0 0,-1-1 1 0 0,0 1-1 0 0,1-1 1 0 0,-1 0 0 0 0,1 0-1 0 0,0 0 1 0 0,0-1 0 0 0,4 3-1 0 0,20 13 19 0 0,-25-16-21 0 0,-1 0-1 0 0,1 0 0 0 0,-1 1 1 0 0,1-1-1 0 0,-1-1 0 0 0,1 1 1 0 0,0 0-1 0 0,0 0 0 0 0,0-1 1 0 0,-1 1-1 0 0,1-1 0 0 0,0 1 0 0 0,0-1 1 0 0,3 0-1 0 0,11 2 12 0 0,58 6-13 0 0,-41-8 8 0 0,0-2-1 0 0,0 0 1 0 0,35-9-1 0 0,1 2 58 0 0,-60 7-55 0 0,1 0-1 0 0,-1 0 1 0 0,1-1 0 0 0,-1 0 0 0 0,0-1 0 0 0,-1 0 0 0 0,1 0 0 0 0,-1-1-1 0 0,1 0 1 0 0,-1-1 0 0 0,-1 1 0 0 0,1-1 0 0 0,10-12 0 0 0,6-7 44 0 0,-2-2 0 0 0,26-39 1 0 0,-46 63-54 0 0,28-51 51 0 0,2-3 12 0 0,-1 2 59 0 0,-27 46-38 0 0,0-1 0 0 0,0 1-1 0 0,0-1 1 0 0,-1 0 0 0 0,-1 0-1 0 0,3-19 1 0 0,-5 26-56 0 0,1 1 109 0 0,-3-14 360 0 0,-5-2-313 0 0,-15-26 298 0 0,-4-1-68 0 0,25 43-369 0 0,-8-7 38 0 0,3 1-6 0 0,-29-27 388 0 0,34 33-414 0 0,-19-2 178 0 0,-9-1-50 0 0,5 6-127 0 0,1 0 1 0 0,0 2-1 0 0,0 1 1 0 0,0 1-1 0 0,0 1 1 0 0,1 1-1 0 0,-33 14 1 0 0,38-13-177 0 0,0 0 0 0 0,0 2 1 0 0,1 0-1 0 0,0 1 0 0 0,1 0 0 0 0,0 1 1 0 0,0 1-1 0 0,2 1 0 0 0,-22 25 0 0 0,30-31-27 0 0,-11 14-712 0 0,-16 28 0 0 0,28-43 564 0 0,1 0 0 0 0,0-1-1 0 0,1 1 1 0 0,-1 0 0 0 0,1 0 0 0 0,0 0-1 0 0,1 1 1 0 0,0-1 0 0 0,0 9 0 0 0,-3 62-7236 0 0,5-54 3985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1:36.1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742 248 204 0 0,'0'0'645'0'0,"-6"-2"-12"0"0,-2-1-103 0 0,1 0-1 0 0,0 0 0 0 0,0-1 1 0 0,0 0-1 0 0,1-1 0 0 0,-1 1 1 0 0,-7-8-1 0 0,9 8-126 0 0,-1 1-1 0 0,1-1 0 0 0,-1 1 1 0 0,0 1-1 0 0,-10-4 0 0 0,12 4-350 0 0,-14-5 470 0 0,1 1 0 0 0,-1 1 0 0 0,0 0 0 0 0,0 1 0 0 0,-1 1 1 0 0,-33-1-1 0 0,35 6-272 0 0,0 0 1 0 0,-21 7-1 0 0,28-7-176 0 0,-2 1 94 0 0,-1 1 1 0 0,1 0-1 0 0,1 1 0 0 0,-15 7 1 0 0,4-5 115 0 0,0 1-64 0 0,13-3-106 0 0,-1 1 1 0 0,1 0-1 0 0,0 1 0 0 0,1 0 0 0 0,-1 0 0 0 0,1 1 1 0 0,1 0-1 0 0,-1 1 0 0 0,1-1 0 0 0,1 1 0 0 0,0 1 1 0 0,0-1-1 0 0,-6 16 0 0 0,7-14-20 0 0,2-4-11 0 0,0 0 1 0 0,0 1-1 0 0,0-1 0 0 0,1 0 1 0 0,0 1-1 0 0,-1 14 0 0 0,3-13-42 0 0,0-1-1 0 0,1 1 0 0 0,0-1 1 0 0,0 1-1 0 0,1-1 0 0 0,0 0 0 0 0,5 15 1 0 0,-2-9-3 0 0,-2-8-27 0 0,1 0 0 0 0,-1 0 0 0 0,1-1 0 0 0,0 1 0 0 0,1-1 1 0 0,-1 0-1 0 0,1 0 0 0 0,0-1 0 0 0,0 1 0 0 0,1-1 0 0 0,9 5 1 0 0,-5-4-18 0 0,1-1 1 0 0,0 0 0 0 0,1 0-1 0 0,-1-2 1 0 0,22 4 0 0 0,-14-3 8 0 0,1 1 11 0 0,1-2-1 0 0,-1 0 1 0 0,1-1 0 0 0,0-1 0 0 0,21-2-1 0 0,-38 2-12 0 0,35-8-3 0 0,-30 5 5 0 0,0 1-1 0 0,-1-2 1 0 0,1 1 0 0 0,14-10-1 0 0,-22 13 0 0 0,10-8 7 0 0,0 0 0 0 0,-1-1 0 0 0,0 0 0 0 0,0 0 0 0 0,-1-1 0 0 0,0 0 0 0 0,-1-1 0 0 0,14-21 0 0 0,-18 23-13 0 0,0 1 1 0 0,-1-1-1 0 0,4-16 1 0 0,-2 9 7 0 0,5-41 23 0 0,-9 54-22 0 0,2-14-2 0 0,-11-19 38 0 0,5 27-29 0 0,0 1 0 0 0,0-1 0 0 0,-1 1-1 0 0,0 0 1 0 0,-1 0 0 0 0,0 0 0 0 0,0 0 0 0 0,-1 1 0 0 0,0 0-1 0 0,0 0 1 0 0,-1 1 0 0 0,1-1 0 0 0,-16-9 0 0 0,17 13 7 0 0,-1 0 1 0 0,1 0 0 0 0,-1 1 0 0 0,0 0-1 0 0,-9-2 1 0 0,1-1-4 0 0,11 4-15 0 0,0 0 1 0 0,0 0-1 0 0,0 0 1 0 0,0 1-1 0 0,0-1 1 0 0,0 1-1 0 0,0-1 1 0 0,0 1-1 0 0,0 0 1 0 0,-5 1 0 0 0,-14 0 9 0 0,-10 0-9 0 0,-7 5 15 0 0,1 1 0 0 0,-1 2-1 0 0,2 2 1 0 0,-1 2 0 0 0,2 1-1 0 0,-60 32 1 0 0,32-9 4 0 0,58-34-23 0 0,1 0 0 0 0,0 0-1 0 0,1 1 1 0 0,-1 0 0 0 0,1 0 0 0 0,-1 0 0 0 0,1 0 0 0 0,0 1 0 0 0,1-1 0 0 0,-1 1 0 0 0,1 0 0 0 0,0 0 0 0 0,0 0 0 0 0,0 1 0 0 0,1-1 0 0 0,0 1 0 0 0,-2 6 0 0 0,3-1 1 0 0,0 0 1 0 0,1 0 0 0 0,0-1-1 0 0,1 1 1 0 0,0 0-1 0 0,1 0 1 0 0,0-1-1 0 0,1 1 1 0 0,0-1-1 0 0,1 0 1 0 0,0 1-1 0 0,0-2 1 0 0,1 1-1 0 0,0 0 1 0 0,1-1-1 0 0,0 0 1 0 0,0-1 0 0 0,1 1-1 0 0,11 10 1 0 0,-11-14-1 0 0,-1-1 1 0 0,1 1-1 0 0,0-1 1 0 0,0 0-1 0 0,1-1 1 0 0,-1 0-1 0 0,1 0 1 0 0,11 2-1 0 0,67 12-4 0 0,-86-17 5 0 0,26 2 12 0 0,1-1-1 0 0,-1-1 1 0 0,35-5-1 0 0,-50 3-8 0 0,0-1 0 0 0,1 0 1 0 0,-1-1-1 0 0,0-1 0 0 0,-1 1 0 0 0,1-2 0 0 0,12-8 0 0 0,0-3-1 0 0,-1-1 1 0 0,0 0-1 0 0,-2-2 0 0 0,0-1 0 0 0,-2 0 1 0 0,31-47-1 0 0,-44 61 6 0 0,0-1 0 0 0,-1 1 1 0 0,0-1-1 0 0,0 0 0 0 0,-1 0 0 0 0,0-1 0 0 0,0 1 1 0 0,-1-1-1 0 0,0 1 0 0 0,-1-1 0 0 0,0 0 1 0 0,0 0-1 0 0,-1 0 0 0 0,0-10 0 0 0,-3-13-10 0 0,1 11 22 0 0,0-1-1 0 0,-11-40 1 0 0,-3 30 18 0 0,10 23-19 0 0,4 5-3 0 0,-1 1 0 0 0,0 0 0 0 0,1-1 0 0 0,-2 1 0 0 0,1 0 0 0 0,0 0 0 0 0,-1 1 0 0 0,1-1 0 0 0,-1 1 0 0 0,0-1 0 0 0,0 1 0 0 0,0 1 0 0 0,0-1 0 0 0,-6-2 0 0 0,1 2 2 0 0,1-1 1 0 0,-1 1-1 0 0,0 1 1 0 0,-18-1-1 0 0,-3-3 45 0 0,26 4-56 0 0,1 0 1 0 0,-1 1-1 0 0,0-1 0 0 0,0 1 0 0 0,0-1 1 0 0,1 1-1 0 0,-1 0 0 0 0,0 1 0 0 0,-4 0 1 0 0,-19 3 79 0 0,1 2 0 0 0,-41 13 1 0 0,42-11-20 0 0,21-6-50 0 0,-1-1 1 0 0,1 1 0 0 0,0-1 0 0 0,-1 1 0 0 0,-5 4-1 0 0,8-4-14 0 0,0-1-1 0 0,0 0 1 0 0,0 0-1 0 0,0 0 0 0 0,0 0 1 0 0,0 0-1 0 0,0-1 1 0 0,0 1-1 0 0,0 0 0 0 0,-1-1 1 0 0,-2 1-1 0 0,-4 1 2 0 0,-9 3 47 0 0,0 2-1 0 0,1 0 1 0 0,0 2 0 0 0,0 0 0 0 0,1 0 0 0 0,-28 22-1 0 0,38-24-36 0 0,0 1 0 0 0,0-1 0 0 0,1 1-1 0 0,0 0 1 0 0,0 0 0 0 0,1 1-1 0 0,0-1 1 0 0,0 1 0 0 0,1 0 0 0 0,0 0-1 0 0,-2 14 1 0 0,2-12-6 0 0,2 1-1 0 0,-1-1 1 0 0,2 1-1 0 0,-1-1 1 0 0,2 0-1 0 0,-1 1 1 0 0,2-1 0 0 0,3 20-1 0 0,-3-24-2 0 0,1 0 0 0 0,0 0-1 0 0,0 0 1 0 0,0 0-1 0 0,1 0 1 0 0,0-1 0 0 0,0 1-1 0 0,0-1 1 0 0,1 0 0 0 0,0-1-1 0 0,0 1 1 0 0,1-1 0 0 0,0 0-1 0 0,6 4 1 0 0,0-1 7 0 0,0 0 0 0 0,0-2 0 0 0,1 1 0 0 0,0-2 0 0 0,1 0 0 0 0,-1 0 0 0 0,1-1 0 0 0,0-1 0 0 0,0 0 0 0 0,15 0 0 0 0,-23-2-5 0 0,0-1 1 0 0,0 0-1 0 0,0-1 0 0 0,0 0 1 0 0,0 1-1 0 0,-1-2 1 0 0,8-1-1 0 0,5-2 2 0 0,-7 2-2 0 0,1-1-1 0 0,-1-1 1 0 0,0 0 0 0 0,-1 0-1 0 0,1-1 1 0 0,-1 0 0 0 0,0-1-1 0 0,-1 0 1 0 0,0-1 0 0 0,0 0-1 0 0,10-11 1 0 0,-3 0 15 0 0,0 0 0 0 0,-1-1 0 0 0,-1-1-1 0 0,16-31 1 0 0,-18 28-4 0 0,-1-2 1 0 0,-1 1-1 0 0,-1-1 0 0 0,-1-1 0 0 0,-2 1 1 0 0,0-1-1 0 0,-2-1 0 0 0,1-28 0 0 0,-5 54-23 0 0,0-4 22 0 0,0-1 0 0 0,-1 0 0 0 0,1 1-1 0 0,-4-14 1 0 0,3 18-10 0 0,1 1-1 0 0,-1-1 1 0 0,0 0 0 0 0,1 1-1 0 0,-1-1 1 0 0,0 1 0 0 0,0-1-1 0 0,0 1 1 0 0,0-1 0 0 0,-1 1 0 0 0,1-1-1 0 0,0 1 1 0 0,-1 0 0 0 0,1 0-1 0 0,0 0 1 0 0,-1 0 0 0 0,1 0-1 0 0,-1 0 1 0 0,0 0 0 0 0,1 0-1 0 0,-1 0 1 0 0,0 1 0 0 0,0-1-1 0 0,-2 0 1 0 0,-9 0-18 0 0,0 0 1 0 0,0 1-1 0 0,0 0 0 0 0,0 1 0 0 0,0 0 0 0 0,1 1 0 0 0,-1 1 1 0 0,0 0-1 0 0,1 1 0 0 0,-1 0 0 0 0,-16 8 0 0 0,-3 4-435 0 0,1 0-1 0 0,0 2 1 0 0,-30 24-1 0 0,40-26-376 0 0,2 0 0 0 0,0 1 0 0 0,-24 29 0 0 0,35-34-647 0 0,0 1 1 0 0,0-1-1 0 0,2 1 0 0 0,-1 0 1 0 0,-7 27-1 0 0,4-13-2054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1:37.3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473 126 20 0 0,'-14'-18'1342'0'0,"11"13"-1039"0"0,0 1-1 0 0,0-1 1 0 0,-1 1 0 0 0,0 0 0 0 0,1 0 0 0 0,-1 1-1 0 0,-1-1 1 0 0,1 1 0 0 0,-9-5 0 0 0,-28-12 1352 0 0,38 20-1265 0 0,-3 0 4 0 0,2-1-348 0 0,1 1 59 0 0,0-1-1 0 0,-1 1 0 0 0,1 0 1 0 0,0 0-1 0 0,-1 0 1 0 0,1 0-1 0 0,0 1 0 0 0,0 0 1 0 0,-1-1-1 0 0,1 1 1 0 0,0 0-1 0 0,0 0 0 0 0,-3 2 1 0 0,-18 11 191 0 0,1 0 0 0 0,1 2 1 0 0,0 0-1 0 0,1 1 0 0 0,1 2 0 0 0,1 0 1 0 0,0 1-1 0 0,2 0 0 0 0,0 2 1 0 0,1 0-1 0 0,2 1 0 0 0,-17 33 0 0 0,22-35-85 0 0,0 1 0 0 0,1 0-1 0 0,-5 28 1 0 0,11-39-128 0 0,0-1 0 0 0,1 1 0 0 0,0-1 0 0 0,0 1 0 0 0,1-1 0 0 0,1 1 0 0 0,-1-1 0 0 0,2 1 0 0 0,4 17 0 0 0,-5-24-59 0 0,1 0 0 0 0,0 0 0 0 0,0-1 0 0 0,0 1 0 0 0,0-1 0 0 0,0 1 0 0 0,1-1 0 0 0,0 0 0 0 0,0 0 0 0 0,-1 0 0 0 0,2 0 0 0 0,-1-1 0 0 0,0 1 0 0 0,7 3 0 0 0,0-1 20 0 0,-1 0 1 0 0,1-1 0 0 0,0-1-1 0 0,15 4 1 0 0,-24-6-40 0 0,1-1 1 0 0,0 0-1 0 0,0 1 1 0 0,0-1-1 0 0,-1 0 1 0 0,1 0-1 0 0,0 0 1 0 0,0 0-1 0 0,0 0 1 0 0,0-1-1 0 0,-1 1 0 0 0,1-1 1 0 0,2 0-1 0 0,1 0 8 0 0,6 0-2 0 0,-1-1 0 0 0,0 1 0 0 0,0-2 0 0 0,0 1-1 0 0,-1-1 1 0 0,1-1 0 0 0,-1 0 0 0 0,1 0 0 0 0,-1-1 0 0 0,10-7-1 0 0,-12 7-8 0 0,0-1 0 0 0,-1 0 0 0 0,0-1-1 0 0,0 1 1 0 0,-1-1 0 0 0,1 0 0 0 0,-2 0-1 0 0,1-1 1 0 0,-1 1 0 0 0,0-1 0 0 0,3-10-1 0 0,5-15 14 0 0,-3 1-1 0 0,11-62 0 0 0,-14 73-2 0 0,-5 17-3 0 0,0 0 0 0 0,0 0 0 0 0,0 0 1 0 0,0 0-1 0 0,0 0 0 0 0,-1-1 0 0 0,0 1 0 0 0,0-8 0 0 0,0 10 1 0 0,2-5 10 0 0,0 0 87 0 0,3-17-119 0 0,12-19 24 0 0,-9 22 13 0 0,-8 19-18 0 0,1 0-9 0 0,6-19 10 0 0,-7 19 21 0 0,1-1-5 0 0,0-10 32 0 0,2-3 6 0 0,-1-1-1 0 0,-1 0 1 0 0,0 0 0 0 0,-2 0 0 0 0,-2-21 0 0 0,3 36-38 0 0,-1-1 10 0 0,1 3-30 0 0,0 0 0 0 0,0 0 0 0 0,0-1 0 0 0,0 1 0 0 0,0 0 0 0 0,0 0 1 0 0,0-1-1 0 0,0 1 0 0 0,0 0 0 0 0,0 0 0 0 0,0 0 0 0 0,0-1 1 0 0,0 1-1 0 0,0 0 0 0 0,0 0 0 0 0,0-1 0 0 0,0 1 0 0 0,0 0 1 0 0,0 0-1 0 0,0 0 0 0 0,-1-1 0 0 0,1 1 0 0 0,0 0 0 0 0,0 0 0 0 0,0 0 1 0 0,0 0-1 0 0,0-1 0 0 0,-1 1 0 0 0,1 0 0 0 0,0 0 0 0 0,0 0 1 0 0,0 0-1 0 0,-1 0 0 0 0,1-1 0 0 0,0 1 0 0 0,0 0 0 0 0,0 0 1 0 0,-1 0-1 0 0,1 0 0 0 0,0 0 0 0 0,0 0 0 0 0,0 0 0 0 0,-1 0 0 0 0,1 0 1 0 0,0 0-1 0 0,0 0 0 0 0,-1 0 0 0 0,1 0 0 0 0,0 0 0 0 0,0 0 1 0 0,0 0-1 0 0,-1 0 0 0 0,1 0 0 0 0,0 0 0 0 0,0 0 0 0 0,-1 1 0 0 0,1-1 1 0 0,0 0-1 0 0,0 0 0 0 0,-1 0 0 0 0,-2 3 1 0 0,0 1-1 0 0,0-1 1 0 0,0 1 0 0 0,0-1-1 0 0,1 1 1 0 0,-1 0-1 0 0,1 0 1 0 0,0 0 0 0 0,0 0-1 0 0,0 0 1 0 0,1 1 0 0 0,-1-1-1 0 0,0 5 1 0 0,-37 275 185 0 0,36-237-132 0 0,-11 222 106 0 0,4-120-71 0 0,5-98-66 0 0,2 0 0 0 0,4 67 1 0 0,1-95-32 0 0,-2-18-2 0 0,0 0 0 0 0,0 0-1 0 0,0 0 1 0 0,1-1 0 0 0,0 1-1 0 0,0 0 1 0 0,0 0 0 0 0,0-1-1 0 0,1 1 1 0 0,4 7 0 0 0,0 0-95 0 0,-6-10 90 0 0,0-1-1 0 0,0 0 0 0 0,0 0 0 0 0,1 0 0 0 0,-1-1 1 0 0,1 1-1 0 0,-1 0 0 0 0,1 0 0 0 0,-1 0 1 0 0,1 0-1 0 0,-1 0 0 0 0,1 0 0 0 0,0-1 1 0 0,-1 1-1 0 0,1 0 0 0 0,0 0 0 0 0,0-1 0 0 0,0 1 1 0 0,-1-1-1 0 0,1 1 0 0 0,0-1 0 0 0,0 1 1 0 0,0-1-1 0 0,0 1 0 0 0,0-1 0 0 0,0 0 1 0 0,2 1-1 0 0,4-6-41 0 0,3-2 34 0 0,0-1 0 0 0,0 0 0 0 0,-1 0 0 0 0,15-18 0 0 0,-2-3-51 0 0,-2-1 0 0 0,0 0 0 0 0,-2-2 0 0 0,-2 0 0 0 0,23-62 0 0 0,-11 19-21 0 0,-15 42-44 0 0,4-10-1128 0 0,-16 41 462 0 0,-1 0 0 0 0,1 0 1 0 0,-1 0-1 0 0,0-1 0 0 0,0 1 0 0 0,0 0 1 0 0,0 0-1 0 0,0 0 0 0 0,0-3 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1:38.0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112 3 172 0 0,'0'0'1553'0'0,"3"-1"-796"0"0,0 0-399 0 0,0 1 1 0 0,0-1-1 0 0,1 1 1 0 0,-1 0 0 0 0,0 0-1 0 0,0 1 1 0 0,4-1 0 0 0,10 2 801 0 0,-17-2-991 0 0,5 0 71 0 0,36 8 1111 0 0,-38-7-1054 0 0,2 1 110 0 0,-5-2-371 0 0,1 0 1 0 0,-1 0-1 0 0,1 0 0 0 0,0 0 0 0 0,-1 0 1 0 0,1 0-1 0 0,-1 0 0 0 0,1 1 0 0 0,0-1 1 0 0,-1 0-1 0 0,1 0 0 0 0,-1 0 0 0 0,1 1 1 0 0,-1-1-1 0 0,1 0 0 0 0,-1 1 0 0 0,1-1 1 0 0,-1 0-1 0 0,1 2 0 0 0,3 3 97 0 0,-1 1 1 0 0,0 0-1 0 0,0 0 0 0 0,-1 1 1 0 0,0-1-1 0 0,0 1 0 0 0,0-1 0 0 0,-1 1 1 0 0,0-1-1 0 0,0 1 0 0 0,0 0 0 0 0,-1 0 1 0 0,0-1-1 0 0,-2 10 0 0 0,-3 24 182 0 0,4-26-243 0 0,-1 0 0 0 0,0-1 0 0 0,-1 1 0 0 0,-1-1 0 0 0,-8 24 0 0 0,-26 31 97 0 0,13-27-70 0 0,19-32-77 0 0,0 1 1 0 0,-1-1-1 0 0,-1-1 0 0 0,1 1 0 0 0,-15 11 0 0 0,20-19 6 0 0,1 0-24 0 0,1-1 0 0 0,-1 1 0 0 0,0-1 0 0 0,0 0 0 0 0,0 1 0 0 0,1-1 1 0 0,-1 0-1 0 0,0 0 0 0 0,0 1 0 0 0,0-1 0 0 0,0 0 0 0 0,0 0 1 0 0,0 0-1 0 0,1 0 0 0 0,-1 0 0 0 0,0 0 0 0 0,0-1 0 0 0,0 1 1 0 0,0 0-1 0 0,0-1 0 0 0,-5 0 3 0 0,4 1-5 0 0,0 0 0 0 0,0 0 0 0 0,1-1 0 0 0,-1 1 0 0 0,0-1 0 0 0,0 1 1 0 0,1-1-1 0 0,-1 0 0 0 0,0 0 0 0 0,1 0 0 0 0,-1 0 0 0 0,1 0 0 0 0,-3-2 1 0 0,-30-26 111 0 0,24 13-52 0 0,7 8-18 0 0,2 6-15 0 0,1-1-9 0 0,0 1-1 0 0,0-1 1 0 0,0 0 0 0 0,1 1-1 0 0,-1-1 1 0 0,1 0-1 0 0,-1 1 1 0 0,3-5 0 0 0,-3 5-30 0 0,2-1 27 0 0,0 1 0 0 0,0-1-1 0 0,0 0 1 0 0,0 1 0 0 0,0-1 0 0 0,1 1-1 0 0,-1-1 1 0 0,1 1 0 0 0,0 0 0 0 0,-1 0-1 0 0,1 1 1 0 0,0-1 0 0 0,0 0-1 0 0,0 1 1 0 0,1 0 0 0 0,-1-1 0 0 0,0 1-1 0 0,4 0 1 0 0,4-3 78 0 0,-9 3-11 0 0,3 1 14 0 0,14 0 6 0 0,-15 0 5 0 0,1 0 9 0 0,32 3 469 0 0,56 12 0 0 0,-57-8-361 0 0,-23-5-101 0 0,0-1 0 0 0,25 0 0 0 0,-22-1-53 0 0,24 0-831 0 0,75-11 0 0 0,-82 6-704 0 0,12-6 136 0 0,-22 6 162 0 0,11-4-4100 0 0,-18 2 2199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1:42.5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1 192 156 0 0,'0'0'12975'0'0,"9"3"-12901"0"0,26 6 7 0 0,-26-7 158 0 0,-5-2-184 0 0,12-2-7 0 0,-13 2 67 0 0,1 0-83 0 0,12-2 9 0 0,-12 2 162 0 0,-1-1-189 0 0,12-1 6 0 0,-12 1 46 0 0,13-2-22 0 0,-13 2 6 0 0,37-6 104 0 0,-37 6-162 0 0,1 0 26 0 0,28-7 126 0 0,-29 7-116 0 0,36-8 1256 0 0,-67 22-1266 0 0,21-10 6 0 0,-32 2 74 0 0,35-4-70 0 0,1-1-22 0 0,-64 2 461 0 0,64-22-453 0 0,-9-14 15 0 0,12 32-18 0 0,-5-15 2 0 0,4 9-20 0 0,0 3 13 0 0,0-5 11 0 0,0 8-4 0 0,-4-13-5 0 0,1 8 0 0 0,3 6-16 0 0,-2-17-8 0 0,5 12-157 0 0,3-16-1960 0 0,-7 10-4206 0 0,-5 3 3342 0 0,5 6 229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1:47.2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99 83 256 0 0,'0'0'5773'0'0,"4"0"-5605"0"0,13-2 17 0 0,-13 2 182 0 0,13-4 343 0 0,-13 4-623 0 0,0 0 0 0 0,0 0 1 0 0,-1 0-1 0 0,1-1 1 0 0,0 0-1 0 0,-1 0 0 0 0,1 0 1 0 0,5-2-1 0 0,14-4 373 0 0,-15 5-276 0 0,0 0 0 0 0,0-1 1 0 0,0 0-1 0 0,0-1 0 0 0,12-7 0 0 0,-17 10-108 0 0,0-1 1 0 0,-1 1 0 0 0,1 0 0 0 0,0 0-1 0 0,0 0 1 0 0,-1 0 0 0 0,5 0 0 0 0,-3 0-66 0 0,-2 0 93 0 0,17-6 281 0 0,2-4-13 0 0,-18 10-128 0 0,1 1-230 0 0,30-7 1249 0 0,-42 9-1241 0 0,-66 23 56 0 0,71-24-67 0 0,1-1-9 0 0,-4 1 4 0 0,4 1-3 0 0,0 0 0 0 0,0-1 1 0 0,-1 1-1 0 0,1-1 0 0 0,0 0 0 0 0,-1 0 0 0 0,1 0 0 0 0,-1 0 0 0 0,-4 1 0 0 0,-31 9 26 0 0,-33 7 24 0 0,69-18-47 0 0,-2 1 2 0 0,-10 3-5 0 0,10-3-1 0 0,1 0-1 0 0,-41 13-9 0 0,42-13 6 0 0,-2-1 2 0 0,-11 3-7 0 0,11-3 10 0 0,-5 4 14 0 0,7-3-34 0 0,10-3-74 0 0,58-17 117 0 0,9 3 21 0 0,-73 16-30 0 0,46-18 72 0 0,-18 10-73 0 0,-26 7-8 0 0,15-4 88 0 0,-17 4 836 0 0,-3 2-407 0 0,-9 5-319 0 0,-21 11-538 0 0,-49 36-747 0 0,62-44 454 0 0,-1-1 1 0 0,-27 7-1 0 0,35-12-1098 0 0,1-1 0 0 0,-1-1-1 0 0,-19 1 1 0 0,5-2-949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12.9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1328 1 652 0 0,'0'0'13669'0'0,"-10"0"-13198"0"0,-134 4 3694 0 0,70-3-3018 0 0,52-2-834 0 0,-40 4 1 0 0,-54 13 212 0 0,-239 36 761 0 0,310-45-1085 0 0,-56 11 165 0 0,-102 23 136 0 0,171-33-393 0 0,-56 4 0 0 0,83-12-113 0 0,-22 9-277 0 0,24-8 67 0 0,-23-3-5305 0 0,21 2 4768 0 0,-4-14-3523 0 0,9-2-2563 0 0,2 2 3481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13.5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493 5 596 0 0,'2'-4'17638'0'0,"-101"68"-15967"0"0,17-13-836 0 0,-86 61 650 0 0,138-90-1211 0 0,16-12-76 0 0,1 0 0 0 0,0 1-1 0 0,-21 22 1 0 0,23-21-40 0 0,8-9-106 0 0,1 0 0 0 0,-1 0 0 0 0,0 1 0 0 0,1-1 0 0 0,-1 0 0 0 0,1 1 0 0 0,0 0 0 0 0,1 0 0 0 0,-1-1 0 0 0,0 1 0 0 0,1 0 0 0 0,0 0 0 0 0,-1 7 0 0 0,1-6-31 0 0,1-1 0 0 0,0 0-1 0 0,0 1 1 0 0,0-1 0 0 0,0 0-1 0 0,1 1 1 0 0,0-1 0 0 0,0 0-1 0 0,0 0 1 0 0,0 0 0 0 0,1 0-1 0 0,-1 0 1 0 0,3 5 0 0 0,1-2-3 0 0,-1 0 0 0 0,1 0 0 0 0,0-1 1 0 0,1 0-1 0 0,-1 0 0 0 0,11 8 0 0 0,-1-2 0 0 0,1-1 0 0 0,0-1 0 0 0,0 0 0 0 0,1-1 0 0 0,27 10 0 0 0,47 11 64 0 0,2-4-1 0 0,122 18 1 0 0,-169-38-70 0 0,-22 1 764 0 0,-10-2-1940 0 0,-93 19-15802 0 0,55-22 12690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17.3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77 191 144 0 0,'0'0'12809'0'0,"5"0"-12629"0"0,16-2 6237 0 0,-31 2-6494 0 0,-40 0 2175 0 0,47 2-1925 0 0,-1 0-1 0 0,1 0 1 0 0,0 0 0 0 0,-1 0-1 0 0,1 0 1 0 0,0 1-1 0 0,0 0 1 0 0,-4 5-1 0 0,-2 1 1147 0 0,19-11-1298 0 0,73-8 69 0 0,242-17 602 0 0,4-3-94 0 0,0 20-416 0 0,-163 2-129 0 0,-99 3 2 0 0,-62 5-37 0 0,12-3-4 0 0,-13 2-8 0 0,0 1-8 0 0,4 0 8 0 0,1-1-1 0 0,-1 0 1 0 0,0 0-1 0 0,13-3 1 0 0,-19 3-2 0 0,4 1-4 0 0,0 0 0 0 0,0-1-1 0 0,0 0 1 0 0,0 0-1 0 0,0 0 1 0 0,0-1 0 0 0,0 0-1 0 0,5-3 1 0 0,26-8 21 0 0,-10 5-35 0 0,-24 8 10 0 0,0-1 12 0 0,35-7 5 0 0,-8 2-17 0 0,-27 5 8 0 0,15-4 9 0 0,-14 5-15 0 0,-1-1 1 0 0,11 0 9 0 0,-10 1-2 0 0,-1-1 1 0 0,27-4 33 0 0,-27 5-11 0 0,1 0-17 0 0,13-2 1 0 0,-12 2 1 0 0,-2-1-9 0 0,79-9 50 0 0,36-10-13 0 0,-105 17-35 0 0,0 0-12 0 0,9 0 2 0 0,14 0 6 0 0,-22 2-4 0 0,-10 1 1 0 0,0-1-2 0 0,66-5 39 0 0,-56 4-33 0 0,-11 1 7 0 0,1 1-2 0 0,42 2-19 0 0,-29-2 20 0 0,-13 0 64 0 0,-79 14-22568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18.4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1 284 0 0,'0'0'17698'0'0,"5"5"-17376"0"0,5 5 15 0 0,1-1 0 0 0,1 0 0 0 0,-1 0 0 0 0,1-1 0 0 0,18 8 0 0 0,135 57 1118 0 0,-106-42-1125 0 0,2 3-148 0 0,-59-33-172 0 0,12 9 14 0 0,17 13 100 0 0,-29-21-88 0 0,0 14 174 0 0,-1-11-146 0 0,-1 0 0 0 0,0 0 0 0 0,-1 0 0 0 0,1 0 0 0 0,-1 0-1 0 0,0 0 1 0 0,-1 0 0 0 0,1 0 0 0 0,-1 0 0 0 0,0 0-1 0 0,0 0 1 0 0,0-1 0 0 0,-1 1 0 0 0,1-1 0 0 0,-1 0 0 0 0,0 1-1 0 0,-5 4 1 0 0,-9 9 73 0 0,0-1 0 0 0,-27 22 0 0 0,28-26-76 0 0,-133 127 419 0 0,133-124-403 0 0,0 1 0 0 0,-14 21 0 0 0,17-21 6 0 0,-1 0 0 0 0,-17 17 0 0 0,1 2-22 0 0,26-32-91 0 0,-1 2 1 0 0,1-1-1 0 0,0 0 1 0 0,1 1-1 0 0,-1-1 1 0 0,1 1-1 0 0,-3 7 1 0 0,-15 25-630 0 0,5-16 137 0 0,3-4 954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19.4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 20 212 0 0,'0'0'4894'0'0,"4"-3"-4051"0"0,10-8-51 0 0,-13 10-738 0 0,0 1 1 0 0,-1-1-1 0 0,1 1 1 0 0,0-1-1 0 0,-1 1 1 0 0,1-1-1 0 0,0 1 1 0 0,0 0-1 0 0,0-1 1 0 0,-1 1 0 0 0,1 0-1 0 0,0 0 1 0 0,0-1-1 0 0,0 1 1 0 0,0 0-1 0 0,0 0 1 0 0,0 0-1 0 0,-1 0 1 0 0,1 0-1 0 0,0 0 1 0 0,2 1-1 0 0,-1-1 127 0 0,1 0 431 0 0,5 2-39 0 0,19 5-26 0 0,0 2-1 0 0,0 1 1 0 0,-1 1-1 0 0,-1 1 1 0 0,26 16-1 0 0,-48-25-463 0 0,1-1-1 0 0,-1 1 1 0 0,0-1 0 0 0,1 1-1 0 0,-1 0 1 0 0,0 0-1 0 0,-1 0 1 0 0,1 1 0 0 0,-1-1-1 0 0,1 1 1 0 0,-1-1-1 0 0,0 1 1 0 0,0 0 0 0 0,-1 0-1 0 0,1 0 1 0 0,-1 0 0 0 0,0 0-1 0 0,0 0 1 0 0,1 5-1 0 0,-2-3-6 0 0,0-1-1 0 0,-1 0 1 0 0,1 1-1 0 0,-1-1 1 0 0,0 0-1 0 0,-1 0 1 0 0,1 0-1 0 0,-1 0 1 0 0,0 0-1 0 0,0 0 1 0 0,-1 0-1 0 0,1 0 0 0 0,-1-1 1 0 0,-6 8-1 0 0,-1 0 33 0 0,0 1 0 0 0,-1-2 0 0 0,-1 0 0 0 0,0 0-1 0 0,0-1 1 0 0,-1-1 0 0 0,-1 0 0 0 0,0 0 0 0 0,0-1-1 0 0,0-1 1 0 0,-23 8 0 0 0,27-12-396 0 0,-1 0 0 0 0,0-1-1 0 0,0 0 1 0 0,0-1 0 0 0,0 0 0 0 0,0 0 0 0 0,-17-2-1 0 0,19 0-456 0 0,0-1-1 0 0,1 1 1 0 0,-1-2 0 0 0,1 1-1 0 0,-1-1 1 0 0,1 0-1 0 0,0-1 1 0 0,0 0-1 0 0,0 0 1 0 0,-8-7-1 0 0,-6-6-2719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19.8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3 268 0 0,'-8'-3'12693'0'0,"-8"58"-10748"0"0,-8 67 1 0 0,21-106-2220 0 0,0 0 0 0 0,-1 0 0 0 0,-1 0-1 0 0,-1 0 1 0 0,0-1 0 0 0,-1 0 0 0 0,0 0-1 0 0,-2 0 1 0 0,-9 13 0 0 0,12-22-574 0 0,1-1 0 0 0,-1 1 0 0 0,0-1 0 0 0,0-1 1 0 0,0 1-1 0 0,-1-1 0 0 0,1 0 0 0 0,-1-1 0 0 0,-15 6 0 0 0,4-3-2319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20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 89 864 0 0,'-4'-3'239'0'0,"-26"-31"2146"0"0,28 31-1949 0 0,0 1-1 0 0,0-1 1 0 0,0 1-1 0 0,1-1 1 0 0,-1 0-1 0 0,1 0 1 0 0,0 0-1 0 0,0 0 1 0 0,0 0-1 0 0,0 0 1 0 0,-1-5-1 0 0,3 7-367 0 0,-1 0-1 0 0,0 1 1 0 0,0-1 0 0 0,1 0-1 0 0,-1 1 1 0 0,0-1 0 0 0,1 0-1 0 0,-1 1 1 0 0,1-1-1 0 0,-1 1 1 0 0,1-1 0 0 0,-1 1-1 0 0,1-1 1 0 0,-1 1 0 0 0,1-1-1 0 0,-1 1 1 0 0,1 0 0 0 0,-1-1-1 0 0,1 1 1 0 0,0 0-1 0 0,-1-1 1 0 0,1 1 0 0 0,0 0-1 0 0,-1 0 1 0 0,1 0 0 0 0,0 0-1 0 0,0-1 1 0 0,-1 1 0 0 0,1 0-1 0 0,0 0 1 0 0,1 1-1 0 0,15-1 637 0 0,-15 0-645 0 0,0 0 1 0 0,0 0-1 0 0,0 0 1 0 0,0 1 0 0 0,0-1-1 0 0,0 1 1 0 0,0-1-1 0 0,0 1 1 0 0,0 0-1 0 0,-1 0 1 0 0,1 0 0 0 0,0 0-1 0 0,-1 0 1 0 0,3 1-1 0 0,1 2 100 0 0,17 8 198 0 0,-1 1-1 0 0,-1 0 1 0 0,0 2-1 0 0,-1 0 1 0 0,0 1-1 0 0,-2 1 0 0 0,0 0 1 0 0,15 21-1 0 0,-31-36-514 0 0,0 0 0 0 0,0 0 0 0 0,0 1 0 0 0,0-1 0 0 0,0 0 0 0 0,-1 1 0 0 0,1-1 0 0 0,-1 0 0 0 0,1 5 0 0 0,-1-6-166 0 0,1 0 0 0 0,-1 0-1 0 0,0 0 1 0 0,0 0 0 0 0,0 0 0 0 0,-1 1-1 0 0,1-1 1 0 0,0 0 0 0 0,0 0 0 0 0,0 0-1 0 0,-1 0 1 0 0,1 0 0 0 0,-1 0 0 0 0,1 0-1 0 0,-1 0 1 0 0,1 0 0 0 0,-1 0 0 0 0,1 0-1 0 0,-1-1 1 0 0,0 1 0 0 0,1 0 0 0 0,-1 0-1 0 0,0 0 1 0 0,-1 0 0 0 0,-10 6-3140 0 0</inkml:trace>
  <inkml:trace contextRef="#ctx0" brushRef="#br0" timeOffset="1">260 3 720 0 0,'-12'-3'9586'0'0,"-84"138"-5603"0"0,62-84-2923 0 0,-2 7-440 0 0,-4 8-2524 0 0,8-27-6045 0 0,22-30 4509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21.1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76 304 0 0,'4'-2'925'0'0,"17"-10"86"0"0,1 2-1 0 0,-1 1 1 0 0,2 0-1 0 0,-1 2 1 0 0,33-7-1 0 0,-37 10-96 0 0,-8 2-356 0 0,1 0 1 0 0,0 0 0 0 0,-1 1 0 0 0,14 0 0 0 0,-20 1-462 0 0,1 0 0 0 0,-1 0 0 0 0,0 0 1 0 0,0 1-1 0 0,1 0 0 0 0,-1-1 0 0 0,0 2 0 0 0,0-1 1 0 0,0 0-1 0 0,8 4 0 0 0,-9-2-59 0 0,1 0-1 0 0,-1 0 1 0 0,1 1-1 0 0,-1-1 1 0 0,0 1-1 0 0,-1-1 1 0 0,1 1-1 0 0,-1 0 1 0 0,1 0-1 0 0,-1 0 1 0 0,0 0-1 0 0,0 1 1 0 0,-1-1-1 0 0,0 0 1 0 0,1 1-1 0 0,-1-1 1 0 0,-1 1-1 0 0,1 7 1 0 0,1 9 66 0 0,-2 1-1 0 0,-4 36 1 0 0,3-44-62 0 0,-1 0-21 0 0,-1 1 0 0 0,-1 0-1 0 0,0-1 1 0 0,-6 15 0 0 0,-5 12-475 0 0,-3-1-4040 0 0,14-33 1633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21.5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217 0 156 0 0,'0'0'7223'0'0,"-5"4"-6389"0"0,2-2-772 0 0,-1 0 263 0 0,0 1-1 0 0,0 0 1 0 0,1 1-1 0 0,-1-1 0 0 0,1 0 1 0 0,0 1-1 0 0,0 0 1 0 0,0 0-1 0 0,1 0 1 0 0,-3 5-1 0 0,-4 9 402 0 0,1 1 0 0 0,-9 31-1 0 0,-4 12 15 0 0,-1 5 0 0 0,14-42-371 0 0,-1-1 0 0 0,-13 28 0 0 0,-15 31 328 0 0,19-40-2916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21.9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691 267 64 0 0,'-5'10'626'0'0,"0"-1"-1"0"0,0 0 1 0 0,-1 0-1 0 0,0 0 1 0 0,-1-1-1 0 0,0 0 1 0 0,0 0 0 0 0,0 0-1 0 0,-1-1 1 0 0,-1-1-1 0 0,-9 7 1 0 0,-12 6 803 0 0,-62 28 0 0 0,92-46-1409 0 0,-8 2 86 0 0,0 0 1 0 0,0 0-1 0 0,-1-1 0 0 0,1 0 1 0 0,0-1-1 0 0,-1 0 0 0 0,1 0 1 0 0,-1 0-1 0 0,1-1 0 0 0,-1-1 1 0 0,1 1-1 0 0,-1-2 0 0 0,1 1 1 0 0,-12-4-1 0 0,7 1-51 0 0,0-1 0 0 0,0 0 0 0 0,1-1 0 0 0,0 0 0 0 0,0-1 0 0 0,0 0 0 0 0,1-1 0 0 0,-14-13 0 0 0,17 13-48 0 0,0-1-1 0 0,0 0 1 0 0,1 0 0 0 0,0-1-1 0 0,1 0 1 0 0,0 0 0 0 0,0-1-1 0 0,1 0 1 0 0,1 0-1 0 0,0 0 1 0 0,-4-15 0 0 0,6 16-8 0 0,0 0 1 0 0,0 0-1 0 0,1 0 1 0 0,0 0-1 0 0,1 0 1 0 0,0 0 0 0 0,0 0-1 0 0,1 0 1 0 0,1 0-1 0 0,0 0 1 0 0,0 0-1 0 0,1 0 1 0 0,6-15-1 0 0,-6 20 10 0 0,1-1 0 0 0,-1 1 0 0 0,1 0 0 0 0,1 0 0 0 0,-1 0 0 0 0,0 1 0 0 0,1-1 0 0 0,0 1 0 0 0,0 0 0 0 0,1 1-1 0 0,-1-1 1 0 0,1 1 0 0 0,-1 0 0 0 0,1 1 0 0 0,0-1 0 0 0,11-2 0 0 0,0 0 102 0 0,-1 2 1 0 0,1 0-1 0 0,0 1 1 0 0,30-1-1 0 0,-43 3-39 0 0,9 10 49 0 0,-12-9-113 0 0,0 0 0 0 0,0 0 0 0 0,1-1 1 0 0,-1 1-1 0 0,0 0 0 0 0,0 0 0 0 0,0 0 0 0 0,0 1 1 0 0,0-1-1 0 0,-1 0 0 0 0,1 0 0 0 0,0 0 0 0 0,0 1 1 0 0,-1-1-1 0 0,1 0 0 0 0,-1 1 0 0 0,1-1 0 0 0,-1 0 1 0 0,0 1-1 0 0,1-1 0 0 0,-1 1 0 0 0,0-1 0 0 0,0 3 1 0 0,0 1 12 0 0,-1 1 0 0 0,0-1 0 0 0,0 0 1 0 0,-1 1-1 0 0,1-1 0 0 0,-1 0 0 0 0,0 0 1 0 0,0 0-1 0 0,-1 0 0 0 0,0-1 0 0 0,0 1 1 0 0,-4 5-1 0 0,-7 12 55 0 0,-1 2-6 0 0,0-2 1 0 0,-2 0-1 0 0,0-1 0 0 0,-39 36 0 0 0,20-25-857 0 0,-80 53-1 0 0,108-81 331 0 0,1 0 0 0 0,-1 0 0 0 0,0 0 0 0 0,-10 2 0 0 0,-13 1-4639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22.3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643 7 920 0 0,'-6'-6'7899'0'0,"-68"121"-5085"0"0,39-56-1799 0 0,-32 36 708 0 0,53-76-1346 0 0,-1 0-1 0 0,-1-1 1 0 0,-33 30-1 0 0,23-32-221 0 0,25-15-128 0 0,-4-1-19 0 0,-12 2-26 0 0,9-5-4 0 0,0-4 8 0 0,0 0 0 0 0,0-1 0 0 0,1 0 0 0 0,-1 0 0 0 0,2-1 0 0 0,-11-16 0 0 0,12 14 2 0 0,3 6 50 0 0,1 1 0 0 0,-1 0-1 0 0,0 0 1 0 0,-1 0 0 0 0,1 0-1 0 0,-1 0 1 0 0,1 1 0 0 0,-1-1-1 0 0,0 1 1 0 0,-5-5-1 0 0,4 14 32 0 0,-15 23 131 0 0,1 1 0 0 0,1 0 0 0 0,-16 44 0 0 0,-17 45-748 0 0,48-115 90 0 0,0 0-1 0 0,1 0 1 0 0,-1-1-1 0 0,-1 1 1 0 0,1-1-1 0 0,0 0 0 0 0,-1 1 1 0 0,0-1-1 0 0,1 0 1 0 0,-1-1-1 0 0,0 1 1 0 0,-1 0-1 0 0,1-1 1 0 0,-7 4-1 0 0,-15-5-6659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22.6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0 773 824 0 0,'0'0'7909'0'0,"2"-3"-7298"0"0,8-20-149 0 0,0 0 0 0 0,-2 0 0 0 0,-1-1 0 0 0,0 0 0 0 0,-2 0 0 0 0,-1-1 0 0 0,2-43 1 0 0,10-34-24 0 0,-6 53-294 0 0,-5 18-42 0 0,1 1 0 0 0,1 0 1 0 0,2 0-1 0 0,21-48 0 0 0,-23 65-63 0 0,-1 0 0 0 0,2 1 0 0 0,0 0 0 0 0,0 0 0 0 0,1 0 1 0 0,1 1-1 0 0,0 1 0 0 0,0 0 0 0 0,1 0 0 0 0,0 1 0 0 0,1 0 0 0 0,14-8 0 0 0,-17 12-18 0 0,-1 0 0 0 0,1 1 0 0 0,0 0 1 0 0,0 0-1 0 0,1 1 0 0 0,-1 0 0 0 0,0 1 0 0 0,1 0 0 0 0,0 0 1 0 0,0 1-1 0 0,-1 1 0 0 0,19 0 0 0 0,-15 1 3 0 0,0 1 0 0 0,0 0 0 0 0,0 1 0 0 0,0 0-1 0 0,0 1 1 0 0,13 7 0 0 0,-19-8-32 0 0,0 0-1 0 0,-1 0 1 0 0,0 1-1 0 0,0 0 1 0 0,0 0-1 0 0,0 1 1 0 0,0 0-1 0 0,-1 0 1 0 0,0 0-1 0 0,0 1 1 0 0,0-1-1 0 0,5 11 1 0 0,-9-14-85 0 0,0 1 1 0 0,0 0-1 0 0,0 0 1 0 0,0 0-1 0 0,0 0 1 0 0,-1 0-1 0 0,1 0 1 0 0,-1 0-1 0 0,0 0 1 0 0,0 0-1 0 0,0 0 1 0 0,-1 0-1 0 0,1 0 1 0 0,-1 0-1 0 0,1 0 1 0 0,-1 0-1 0 0,0 0 1 0 0,0 0-1 0 0,-1-1 1 0 0,1 1-1 0 0,0 0 1 0 0,-1-1-1 0 0,0 1 1 0 0,1-1-1 0 0,-1 1 0 0 0,-4 2 1 0 0,1 2-728 0 0,-2 0 0 0 0,1-1 0 0 0,-1 0 0 0 0,0-1 0 0 0,0 0 0 0 0,-1 0 0 0 0,-14 7 1 0 0,-21 6-2559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2:23.0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258 1 784 0 0,'0'0'1204'0'0,"-32"4"-84"0"0,20-1 984 0 0,-16 9-1119 0 0,21-6-61 0 0,-3 1-104 0 0,1 5-80 0 0,1-1-92 0 0,-1 9-144 0 0,-10-3-260 0 0,-2 15-360 0 0,6-10-452 0 0,-13 8-1000 0 0,-2 3-1693 0 0,0 0 749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14.6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246 326 236 0 0,'2'-2'482'0'0,"2"-4"-243"0"0,0 0 0 0 0,-1 0 0 0 0,0 0 0 0 0,0-1 0 0 0,0 1 0 0 0,-1-1 0 0 0,0 0 0 0 0,0 1 0 0 0,1-15 0 0 0,6-18 845 0 0,-3 14-369 0 0,3-2 575 0 0,-8 25-920 0 0,-8-23 3183 0 0,5 23-3203 0 0,-1 1-6 0 0,-10-1-11 0 0,10 1-14 0 0,-2 1-15 0 0,-6 0-73 0 0,0 1-1 0 0,1 0 0 0 0,-1 0 0 0 0,0 1 1 0 0,0 0-1 0 0,1 1 0 0 0,-18 7 1 0 0,15-5-25 0 0,-5 2 210 0 0,1 0-1 0 0,-25 14 0 0 0,25-11-188 0 0,14-9-202 0 0,0 1 0 0 0,0 0-1 0 0,1-1 1 0 0,-1 1 0 0 0,0 0 0 0 0,1 1-1 0 0,0-1 1 0 0,-4 4 0 0 0,2 0 18 0 0,0 1 1 0 0,1 0 0 0 0,-1 1-1 0 0,2-1 1 0 0,-4 11 0 0 0,-2 18 134 0 0,8-34-158 0 0,4 82 284 0 0,-2-76-262 0 0,0 0 0 0 0,0-1 0 0 0,1 1 0 0 0,0-1 0 0 0,5 10 0 0 0,-7-15-43 0 0,3 6 11 0 0,2-1 1 0 0,-1 0-1 0 0,1 0 0 0 0,1 0 0 0 0,-1-1 1 0 0,1 0-1 0 0,14 10 0 0 0,-13-11-11 0 0,1-1 0 0 0,0 1 0 0 0,0-2-1 0 0,0 1 1 0 0,0-1 0 0 0,1-1 0 0 0,15 3 0 0 0,-2-2-3 0 0,39 0 0 0 0,-41-3-20 0 0,1-2 1 0 0,-1 0 0 0 0,0-1-1 0 0,-1-1 1 0 0,32-11-1 0 0,-41 12 4 0 0,0-1-1 0 0,0-1 0 0 0,-1 0 1 0 0,18-11-1 0 0,-22 11 20 0 0,0 0 0 0 0,0 0 0 0 0,-1 0-1 0 0,1-1 1 0 0,-2 0 0 0 0,1 0 0 0 0,-1-1-1 0 0,6-10 1 0 0,10-21 2 0 0,-1 0-1 0 0,-3-2 0 0 0,-1 0 1 0 0,10-43-1 0 0,-23 72 14 0 0,1 0-1 0 0,-2 0 1 0 0,0 0 0 0 0,0 0 0 0 0,-1-1-1 0 0,-1 1 1 0 0,-2-19 0 0 0,1 27-9 0 0,1-1 1 0 0,-1 1-1 0 0,0-1 1 0 0,0 1 0 0 0,0 0-1 0 0,-1 0 1 0 0,1 0-1 0 0,-1 0 1 0 0,0 0 0 0 0,0 1-1 0 0,0-1 1 0 0,0 1-1 0 0,0 0 1 0 0,0 0 0 0 0,0 0-1 0 0,-1 0 1 0 0,1 0-1 0 0,-8-1 1 0 0,-4-3-11 0 0,0 2-1 0 0,-1 0 1 0 0,-16-3 0 0 0,8 5-67 0 0,0 0 0 0 0,-1 2 0 0 0,1 0 0 0 0,-1 2 0 0 0,-32 6 0 0 0,39-3-238 0 0,-1 0 1 0 0,1 1 0 0 0,1 1-1 0 0,-1 1 1 0 0,1 1 0 0 0,0 0-1 0 0,1 1 1 0 0,0 0 0 0 0,1 2-1 0 0,-26 24 1 0 0,24-13-1612 0 0,13-11-3526 0 0,3 3 2445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15.4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506 179 120 0 0,'0'0'2698'0'0,"-2"-2"-1948"0"0,-27-66 3327 0 0,25 61-3919 0 0,0-1 0 0 0,-1 1-1 0 0,0 0 1 0 0,-1 0 0 0 0,0 0-1 0 0,0 1 1 0 0,0 0 0 0 0,-1 0-1 0 0,0 0 1 0 0,0 1-1 0 0,0 0 1 0 0,-1 1 0 0 0,0-1-1 0 0,0 2 1 0 0,0-1 0 0 0,0 1-1 0 0,0 0 1 0 0,-1 1 0 0 0,1-1-1 0 0,-1 2 1 0 0,0-1 0 0 0,-16 1-1 0 0,13 0-72 0 0,0 2-1 0 0,-1-1 1 0 0,1 2 0 0 0,0 0-1 0 0,0 0 1 0 0,0 1-1 0 0,0 0 1 0 0,0 1-1 0 0,1 1 1 0 0,-1 0 0 0 0,1 0-1 0 0,1 1 1 0 0,-1 0-1 0 0,1 1 1 0 0,-18 16-1 0 0,26-22-70 0 0,-52 54 284 0 0,49-50-263 0 0,1 1 0 0 0,0-1 0 0 0,0 1-1 0 0,0 0 1 0 0,1 0 0 0 0,0 0 0 0 0,0 1-1 0 0,-3 9 1 0 0,5-14-30 0 0,1-1 0 0 0,-1 1 0 0 0,1 0-1 0 0,0 0 1 0 0,-1-1 0 0 0,1 1 0 0 0,0 0 0 0 0,0-1-1 0 0,0 1 1 0 0,1 0 0 0 0,-1-1 0 0 0,0 1 0 0 0,1 0-1 0 0,-1-1 1 0 0,1 1 0 0 0,-1 0 0 0 0,1-1 0 0 0,0 1 0 0 0,0-1-1 0 0,-1 1 1 0 0,1-1 0 0 0,2 2 0 0 0,-1-1-3 0 0,0-1 1 0 0,0 0 0 0 0,0 0-1 0 0,0 1 1 0 0,0-1-1 0 0,0-1 1 0 0,0 1 0 0 0,0 0-1 0 0,0-1 1 0 0,0 1 0 0 0,1-1-1 0 0,-1 1 1 0 0,0-1-1 0 0,3 0 1 0 0,6 0 2 0 0,0-1 0 0 0,0 0 0 0 0,-1-1 0 0 0,18-5 0 0 0,-27 7-4 0 0,10-3 2 0 0,0-1 0 0 0,-1-1 1 0 0,1 0-1 0 0,-1 0 1 0 0,0-1-1 0 0,0 0 1 0 0,12-11-1 0 0,4-5 5 0 0,25-30 0 0 0,-21 22 1 0 0,-16 14 37 0 0,17-23-1 0 0,-26 31 34 0 0,-4 7 57 0 0,0 1 138 0 0,5-6-409 0 0,-6 6 160 0 0,0 0-1 0 0,0 0 1 0 0,0 0 0 0 0,0 0 0 0 0,0 0-1 0 0,0 0 1 0 0,0 0 0 0 0,1 0 0 0 0,-1 0-1 0 0,0 0 1 0 0,0 0 0 0 0,0 0-1 0 0,0 0 1 0 0,0 0 0 0 0,0 0 0 0 0,0 0-1 0 0,0 0 1 0 0,1 0 0 0 0,-1 0 0 0 0,0 0-1 0 0,0 0 1 0 0,0 0 0 0 0,0 0 0 0 0,0 0-1 0 0,0 0 1 0 0,0 0 0 0 0,0 0 0 0 0,0 0-1 0 0,1 0 1 0 0,-1 0 0 0 0,0 0 0 0 0,0 0-1 0 0,0 0 1 0 0,0 0 0 0 0,0 0-1 0 0,0 0 1 0 0,0 0 0 0 0,0 0 0 0 0,0 0-1 0 0,0 0 1 0 0,0 1 0 0 0,1-1 0 0 0,-1 0-1 0 0,0 0 1 0 0,0 0 0 0 0,0 0 0 0 0,0 0-1 0 0,0 0 1 0 0,0 0 0 0 0,0 0 0 0 0,0 0-1 0 0,0 1 1 0 0,0-1 0 0 0,0 0 0 0 0,0 0-1 0 0,0 0 1 0 0,0 0 0 0 0,0 0-1 0 0,0 0 1 0 0,0 0 0 0 0,0 0 0 0 0,0 1-1 0 0,0-1 1 0 0,0 0 0 0 0,0 0 0 0 0,0 0-1 0 0,-1 0 1 0 0,-6 60 652 0 0,-3 0 0 0 0,-23 73 0 0 0,16-64-201 0 0,-91 388 1222 0 0,83-314-1387 0 0,10-47-160 0 0,1-20-338 0 0,-7 138-1 0 0,21-202 27 0 0,1-1-1 0 0,1 0 0 0 0,-1 0 1 0 0,8 22-1 0 0,-6-23-104 0 0,-2-9 236 0 0,-1-1-1 0 0,1 1 1 0 0,0 0-1 0 0,0-1 0 0 0,0 1 1 0 0,0 0-1 0 0,0-1 0 0 0,0 1 1 0 0,0-1-1 0 0,0 0 1 0 0,0 1-1 0 0,0-1 0 0 0,0 0 1 0 0,2 1-1 0 0,-2-1 24 0 0,-1 0-1 0 0,0 0 0 0 0,1 0 1 0 0,-1 0-1 0 0,0 0 1 0 0,1 0-1 0 0,-1 0 1 0 0,0 0-1 0 0,1 0 1 0 0,-1 0-1 0 0,0 0 1 0 0,1 0-1 0 0,-1 0 1 0 0,0 0-1 0 0,1 0 1 0 0,-1 0-1 0 0,0 0 1 0 0,1 0-1 0 0,-1 0 1 0 0,0-1-1 0 0,1 1 1 0 0,-1 0-1 0 0,0 0 1 0 0,1 0-1 0 0,-1-1 1 0 0,9-4-36 0 0,0 0 1 0 0,-1-1-1 0 0,0 0 1 0 0,0-1 0 0 0,0 1-1 0 0,-1-1 1 0 0,0-1-1 0 0,-1 1 1 0 0,11-16 0 0 0,5-12-36 0 0,19-42 0 0 0,-27 49 59 0 0,41-76-25 0 0,77-154-82 0 0,-114 221 68 0 0,1 1-1 0 0,47-64 1 0 0,-35 67-885 0 0,64-56 0 0 0,-57 56-1078 0 0,-37 32 1659 0 0,1 0 0 0 0,0 0 0 0 0,0 0 0 0 0,0 0-1 0 0,0 0 1 0 0,0 0 0 0 0,1 1 0 0 0,-1-1 0 0 0,0 1 0 0 0,0-1-1 0 0,0 1 1 0 0,0 0 0 0 0,1 0 0 0 0,1 0 0 0 0,-1 3-2623 0 0,7 10 229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15.9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80 60 640 0 0,'-4'-16'3524'0'0,"4"15"-3333"0"0,0-1 0 0 0,0 0 0 0 0,0 0 0 0 0,1 0 0 0 0,-1 1 0 0 0,1-1 0 0 0,-1 0 0 0 0,1 1 0 0 0,0-1 0 0 0,0 1-1 0 0,0-1 1 0 0,0 1 0 0 0,0-1 0 0 0,0 1 0 0 0,0-1 0 0 0,2-1 0 0 0,-2 2-80 0 0,1 0-1 0 0,0-1 1 0 0,-1 1 0 0 0,1 0-1 0 0,0 0 1 0 0,0 1 0 0 0,-1-1-1 0 0,1 0 1 0 0,0 0 0 0 0,0 1-1 0 0,0-1 1 0 0,2 1 0 0 0,15-3 230 0 0,-15 3-234 0 0,0 0 1 0 0,0 0-1 0 0,1 0 1 0 0,-1 0 0 0 0,0 1-1 0 0,0-1 1 0 0,6 3 0 0 0,1 1 103 0 0,1 0 0 0 0,16 10 1 0 0,-26-13-206 0 0,4 2 52 0 0,1 1-1 0 0,0 0 1 0 0,-1 0 0 0 0,0 1 0 0 0,0 0 0 0 0,0 0-1 0 0,0 0 1 0 0,-1 1 0 0 0,0 0 0 0 0,0 0-1 0 0,-1 0 1 0 0,0 1 0 0 0,0-1 0 0 0,0 1-1 0 0,-1 0 1 0 0,0 0 0 0 0,0 0 0 0 0,2 9-1 0 0,-5-10-13 0 0,0 0-1 0 0,0 1 1 0 0,0-1-1 0 0,-1 0 0 0 0,0 0 1 0 0,0 0-1 0 0,0 0 0 0 0,-1 0 1 0 0,0-1-1 0 0,0 1 0 0 0,0 0 1 0 0,-1-1-1 0 0,0 1 1 0 0,0-1-1 0 0,0 0 0 0 0,-1 0 1 0 0,0 0-1 0 0,0-1 0 0 0,-5 5 1 0 0,7-7 22 0 0,0 0 0 0 0,0-1 0 0 0,0 1-1 0 0,0-1 1 0 0,-1 0 0 0 0,1 0 0 0 0,0 0 0 0 0,-1 0 0 0 0,1 0 0 0 0,-1 0 0 0 0,1-1 0 0 0,-4 1 0 0 0,-9-6-61 0 0,10 2 598 0 0,16 7-545 0 0,0 1 1 0 0,-1 1-1 0 0,0 0 0 0 0,0 0 1 0 0,16 14-1 0 0,-11-6 33 0 0,0 0 0 0 0,-2 1-1 0 0,0 0 1 0 0,0 1 0 0 0,13 24-1 0 0,-25-37-37 0 0,1 0 0 0 0,-1 1 0 0 0,0-1 0 0 0,0 0 0 0 0,0 1-1 0 0,-1-1 1 0 0,1 1 0 0 0,-1-1 0 0 0,0 1 0 0 0,0-1 0 0 0,0 1-1 0 0,0-1 1 0 0,-1 1 0 0 0,0-1 0 0 0,1 0 0 0 0,-1 1 0 0 0,0-1-1 0 0,-1 0 1 0 0,1 1 0 0 0,0-1 0 0 0,-1 0 0 0 0,0 0 0 0 0,0 0-1 0 0,0 0 1 0 0,0 0 0 0 0,0-1 0 0 0,-5 5 0 0 0,0 1 100 0 0,-1-1 1 0 0,0-1-1 0 0,0 1 1 0 0,0-1-1 0 0,0-1 1 0 0,-1 1-1 0 0,0-2 1 0 0,-12 6-1 0 0,14-8-129 0 0,0 0 0 0 0,0 0-1 0 0,-1-1 1 0 0,1 0 0 0 0,0 0-1 0 0,-1-1 1 0 0,1 1 0 0 0,0-2-1 0 0,-1 1 1 0 0,1-1 0 0 0,-13-3-1 0 0,14 2-142 0 0,-1 0-1 0 0,1 0 1 0 0,-1-1-1 0 0,1 0 1 0 0,0 0 0 0 0,0 0-1 0 0,0-1 1 0 0,0 0-1 0 0,1 0 1 0 0,-6-6-1 0 0,-3-4-749 0 0,0-1-1 0 0,-11-17 0 0 0,14 17-1822 0 0,-1 0 0 0 0,-16-14 0 0 0,15 18-777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18.0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0 279 132 0 0,'0'0'9602'0'0,"7"-3"-9204"0"0,22-8-18 0 0,-22 8-17 0 0,-1 2-26 0 0,30 3 523 0 0,38 8 1 0 0,159 26 820 0 0,-153-22-1383 0 0,-67-6-359 0 0,-23-10 57 0 0,-31-9 6 0 0,37 10-2 0 0,0-1-1 0 0,0 1 0 0 0,0-1 1 0 0,1 0-1 0 0,-1 0 1 0 0,1-1-1 0 0,-1 1 0 0 0,1-1 1 0 0,0 0-1 0 0,-1 1 0 0 0,2-2 1 0 0,-1 1-1 0 0,0 0 0 0 0,0 0 1 0 0,1-1-1 0 0,-4-6 1 0 0,-9-12-29 0 0,11 14 6 0 0,1 0 0 0 0,0 0 0 0 0,1-1 0 0 0,0 1 0 0 0,-2-14 0 0 0,3 19 16 0 0,1-5-24 0 0,-1 0 0 0 0,2 0-1 0 0,-1 0 1 0 0,1 0-1 0 0,2-12 1 0 0,-1 14-95 0 0,-1-1 1 0 0,0 1 0 0 0,0 0-1 0 0,-1 0 1 0 0,0-1-1 0 0,0 1 1 0 0,-2-9-1 0 0,2 14 0 0 0,0-1 1 0 0,0 0-1 0 0,0 1 0 0 0,0-1 1 0 0,0 1-1 0 0,0-1 0 0 0,0 0 0 0 0,0 1 1 0 0,1-1-1 0 0,0-2 0 0 0,1-11-1787 0 0,-5 2-3286 0 0,-2 1 2397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25.7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1804 53 660 0 0,'0'0'1864'0'0,"-12"-1"-976"0"0,-35-5-42 0 0,-28-7 3269 0 0,47 7-2953 0 0,11 2-474 0 0,1 1 0 0 0,-21-1 0 0 0,-230-11 2465 0 0,212 14-3009 0 0,0 3 0 0 0,0 1 1 0 0,0 3-1 0 0,1 3 0 0 0,-76 21 0 0 0,25-7-47 0 0,30-8-70 0 0,-32 5 139 0 0,104-19-148 0 0,-13 2 6 0 0,13-3-9 0 0,-16 2 28 0 0,2 4 5 0 0,13-5-48 0 0,1-1 0 0 0,0 1 0 0 0,0 0 0 0 0,0 0 0 0 0,0 0 0 0 0,0 0 0 0 0,1 1 0 0 0,-1-1 0 0 0,0 1 1 0 0,1-1-1 0 0,-1 1 0 0 0,1 0 0 0 0,-1 0 0 0 0,1 1 0 0 0,0-1 0 0 0,-3 3 0 0 0,-1 2-10 0 0,1 0 0 0 0,0 0-1 0 0,0 1 1 0 0,-6 12 0 0 0,-13 48-3 0 0,19-54 11 0 0,0 0 0 0 0,1 1 0 0 0,-5 27 0 0 0,5-24-14 0 0,-9 31 1 0 0,8-32 10 0 0,0 0 0 0 0,2 0 0 0 0,-3 26 1 0 0,-2 12-1 0 0,5-38 8 0 0,-3 15 1 0 0,-2 0-1 0 0,-12 36 1 0 0,-81 249 47 0 0,46-129-19 0 0,40-141-15 0 0,-25 87 53 0 0,26-66-42 0 0,-50 250 160 0 0,25 8-334 0 0,31-153 10 0 0,3-82 53 0 0,1-54 52 0 0,3 48-1 0 0,1-77 25 0 0,11 274-126 0 0,-6-100 100 0 0,-18 104-74 0 0,13-267 87 0 0,1 0 1 0 0,0-1 0 0 0,7 27-1 0 0,-6-38 13 0 0,-1 0 0 0 0,2 0 0 0 0,-1 0 0 0 0,1 0 1 0 0,0-1-1 0 0,1 1 0 0 0,-1-1 0 0 0,1 0 0 0 0,0 0 0 0 0,1-1 0 0 0,8 10 0 0 0,-7-11 4 0 0,-1 0-1 0 0,1 0 1 0 0,-1-1-1 0 0,1 1 1 0 0,0-1-1 0 0,0-1 1 0 0,1 1-1 0 0,-1-1 1 0 0,1 0-1 0 0,8 1 1 0 0,9 1-1 0 0,37 0 1 0 0,-28-2 4 0 0,162 7 16 0 0,24-5 47 0 0,-43 0 6 0 0,123-4 54 0 0,-108-15-52 0 0,77-14 3 0 0,-198 20-54 0 0,-31 3-20 0 0,49 0 0 0 0,15 7 30 0 0,101-1-139 0 0,-127-1-10 0 0,-73 1 94 0 0,0-1-4 0 0,10-2 22 0 0,-10 3-5 0 0,-1-1-1 0 0,8-1 4 0 0,-8 1-5 0 0,-2-1-22 0 0,4-5 35 0 0,-1 0-1 0 0,0 0 1 0 0,0-1-1 0 0,0 1 1 0 0,-1-1-1 0 0,-1 0 0 0 0,1 0 1 0 0,-1 0-1 0 0,-1 0 1 0 0,1 0-1 0 0,-1-1 0 0 0,-1 1 1 0 0,1 0-1 0 0,-3-15 1 0 0,3-13 9 0 0,1-30 20 0 0,5-45 51 0 0,-5 57-14 0 0,-3 41-36 0 0,1-1-1 0 0,3-19 1 0 0,8-100 163 0 0,-9 80-138 0 0,-2-33 50 0 0,-1 59-49 0 0,4-47 1 0 0,13-171 174 0 0,-9 124-180 0 0,-2-13 7 0 0,-3 18 7 0 0,1-13-43 0 0,2-21 0 0 0,-5 100-16 0 0,-8-52-1 0 0,-1-33-12 0 0,1 3-8 0 0,4 83-11 0 0,4-65 0 0 0,2 48-46 0 0,-3 52 75 0 0,0 0-1 0 0,-1 0 0 0 0,-1 0 1 0 0,0 0-1 0 0,-1 1 1 0 0,0-1-1 0 0,-10-19 0 0 0,10 23 0 0 0,-5-13-24 0 0,-2 0 1 0 0,-24-39-1 0 0,29 53 24 0 0,1 0 0 0 0,1 0-1 0 0,-1-1 1 0 0,-4-17 0 0 0,8 15-14 0 0,0 0-1 0 0,-1 0 1 0 0,-7-22 0 0 0,-1-8 2 0 0,-20-98 85 0 0,30 139-75 0 0,0-1-1 0 0,0 1 1 0 0,-1 0 0 0 0,1-1-1 0 0,0 1 1 0 0,-1 0 0 0 0,1 0-1 0 0,-1-1 1 0 0,1 1 0 0 0,-1 0 0 0 0,1 0-1 0 0,-1 0 1 0 0,0 0 0 0 0,-1-2-1 0 0,-15-26 25 0 0,15 26-28 0 0,-4-3 1 0 0,-9-18 8 0 0,14 21-19 0 0,-5-22 6 0 0,1 19 14 0 0,0-1 0 0 0,0 2 0 0 0,0-1 0 0 0,-1 0 0 0 0,0 1 0 0 0,0 0 0 0 0,-1 1 0 0 0,1-1 0 0 0,-15-6 0 0 0,0 1-18 0 0,-1 1 0 0 0,-27-7 0 0 0,-23 1-30 0 0,31 7 8 0 0,0 0-166 0 0,0 2 0 0 0,-1 2 1 0 0,-72 1-1 0 0,-119 23-2914 0 0,89-5-3301 0 0,99-13 2945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3.4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1321 491 164 0 0,'0'0'6710'0'0,"-1"-3"-6165"0"0,-1-1 113 0 0,-1-1 0 0 0,1 1 0 0 0,-1 0 0 0 0,0 0 0 0 0,0 0 0 0 0,0 1 0 0 0,-4-4 0 0 0,-20-16 387 0 0,-9-5-544 0 0,-69-47 351 0 0,70 48-582 0 0,-76-44 0 0 0,59 45-68 0 0,-1 3 0 0 0,-105-30-1 0 0,-122-3 78 0 0,91 25-112 0 0,116 19-130 0 0,19 1-378 0 0,51 11 230 0 0,0-1-151 0 0,-82-11-2045 0 0,81 11 2010 0 0,0 1-35 0 0,1-1 36 0 0,-15 0-741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3.8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432 648 284 0 0,'-10'-5'635'0'0,"-1"1"-420"0"0,6 2-122 0 0,0 1 1 0 0,0-1 0 0 0,1-1 0 0 0,-1 1-1 0 0,1-1 1 0 0,-1 0 0 0 0,1 0 0 0 0,0 0-1 0 0,0 0 1 0 0,-4-6 0 0 0,-43-47 2008 0 0,-63-89 0 0 0,82 102-1634 0 0,18 26-224 0 0,2 0-1 0 0,0-1 1 0 0,0 0-1 0 0,-9-23 1 0 0,16 29-86 0 0,-2 0 0 0 0,-10-15 1 0 0,-9-19 246 0 0,14 22-196 0 0,8 17-103 0 0,0 0 1 0 0,0-1 0 0 0,-3-13-1 0 0,6 19-68 0 0,0 0 0 0 0,1 0 0 0 0,-1-1 0 0 0,1 1 0 0 0,0 0 0 0 0,0 0 0 0 0,0-1 0 0 0,0 1 0 0 0,0 0 0 0 0,0-1-1 0 0,1-2 1 0 0,0 3-27 0 0,0 1-1 0 0,0-1 1 0 0,0 1-1 0 0,0 0 1 0 0,0-1-1 0 0,0 1 1 0 0,0 0-1 0 0,0 0 1 0 0,1 0-1 0 0,-1 0 0 0 0,0 0 1 0 0,1 0-1 0 0,-1 0 1 0 0,3 0-1 0 0,9-4 47 0 0,0 0 0 0 0,1 1 0 0 0,-1 0 0 0 0,1 2 0 0 0,0-1 0 0 0,0 2 0 0 0,0 0 0 0 0,14 0 0 0 0,13-1 98 0 0,-7-1-61 0 0,107-3 232 0 0,-34 6-352 0 0,67 4-407 0 0,-134-2-1635 0 0,0 3 0 0 0,51 12 1 0 0,-59-9-525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5.4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1522 3 144 0 0,'0'0'1064'0'0,"-5"-1"-574"0"0,-16 0 890 0 0,15 2-946 0 0,-17 2 54 0 0,1 2 0 0 0,-1 0 0 0 0,1 2 0 0 0,-30 13 0 0 0,-529 241 2717 0 0,577-260-3185 0 0,-329 130 1005 0 0,324-128-1008 0 0,-274 82 634 0 0,239-73-636 0 0,17-5-430 0 0,-37 6-1 0 0,62-13-114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6.6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 47 552 0 0,'-8'-6'901'0'0,"0"0"0"0"0,0 1 0 0 0,0-1-1 0 0,0 2 1 0 0,-1-1 0 0 0,-17-10 5161 0 0,58 21-5793 0 0,38 10 0 0 0,303 110 1299 0 0,-301-100-1366 0 0,-44-17-77 0 0,31 15 0 0 0,36 17 214 0 0,36 17 18 0 0,-53-21 7 0 0,120 39 0 0 0,-71-30-51 0 0,84 27 125 0 0,-50-19-224 0 0,14 6 47 0 0,-167-57-243 0 0,126 54-130 0 0,-132-56-23 0 0,2 0-403 0 0,5 0 847 0 0,-9-1-358 0 0,0 0 0 0 0,1 0 1 0 0,-1 0-1 0 0,0 0 0 0 0,0 0 0 0 0,0 0 0 0 0,0 0 0 0 0,0 0 0 0 0,0 0 0 0 0,1 0 0 0 0,-1 0 1 0 0,-16-32-4869 0 0,-26-27 2397 0 0,19 28-790 0 0,-1 0 250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7.0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125 14 108 0 0,'-3'-2'1212'0'0,"-15"-7"2433"0"0,4 6 2062 0 0,16 9-5073 0 0,-1-1-481 0 0,1 1-1 0 0,0-1 1 0 0,0 0-1 0 0,0 0 0 0 0,1 0 1 0 0,0 0-1 0 0,0-1 0 0 0,0 1 1 0 0,0-1-1 0 0,6 5 1 0 0,120 115 1640 0 0,38 38-476 0 0,-144-137-1106 0 0,-1 0 0 0 0,31 48 0 0 0,-43-57-157 0 0,-2 0 0 0 0,0 1 1 0 0,0-1-1 0 0,-2 2 1 0 0,0-1-1 0 0,5 26 0 0 0,-9-37-30 0 0,-1 0-1 0 0,0 1 0 0 0,-1-1 1 0 0,1 0-1 0 0,-1 1 0 0 0,0-1 1 0 0,-1 0-1 0 0,1 1 0 0 0,-1-1 1 0 0,-1 0-1 0 0,1 1 1 0 0,-1-1-1 0 0,0 0 0 0 0,-1 0 1 0 0,1 0-1 0 0,-1-1 0 0 0,0 1 1 0 0,0-1-1 0 0,-1 1 0 0 0,0-1 1 0 0,0 0-1 0 0,0 0 0 0 0,-1-1 1 0 0,1 1-1 0 0,-1-1 1 0 0,0 0-1 0 0,0 0 0 0 0,-1-1 1 0 0,-5 4-1 0 0,-53 23 177 0 0,36-20-61 0 0,-43 10 1 0 0,-32-2 97 0 0,31-10-115 0 0,-16 6-297 0 0,34-4-2960 0 0,33-6-5208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9.4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8 804 0 0,'0'0'4837'0'0,"32"-5"-4485"0"0,5 3-420 0 0,-5 2-132 0 0,17 0-129 0 0,0 2-91 0 0,-2 3-412 0 0,2 7-896 0 0,25-6 396 0 0</inkml:trace>
  <inkml:trace contextRef="#ctx0" brushRef="#br0" timeOffset="1">1110 191 472 0 0,'4'0'750'0'0,"37"2"1355"0"0,-37-2-1501 0 0,1-1-54 0 0,58-7 235 0 0,78 1 0 0 0,35 17-4197 0 0,-133-4 1925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9.82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0 120 0 0,'106'22'2222'0'0,"140"11"1"0"0,-75-12-1956 0 0,22-5-3057 0 0,-169-14 1640 0 0</inkml:trace>
  <inkml:trace contextRef="#ctx0" brushRef="#br0" timeOffset="1">926 37 200 0 0,'0'0'356'0'0,"23"-4"216"0"0,7 0-80 0 0,-2 2-324 0 0,-13 0-40 0 0,8 2-76 0 0,1-6-140 0 0,1 6-228 0 0,22 0-844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8.2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1 448 0 0,'125'31'2205'0'0,"-19"-3"-1202"0"0,226 51 1314 0 0,-298-70-2052 0 0,-9-3 32 0 0,-2 1 0 0 0,1 1 0 0 0,38 18 0 0 0,-49-17-910 0 0,0 0-1 0 0,-1 1 1 0 0,-1 0-1 0 0,12 13 1 0 0,-12-12-956 0 0,-2-3-5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8.6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1 852 0 0,'7'13'3719'0'0,"-2"-7"-3487"0"0,0-1 0 0 0,0 0-1 0 0,0-1 1 0 0,1 1 0 0 0,0-1 0 0 0,0 0 0 0 0,0 0-1 0 0,0-1 1 0 0,0 1 0 0 0,10 2 0 0 0,18 12-65 0 0,-5-2-567 0 0,1-1 0 0 0,51 16-1 0 0,-6-1-2809 0 0,-47-17 1593 0 0</inkml:trace>
  <inkml:trace contextRef="#ctx0" brushRef="#br0" timeOffset="1">784 375 672 0 0,'13'6'1364'0'0,"-1"1"-180"0"0,1-1-240 0 0,6-2-220 0 0,-2 2-528 0 0,0 2-84 0 0,-2-1-96 0 0,11-5-164 0 0,0 6-96 0 0,3 3-184 0 0,-5-3-304 0 0,2 2-796 0 0,-3-5 352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39.0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0 500 0 0,'0'0'2356'0'0,"9"6"188"0"0,21 2-2271 0 0,-13-4-153 0 0,4-1-104 0 0,11-1-164 0 0,-2-2-105 0 0,0 8-91 0 0,13 0-160 0 0,-14-3-256 0 0,-1 7-828 0 0,2-1 368 0 0</inkml:trace>
  <inkml:trace contextRef="#ctx0" brushRef="#br0" timeOffset="1">773 200 392 0 0,'12'6'1508'0'0,"8"-1"-536"0"0,14-3-712 0 0,-2 0-248 0 0,-9 2-96 0 0,3 2-60 0 0,-1 2-104 0 0,-1 1-200 0 0,-3 1-480 0 0,5-1 212 0 0</inkml:trace>
  <inkml:trace contextRef="#ctx0" brushRef="#br0" timeOffset="2">1504 444 368 0 0,'15'5'628'0'0,"0"1"-92"0"0,0 0 404 0 0,17-2-532 0 0,-15-2-44 0 0,0 0-68 0 0,5 2-104 0 0,7-4-152 0 0,-1 3-120 0 0,0 3-180 0 0,-5-2-312 0 0,5 2-624 0 0,-2-2 280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41.0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243 50 88 0 0,'0'0'7323'0'0,"-4"5"-6945"0"0,-15 27 564 0 0,-24 53 0 0 0,-7 12 233 0 0,-11-9-422 0 0,32-49-476 0 0,0 9 103 0 0,27-47-330 0 0,-2 5-10 0 0,2-6 15 0 0,4-3 275 0 0,41-86-260 0 0,-29 61-46 0 0,0 2 1 0 0,2 0 0 0 0,1 1 0 0 0,2 0-1 0 0,35-37 1 0 0,-39 45-23 0 0,7-6-4 0 0,2 1 1 0 0,41-31-1 0 0,-63 51 1 0 0,9-5-4 0 0,1 0 1 0 0,-1 1-1 0 0,1 1 0 0 0,1-1 0 0 0,-1 2 0 0 0,1 0 0 0 0,-1 0 1 0 0,27-3-1 0 0,-29 7 0 0 0,41 5 0 0 0,-41-3 3 0 0,24 6 3 0 0,1 2 0 0 0,-2 1 0 0 0,45 21 0 0 0,41 10-826 0 0,-29-12-3484 0 0,-75-24 1371 0 0,-2 3 222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41.97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62 0 576 0 0,'0'0'3726'0'0,"-1"9"-3279"0"0,0 1-271 0 0,1 0 0 0 0,-1 1 0 0 0,2-1-1 0 0,0 0 1 0 0,0 0 0 0 0,0 1 0 0 0,1-1 0 0 0,1 0 0 0 0,0 0-1 0 0,7 15 1 0 0,-3-11 0 0 0,-4-8-101 0 0,-1 0-1 0 0,2 1 1 0 0,-1-1 0 0 0,1 0 0 0 0,0-1 0 0 0,0 1 0 0 0,0-1 0 0 0,1 0 0 0 0,0 0 0 0 0,0 0 0 0 0,7 5 0 0 0,14 8 1921 0 0,-37-18-1816 0 0,-37 2 0 0 0,45-2-151 0 0,0 0 1 0 0,0 1-1 0 0,0-1 1 0 0,0 1 0 0 0,0 0-1 0 0,0 0 1 0 0,0 0-1 0 0,0 0 1 0 0,0 1 0 0 0,0-1-1 0 0,1 1 1 0 0,-4 2-1 0 0,-5 3 123 0 0,6-4-90 0 0,0 0 1 0 0,0 0 0 0 0,1 1 0 0 0,-1 0-1 0 0,1 0 1 0 0,-1 0 0 0 0,1 1-1 0 0,1-1 1 0 0,-1 1 0 0 0,1 0 0 0 0,-1 0-1 0 0,-2 7 1 0 0,6-8-48 0 0,-1 0-1 0 0,1 0 0 0 0,0 0 1 0 0,0 0-1 0 0,1 0 1 0 0,-1 0-1 0 0,1 0 1 0 0,0 0-1 0 0,0 0 1 0 0,0 0-1 0 0,0 0 1 0 0,1-1-1 0 0,3 8 1 0 0,1-1-61 0 0,1 0 0 0 0,0-1 1 0 0,1 0-1 0 0,0 0 0 0 0,16 13 1 0 0,-18-17-368 0 0,1 0-1 0 0,0-1 1 0 0,1 1 0 0 0,-1-1 0 0 0,1-1 0 0 0,0 0 0 0 0,0 0 0 0 0,11 2 0 0 0,-15-3-199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42.4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64 644 0 0,'2'-3'161'0'0,"-1"0"0"0"0,1 0 1 0 0,-1-1-1 0 0,1 1 0 0 0,0 1 0 0 0,0-1 0 0 0,1 0 0 0 0,-1 0 0 0 0,0 1 1 0 0,1-1-1 0 0,0 1 0 0 0,5-4 0 0 0,0 2 271 0 0,0 0 0 0 0,0 0 0 0 0,15-3 1 0 0,-21 6-400 0 0,2 0 110 0 0,1 0-1 0 0,-1 0 1 0 0,1 1 0 0 0,0-1-1 0 0,-1 1 1 0 0,10 1 0 0 0,-9-1-81 0 0,-1 0-17 0 0,-1 0 1 0 0,0 0-1 0 0,1 0 0 0 0,-1 1 1 0 0,1 0-1 0 0,-1-1 0 0 0,0 1 1 0 0,0 0-1 0 0,1 0 0 0 0,-1 1 1 0 0,0-1-1 0 0,0 1 0 0 0,0-1 1 0 0,0 1-1 0 0,-1 0 0 0 0,1 0 1 0 0,0 0-1 0 0,-1 1 0 0 0,1-1 1 0 0,2 5-1 0 0,-1-3 23 0 0,-1 1 0 0 0,1 0 0 0 0,-1 1 0 0 0,0-1 0 0 0,-1 1 0 0 0,1-1 0 0 0,-1 1-1 0 0,0 0 1 0 0,1 7 0 0 0,-3-12-57 0 0,0 0 0 0 0,0 0-1 0 0,0 1 1 0 0,0-1 0 0 0,0 0-1 0 0,0 0 1 0 0,-1 0 0 0 0,1 0 0 0 0,0 0-1 0 0,-1 1 1 0 0,1-1 0 0 0,-1 0-1 0 0,1 0 1 0 0,-1 0 0 0 0,-1 2-1 0 0,0 0 23 0 0,1 0 2 0 0,0 0 0 0 0,-1-1 0 0 0,0 1 0 0 0,1 0 0 0 0,-1-1 0 0 0,0 1 0 0 0,0-1 0 0 0,-1 1 0 0 0,1-1 0 0 0,0 0 0 0 0,-1 0 0 0 0,0 0 0 0 0,1 0 0 0 0,-1-1 0 0 0,-5 3 0 0 0,-2 0 137 0 0,1 0 1 0 0,-1-1-1 0 0,-13 2 1 0 0,16-3-52 0 0,2-1 6 0 0,-29 2 712 0 0,30-3-614 0 0,9 10-128 0 0,-1-1 0 0 0,0 1 0 0 0,-1 0 0 0 0,0 0 0 0 0,-1 0 0 0 0,0 0 0 0 0,1 11 0 0 0,-2-16-90 0 0,-1 0 1 0 0,0 0-1 0 0,-1 0 1 0 0,1 0-1 0 0,-1 0 0 0 0,0 0 1 0 0,0 0-1 0 0,0-1 0 0 0,-1 1 1 0 0,0 0-1 0 0,1-1 0 0 0,-2 1 1 0 0,1-1-1 0 0,0 0 1 0 0,-1 1-1 0 0,-5 5 0 0 0,6-8-300 0 0,0-1-1 0 0,-1 1 1 0 0,1 0-1 0 0,-1 0 0 0 0,0-1 1 0 0,1 0-1 0 0,-1 1 1 0 0,0-1-1 0 0,0 0 0 0 0,0 0 1 0 0,0-1-1 0 0,0 1 0 0 0,0-1 1 0 0,0 1-1 0 0,0-1 1 0 0,0 0-1 0 0,0 0 0 0 0,0 0 1 0 0,0-1-1 0 0,0 1 1 0 0,-4-1-1 0 0,1 0-2183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42.7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256 0 664 0 0,'-8'11'7155'0'0,"-6"8"-3547"0"0,-69 95-2064 0 0,13-14-1709 0 0,29-43-2118 0 0,40-55 1826 0 0,0-1 0 0 0,-1 1 0 0 0,1-1 1 0 0,0 1-1 0 0,-1-1 0 0 0,0 0 0 0 0,1 0 0 0 0,-1 0 0 0 0,0 0 0 0 0,1 0 1 0 0,-1 0-1 0 0,0 0 0 0 0,-2 0 0 0 0,-12 6-1866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3:43.1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0 985 72 0 0,'0'0'7476'0'0,"3"-6"-6931"0"0,15-26 152 0 0,-5 7-109 0 0,0 0-1 0 0,-1 0 0 0 0,-1-1 0 0 0,7-28 0 0 0,13-116 792 0 0,-3 15-742 0 0,-27 154-632 0 0,13-66 290 0 0,4 1 0 0 0,27-67 1 0 0,-37 115-249 0 0,0 0 0 0 0,2 1 0 0 0,0 0 0 0 0,13-16 0 0 0,-17 25-82 0 0,1 1-1 0 0,-1-1 1 0 0,1 2-1 0 0,1-1 1 0 0,-1 1-1 0 0,1 0 0 0 0,0 1 1 0 0,0-1-1 0 0,1 2 1 0 0,11-6-1 0 0,-8 5-345 0 0,0 1 0 0 0,0 0-1 0 0,0 1 1 0 0,1 1-1 0 0,-1 0 1 0 0,1 0 0 0 0,0 1-1 0 0,-1 1 1 0 0,1 0 0 0 0,-1 1-1 0 0,1 0 1 0 0,0 1 0 0 0,-1 0-1 0 0,13 5 1 0 0,12 4-2934 0 0,-7 0 253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46.3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1 276 0 0,'0'0'16202'0'0,"27"5"-16061"0"0,6-1-98 0 0,-2 0 45 0 0,41 12 0 0 0,-59-13-1136 0 0,15 3 2949 0 0,-18-4-4603 0 0,4-1-4362 0 0,-9 0 4219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46.6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1 528 0 0,'0'0'12007'0'0,"35"5"-11819"0"0,104 17-86 0 0,-104-16-121 0 0,-24-3-1169 0 0,31 10 229 0 0,-31-10-1012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51.1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1 544 152 0 0,'0'0'13111'0'0,"12"-17"-12873"0"0,35-52-15 0 0,-36 52 12 0 0,-9 13-196 0 0,-1 1 1 0 0,1 0 0 0 0,-1-1 0 0 0,0 1-1 0 0,0-1 1 0 0,-1 1 0 0 0,2-6-1 0 0,-1 0 20 0 0,1 1 105 0 0,-3-2-10 0 0,-1-28-6 0 0,1 28 119 0 0,2-2-152 0 0,3-37 4 0 0,-3 37 1 0 0,-1 9-101 0 0,-1 1-1 0 0,1-1 1 0 0,-1 0 0 0 0,1 0-1 0 0,0 0 1 0 0,0 0 0 0 0,1 0-1 0 0,-1 1 1 0 0,2-6 0 0 0,-1 0 15 0 0,-1-1 215 0 0,1 1-186 0 0,4-25-14 0 0,-4 24 92 0 0,2 1-105 0 0,8-24-4 0 0,-8 24 90 0 0,4 2-104 0 0,20-18 2 0 0,-21 18 42 0 0,3 1-59 0 0,25-16 11 0 0,-25 16 14 0 0,2 1-20 0 0,34-13-7 0 0,-33 13 30 0 0,-3 1-26 0 0,28-10 0 0 0,-28 10 3 0 0,12 6-6 0 0,63 7-18 0 0,-63-8 1 0 0,-4 1-180 0 0,52 6 26 0 0,-52-7-63 0 0,-4 0-1039 0 0,3 1 879 0 0,10 2 187 0 0,2-4-8221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51.5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1 588 0 0,'0'0'5493'0'0,"24"7"-4793"0"0,73 24-18 0 0,-73-23 628 0 0,-12-5-671 0 0,35 11-24 0 0,-36-10-35 0 0,1-2-36 0 0,37 9-31 0 0,-37-9 428 0 0,-4-2-773 0 0,1 0 0 0 0,-1 1 0 0 0,16 3 0 0 0,-9-1-46 0 0,-2-1 558 0 0,1-1-408 0 0,71 7 190 0 0,0 2-2306 0 0,-19-4 1123 0 0,-50-4-99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51.9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45 628 0 0,'0'0'9126'0'0,"37"1"-8470"0"0,110 5-38 0 0,-111-5-28 0 0,9-3 210 0 0,44 2 82 0 0,-32 1-400 0 0,-43 0-49 0 0,10-2-56 0 0,75-5-37 0 0,-54 4-36 0 0,37 0-41 0 0,-44 0-9 0 0,349-18 322 0 0,-290 10-1097 0 0,-82 9-52 0 0,-2-1-270 0 0,2 1 389 0 0,9-2-59 0 0,1 1-6262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53.9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402 162 216 0 0,'0'0'7878'0'0,"2"-13"-7736"0"0,11-51 1449 0 0,-19 53-1499 0 0,-15-35-9 0 0,16 34 327 0 0,-9 10-392 0 0,-42-9 0 0 0,43 9 39 0 0,-13 7-40 0 0,-76 17-9 0 0,76-17 73 0 0,18 1-48 0 0,-25 16 2 0 0,25-17 133 0 0,2 1-117 0 0,-17 17-11 0 0,18-17 130 0 0,0 1-128 0 0,-15 22 2 0 0,15-21 97 0 0,1-1-90 0 0,-10 23-24 0 0,11-23 82 0 0,0 1-94 0 0,0 1-5 0 0,2-6 7 0 0,0 0 0 0 0,0 0 0 0 0,0 0 0 0 0,0 0 1 0 0,0 0-1 0 0,1 0 0 0 0,-1 0 0 0 0,1 6 0 0 0,5 2-3 0 0,15 32 5 0 0,-15-32 115 0 0,6-8-121 0 0,36 7-1 0 0,-35-7 71 0 0,6-4-74 0 0,55-3-13 0 0,-55 3 71 0 0,0-4-59 0 0,53-14-2 0 0,-53 14 18 0 0,-10 1-21 0 0,26-13 3 0 0,-25 13 1 0 0,-3-2-5 0 0,20-20 0 0 0,-20 20-1 0 0,0 0-15 0 0,17-19 7 0 0,-18 19 17 0 0,1-1-6 0 0,17-19-2 0 0,-18 19 22 0 0,1 0-30 0 0,15-18 8 0 0,-16 18 712 0 0,-21 27-700 0 0,-48 58 2 0 0,48-58 15 0 0,12-12-23 0 0,-15 25 2 0 0,15-25 10 0 0,-2 0-20 0 0,-15 24 8 0 0,0 4 13 0 0,17-27-19 0 0,0-1 5 0 0,1-1-2 0 0,-12 21 2 0 0,12-21 10 0 0,-6 10-4 0 0,-7 22 4 0 0,11-26-6 0 0,-23 83 30 0 0,26-93-42 0 0,-4 26 1 0 0,6 14-10 0 0,1-43 19 0 0,-1 1-7 0 0,1-1 1 0 0,0 0-1 0 0,0 1 1 0 0,0-1-1 0 0,0 0 1 0 0,0 0 0 0 0,0 1-1 0 0,0-1 1 0 0,0 0-1 0 0,0 0 1 0 0,0 0-1 0 0,0 0 1 0 0,0 0-1 0 0,0 0 1 0 0,0 0 0 0 0,0-1-1 0 0,-1 1 1 0 0,1 0-1 0 0,0-1 1 0 0,0 1-1 0 0,1-1 1 0 0,28-13 13 0 0,-23 11 15 0 0,7-8-4 0 0,65-51 7 0 0,-25 21 20 0 0,-46 33-47 0 0,28-22 15 0 0,8-2-4 0 0,-20 13-14 0 0,-18 14 0 0 0,1-1-30 0 0,22-18-14 0 0,-22 18-29 0 0,-2-1-1969 0 0,18-18 1410 0 0,-17 18-286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56.4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0 593 360 0 0,'0'0'10430'0'0,"1"-23"-10350"0"0,1-4-49 0 0,2-61 272 0 0,-1 56-212 0 0,4-1 438 0 0,-2 1-437 0 0,-3 24 256 0 0,1 0-272 0 0,10-21-4 0 0,-10 21 202 0 0,-1-1-226 0 0,13-44 263 0 0,-3 0-113 0 0,-4 4 35 0 0,-4 15-216 0 0,-2 25 166 0 0,0 1-167 0 0,10-24-2 0 0,-9 24 453 0 0,3 3-454 0 0,21-17 5 0 0,-20 16 383 0 0,4 4-379 0 0,33-10 9 0 0,-33 9 1474 0 0,11 6-1425 0 0,65 7 6 0 0,-66-8 639 0 0,-3 0-689 0 0,2 1-19 0 0,-5-1 59 0 0,1 0 0 0 0,20-1 1 0 0,-22 2-59 0 0,43 7-8 0 0,-43-8 86 0 0,-1 1-110 0 0,36 6 12 0 0,-36-7-7 0 0,0-1-1253 0 0,3 2 890 0 0,9 1 203 0 0,2-3-9359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57.1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32 0 0,'0'0'10298'0'0,"33"5"-9948"0"0,100 16-8 0 0,-100-16 1564 0 0,-16-4-1625 0 0,84 5 1092 0 0,-85-6-1311 0 0,-6 0 107 0 0,0 1-1 0 0,-1-1 0 0 0,1 2 1 0 0,16 4-1 0 0,21 4-99 0 0,-35-8 233 0 0,-1 2-288 0 0,33 8-18 0 0,-33-8-36 0 0,-1 0-1491 0 0,30 11 981 0 0,-30-11-101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3.5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46 444 0 0,'0'0'9106'0'0,"18"-4"-8564"0"0,56-11-32 0 0,-55 11 2366 0 0,-4 4-2650 0 0,46-1-27 0 0,-45 0 511 0 0,0 0-637 0 0,4-1-81 0 0,44-2-1027 0 0,-59 4 919 0 0,1-1 0 0 0,-1 1 0 0 0,1-1-1 0 0,-1 0 1 0 0,1 0 0 0 0,7-3 0 0 0,0 0-77 0 0,-2 2-476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3.9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29 876 0 0,'0'0'9890'0'0,"16"-5"-9735"0"0,48-14 1 0 0,-48 14 1416 0 0,5 14-1378 0 0,62 27 5 0 0,-63-27 6 0 0,-13-3 3 0 0,20 15-9 0 0,-20-15 381 0 0,-3 1-405 0 0,13 21-3 0 0,-13-21 347 0 0,-14 6-417 0 0,-31 38-1 0 0,30-38-18 0 0,2-8-45 0 0,-30 17-73 0 0,30-17-75 0 0,-3-1-88 0 0,-35 10-112 0 0,35-10-116 0 0,2-1-830 0 0,-33 10 374 0 0,32-10-307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6.6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65 292 0 0,'0'0'13569'0'0,"28"-7"-13275"0"0,88-22-4 0 0,-88 21 496 0 0,-10 9-562 0 0,3-2-148 0 0,63 4 620 0 0,-11 3-592 0 0,-55-5 92 0 0,0 0-99 0 0,56 1-11 0 0,-55-1-16 0 0,-5-3-10 0 0,76-7 50 0 0,-69 6-136 0 0,-6 0-130 0 0,0 2 1 0 0,22 0 0 0 0,-26-2-87 0 0,33-7-56 0 0,-33 7-71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7.0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32 0 0,'0'0'12645'0'0,"27"11"-12519"0"0,78 33-15 0 0,-79-34 158 0 0,-22-8-249 0 0,1 1 1 0 0,-1-1-1 0 0,-1 1 1 0 0,1 0-1 0 0,6 5 1 0 0,-2-1 3 0 0,-1-2 287 0 0,-7 5-235 0 0,-2 28 2 0 0,2-28 113 0 0,-9-1-97 0 0,-27 26 5 0 0,28-26 0 0 0,-2-2 7 0 0,-27 18-39 0 0,28-18-44 0 0,1-3-208 0 0,-25 11-93 0 0,25-11-147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8.6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442 1 176 0 0,'0'0'11148'0'0,"-7"20"-11093"0"0,-20 61-8 0 0,21-61 151 0 0,1-13-154 0 0,-13 23 7 0 0,13-23 204 0 0,-1-1-217 0 0,-18 18-1 0 0,18-18 745 0 0,-10-21-695 0 0,-45-46 6 0 0,46 45 984 0 0,3 28-929 0 0,-35 37-7 0 0,36-37-4 0 0,4-2-13 0 0,-1 1-83 0 0,3-5-1 0 0,0 0 0 0 0,1 0 0 0 0,0 1 0 0 0,-5 11 0 0 0,-11 22 236 0 0,3-9-206 0 0,12-24-4 0 0,1 2-13 0 0,-15 24-32 0 0,15-25-55 0 0,-1-1-292 0 0,-13 20-15 0 0,13-20-170 0 0,-1-2-4368 0 0,-18 17 1368 0 0,18-17 268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9.0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293 272 456 0 0,'0'0'8507'0'0,"-24"9"-8282"0"0,-68 31-7 0 0,69-30 7 0 0,14-6 10 0 0,-2 1-132 0 0,6-2 167 0 0,0-1-1 0 0,0 1 0 0 0,0-1 1 0 0,-11 2-1 0 0,1-4-117 0 0,-48 2-24 0 0,48-2 218 0 0,14-15-288 0 0,-3-60 31 0 0,10 62-50 0 0,17-38-3 0 0,-12 31-6 0 0,10-8 0 0 0,-16 21-2 0 0,1-2-5 0 0,19-27-8 0 0,-13 22 2 0 0,-6 7-13 0 0,-2 3-1 0 0,0 1 0 0 0,0-1 1 0 0,1 1-1 0 0,-1-1 0 0 0,9-3 0 0 0,27-19-5 0 0,-30 20-12 0 0,-1 2-110 0 0,30-11 0 0 0,-30 11-60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9.4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222 0 564 0 0,'0'0'4843'0'0,"-15"7"-4351"0"0,-46 18-13 0 0,45-18 417 0 0,10 1-480 0 0,-2 0-282 0 0,4-3-27 0 0,0 0 0 0 0,1-1 0 0 0,-1 1 0 0 0,1 0 0 0 0,-5 9 0 0 0,-6 12 254 0 0,11-20-12 0 0,0 3-27 0 0,-9 24-32 0 0,10-25 410 0 0,1 2-515 0 0,-4 28-21 0 0,4-28 407 0 0,9-3-493 0 0,23 22-9 0 0,-23-21 393 0 0,5-27-439 0 0,36-55-3 0 0,-36 55 56 0 0,-18 7-56 0 0,-15-36-5 0 0,15 36 14 0 0,-5 5-32 0 0,-28-17-2 0 0,28 18 0 0 0,-3 4-262 0 0,-3-1 21 0 0,-10-2 264 0 0,-2 4-8602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9.8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118 0 168 0 0,'0'0'9666'0'0,"-6"11"-9215"0"0,-20 31 20 0 0,25-41-438 0 0,1 0 1 0 0,-1 0 0 0 0,0 0-1 0 0,1 0 1 0 0,-1 0 0 0 0,1 1-1 0 0,-1-1 1 0 0,1 0 0 0 0,-1 0-1 0 0,1 1 1 0 0,0-1 0 0 0,-1 0-1 0 0,1 3 1 0 0,-5 48 923 0 0,-3 8 31 0 0,0 18-15 0 0,6-58-777 0 0,-5 53 518 0 0,-2-10 493 0 0,-3 94 1 0 0,6-91-1516 0 0,6-63 112 0 0,0 1-1 0 0,0-1 0 0 0,-1 0 0 0 0,1 0 1 0 0,-1 0-1 0 0,0 1 0 0 0,0-1 1 0 0,0 0-1 0 0,-2 3 0 0 0,-11 12-8339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18.4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1 551 264 0 0,'0'0'13618'0'0,"7"-18"-13604"0"0,2-3-11 0 0,-3 8 1 0 0,-1-1-1 0 0,0 1 0 0 0,3-17 16 0 0,-6 22-7 0 0,5-23-6 0 0,-5 24 42 0 0,0-3-41 0 0,7-28 1 0 0,-7 28-1 0 0,0 2-1 0 0,8-24 5 0 0,-7 24 12 0 0,-1 0-12 0 0,-1-1-6 0 0,0 5-4 0 0,-1 1 0 0 0,1-1 0 0 0,0 0 0 0 0,0 1 0 0 0,0 0 0 0 0,0-1 1 0 0,1 1-1 0 0,-1 0 0 0 0,4-5 0 0 0,10-22-6 0 0,-11 22 20 0 0,3 1-30 0 0,20-18 14 0 0,-20 18-5 0 0,-1 2 19 0 0,18-17-14 0 0,-18 17 54 0 0,1-1-50 0 0,20-15-7 0 0,-21 15 19 0 0,-1-1-41 0 0,14-21 25 0 0,-15 21 4 0 0,5 1-71 0 0,27-15 55 0 0,-27 15 1 0 0,0 3-208 0 0,31-8 23 0 0,-30 8-98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4.8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95 39 384 0 0,'0'0'7123'0'0,"32"-7"-6599"0"0,98-18-52 0 0,-98 18 2210 0 0,-15 9-2415 0 0,51 6 4 0 0,-51-6 563 0 0,-13 5-572 0 0,10 23 0 0 0,-10-23 201 0 0,-8 43-92 0 0,3-40 81 0 0,-5 3-335 0 0,-18 39-10 0 0,18-39-15 0 0,0-7-10 0 0,-20 19-14 0 0,20-19-49 0 0,-5 0-75 0 0,-30 20-83 0 0,31-20-99 0 0,-2-2-112 0 0,-35 10-124 0 0,35-11-126 0 0,-6-4-919 0 0,-72-3-392 0 0,74-3 120 0 0,-45-18-1150 0 0,46 18 224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5.2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1 160 0 0,'0'0'12036'0'0,"-4"22"-11846"0"0,-10 65-22 0 0,10-65-29 0 0,4 26-52 0 0,0-39-156 0 0,-1 1-338 0 0,-5 31 47 0 0,5-30-144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5.5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157 26 740 0 0,'0'0'10832'0'0,"31"7"-10656"0"0,92 21-57 0 0,-92-21-72 0 0,-31-3-383 0 0,0 0 260 0 0,1 0 0 0 0,-1 0 1 0 0,1 0-1 0 0,0 0 1 0 0,2 7-1 0 0,0-1-64 0 0,-1-1-373 0 0</inkml:trace>
  <inkml:trace contextRef="#ctx0" brushRef="#br0" timeOffset="1">180 1 496 0 0,'0'0'10770'0'0,"-11"14"-10282"0"0,-2 3-335 0 0,5-6 21 0 0,0 0-1 0 0,-1 0 0 0 0,-10 9 0 0 0,14-11 180 0 0,-13 28-47 0 0,13-27-97 0 0,0-2-120 0 0,-15 27-112 0 0,15-26-134 0 0,1-2-139 0 0,-15 21-137 0 0,15-21-175 0 0,-1-1-1213 0 0,-12 20-89 0 0,13-20-1236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22.1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88 0 0,'0'0'8671'0'0,"23"10"-8619"0"0,4 2-36 0 0,59 27 579 0 0,-62-29-577 0 0,-19-9 34 0 0,0 2 1 0 0,0-1-1 0 0,0 0 0 0 0,0 1 0 0 0,8 6 1 0 0,18 12-41 0 0,-23-16 738 0 0,-9-3-747 0 0,1 0-1 0 0,0 1 1 0 0,0-1 0 0 0,1 0 0 0 0,-1 1 0 0 0,0-1 0 0 0,1 0 0 0 0,0 1 0 0 0,0 2 0 0 0,1-1 116 0 0,0 1 0 0 0,-1 0 0 0 0,0 0 0 0 0,0 0 1 0 0,0 8-1 0 0,1-2-91 0 0,2 26 548 0 0,-4-31-564 0 0,-1-1 0 0 0,1 0 0 0 0,-1 1 0 0 0,-2 9 0 0 0,1-4-2 0 0,0-1 284 0 0,-2-2-526 0 0,-13 24-4 0 0,13-24-142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7:16.9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1 212 0 0,'0'0'12587'0'0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7:38.91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1 135 140 211123 61638,'0'0'184'0'0,"0"0"-40"0"0,0 0 4 0 0,0 0 0 0 0,0 0-32 0 0,0 0-16 0 0,1-15-36 0 0,0-6-52 0 0,1 2-188 0 0,-1-9-192 0 0,0 0 84 0 0,0 4 56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30.2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686 105 468 0 0,'0'0'5050'0'0,"-5"-1"-4713"0"0,-32-9 1233 0 0,34 9-1341 0 0,0 1-12 0 0,-58-20 1520 0 0,59 19-1457 0 0,-2 0-155 0 0,-22-8 338 0 0,-1 2 0 0 0,-35-6 0 0 0,1 0 519 0 0,57 12-882 0 0,-23-13 519 0 0,-5 4-335 0 0,29 9-232 0 0,0 0-6 0 0,-38 0 110 0 0,36 1-101 0 0,0 0-24 0 0,-43 0 59 0 0,44 0-70 0 0,-40 2 58 0 0,41-2-63 0 0,-1 0 2 0 0,-53 7 56 0 0,54-6-66 0 0,0-1-3 0 0,-10 3-600 0 0,0 0 0 0 0,-17 0 1 0 0,8-1-53 0 0,20-2-52 0 0,-22-3-5153 0 0,20 2 3014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26.0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1848 736 0 0,'0'0'6709'0'0,"0"-27"-6211"0"0,0-10-320 0 0,2-97 556 0 0,16-15 330 0 0,-4 37-498 0 0,-7-66 329 0 0,-4 66-373 0 0,-7-25 75 0 0,-1 53-269 0 0,3-138 412 0 0,1 111-406 0 0,-2 56-23 0 0,10-92-1 0 0,-7 127-204 0 0,-5-30-7 0 0,4 45-81 0 0,1-1 0 0 0,-1 1 0 0 0,1 0 0 0 0,0 0 0 0 0,0 0 0 0 0,0 0 0 0 0,2-9 0 0 0,4-21 86 0 0,-4 27-78 0 0,-1 6-2 0 0,0-1 0 0 0,-1 0 0 0 0,1 0-1 0 0,-1 1 1 0 0,0-1 0 0 0,0 0 0 0 0,0 0 0 0 0,0 1 0 0 0,0-1 0 0 0,-1 0 0 0 0,-1-4-1 0 0,-3-31-13 0 0,3 28 80 0 0,16 6-78 0 0,40-14-8 0 0,-41 13-12 0 0,1 4-8 0 0,42-6 8 0 0,-42 6 17 0 0,6-2 29 0 0,99-13 69 0 0,-27 7-15 0 0,2 3-36 0 0,-37 2-14 0 0,-43 3-11 0 0,6 0-20 0 0,56-6-35 0 0,-56 6-60 0 0,-4 0-52 0 0,48-2-54 0 0,-48 3-56 0 0,-3-1-57 0 0,2-1 103 0 0,9 0 54 0 0,3 1-4360 0 0,-18 9 2635 0 0,31 24-1175 0 0,-30-24 229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26.4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67 368 0 0,'0'0'8542'0'0,"18"10"-7988"0"0,71 40 494 0 0,-6-45-26 0 0,-66-5-541 0 0,4-1-16 0 0,63-6-19 0 0,-48 4-9 0 0,27-5-31 0 0,-31 3-30 0 0,63-18 288 0 0,-76 20-571 0 0,-1 0 44 0 0,-1 0-1 0 0,21-8 1 0 0,-22 8-62 0 0,-5 0 8 0 0,0 1 1 0 0,0-2-1 0 0,17-7 1 0 0,28-12 90 0 0,-23 8-230 0 0,-25 11-127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26.7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1 166 424 0 0,'0'0'6141'0'0,"36"-6"-5467"0"0,106-17-74 0 0,-93 14-53 0 0,35-6 429 0 0,-66 13-833 0 0,52-10 513 0 0,22-7-35 0 0,-5 4-365 0 0,-36 5-350 0 0,-38 7-162 0 0,1-1-188 0 0,41-13-208 0 0,-41 13-294 0 0,-7 0-682 0 0,22-14-1029 0 0,-22 13 204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27.1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1 110 336 0 0,'0'0'8421'0'0,"23"-11"-7943"0"0,71-32-36 0 0,-70 32-43 0 0,-10 8-37 0 0,44-10-40 0 0,-43 10-44 0 0,-10 3-226 0 0,0 0 0 0 0,1-1 0 0 0,-1 1 0 0 0,0-1 0 0 0,0 0 0 0 0,7-2 0 0 0,-7 1-25 0 0,0 1-1 0 0,0 0 1 0 0,0 0-1 0 0,0 1 1 0 0,0-1-1 0 0,7 1 1 0 0,-6 0-39 0 0,1 0 0 0 0,-1-1-1 0 0,0 1 1 0 0,0-1 0 0 0,0-1 0 0 0,6-1 0 0 0,2-1-49 0 0,-2 2-250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27.6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416 93 400 0 0,'0'0'8690'0'0,"21"-13"-8284"0"0,62-39-21 0 0,-63 38 252 0 0,-13 14-565 0 0,-1 0 1 0 0,0 0-1 0 0,1-1 1 0 0,-1 0-1 0 0,12-4 1 0 0,-4 1 6 0 0,-1 2 508 0 0,4 9-428 0 0,51 23-15 0 0,-66-30-133 0 0,1 1 1 0 0,-1 0-1 0 0,0 0 1 0 0,0 0-1 0 0,0 0 0 0 0,-1 0 1 0 0,1 0-1 0 0,0 0 1 0 0,0 1-1 0 0,1 1 1 0 0,5 4 27 0 0,20 23 148 0 0,-8-6-93 0 0,-12-10-6 0 0,5 16-2 0 0,-10-22 3 0 0,-3 63 143 0 0,-6-56-158 0 0,1-3-57 0 0,0 1-1 0 0,0-1 0 0 0,-1-1 0 0 0,0 1 0 0 0,0-1 0 0 0,-11 14 0 0 0,10-17 3 0 0,0 0 0 0 0,0 0 0 0 0,-12 10 0 0 0,7-8-8 0 0,-6 5 20 0 0,8-7-19 0 0,6-4-5 0 0,-1-1-1 0 0,-1 1 1 0 0,1-1-1 0 0,0 0 1 0 0,-1-1-1 0 0,-6 3 1 0 0,-31 15 3 0 0,22-13-51 0 0,-20 2-83 0 0,30-7-86 0 0,-14-9-845 0 0,-78-20 581 0 0,100 27 409 0 0,-1-1-1 0 0,0 0 0 0 0,1 0 0 0 0,-1 0 0 0 0,1-1 0 0 0,-1 1 0 0 0,-5-4 1 0 0,-1-1-121 0 0,-31-22-754 0 0,5 0 412 0 0,20 12 31 0 0,7 5 343 0 0,-24-32-546 0 0,-5-11 54 0 0,31 45 568 0 0,-19-27-217 0 0,-4-10 204 0 0,1 1 369 0 0,10 18-39 0 0,15 21 419 0 0,-1-1-267 0 0,-14-20 26 0 0,15 20 4502 0 0,16 31-4745 0 0,51 101 100 0 0,-38-75-51 0 0,1 1-164 0 0,-9-19-149 0 0,-11-16-92 0 0,-3-7 99 0 0,-2-6 11 0 0,0 0-1 0 0,0 0 1 0 0,0 1 0 0 0,-1-1 0 0 0,1 0-1 0 0,-1 0 1 0 0,1 6 0 0 0,-1-2-84 0 0,-1-1 0 0 0,1 0 0 0 0,-1 0 1 0 0,0 1-1 0 0,-3 10 0 0 0,0-3-63 0 0,4-13 157 0 0,0 1 1 0 0,-1 0-1 0 0,1-1 1 0 0,0 1-1 0 0,-1 0 0 0 0,1-1 1 0 0,-1 1-1 0 0,0 0 1 0 0,0-1-1 0 0,1 1 1 0 0,-2 1-1 0 0,-20 31-773 0 0,22-32 755 0 0,-1-1 1 0 0,0 0 0 0 0,0 0 0 0 0,1 0 0 0 0,-1 0 0 0 0,0 0-1 0 0,0 0 1 0 0,0 0 0 0 0,0 0 0 0 0,0 0 0 0 0,0 0-1 0 0,-2 0 1 0 0,-5 7-428 0 0,-7 3-197 0 0,-16 5-2855 0 0,-41 19 821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27.9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50 290 100 0 0,'0'0'1057'0'0,"-7"-10"-569"0"0,-22-31-13 0 0,22 31 15 0 0,9 0 29 0 0,0-2-339 0 0,-1 6 10 0 0,1 0-1 0 0,-1 0 0 0 0,-1-1 0 0 0,1-8 1 0 0,5 6 394 0 0,20-30 14 0 0,-13 24 13 0 0,-5 8-407 0 0,29-19 787 0 0,2 2-434 0 0,-30 18-25 0 0,4 0-44 0 0,37-16-47 0 0,-38 17-41 0 0,1 4-27 0 0,42-4-48 0 0,-42 3 683 0 0,7 8-835 0 0,58 15-64 0 0,-59-15-69 0 0,-14 0-66 0 0,15 18-82 0 0,-15-18-102 0 0,-4 6-581 0 0,0 36 187 0 0,-1-37-269 0 0,-9-2-813 0 0,-26 27-1112 0 0,26-27 212 0 0</inkml:trace>
  <inkml:trace contextRef="#ctx0" brushRef="#br0" timeOffset="1">1 185 360 0 0,'0'0'8651'0'0,"3"24"-8109"0"0,12 72-50 0 0,-9-59-49 0 0,7 39 283 0 0,-4-16-471 0 0,-6-44-296 0 0,4 43-504 0 0,-2-5-1070 0 0,-4-45 1129 0 0,2 5-204 0 0,-2 1-2722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30.0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4374 97 480 0 0,'0'0'471'0'0,"-15"-7"10"0"0,-48-18-5 0 0,47 18-34 0 0,4 4-17 0 0,-38-10-15 0 0,38 10-30 0 0,-4 1-9 0 0,-72-11 295 0 0,14 4-95 0 0,-21 2-57 0 0,-4 3-66 0 0,1 2-55 0 0,30 1-218 0 0,30 1-1 0 0,-83 4 140 0 0,24-1-48 0 0,79-4-223 0 0,8 0 9 0 0,0 1 0 0 0,0 0-1 0 0,-19 2 1 0 0,8 0 71 0 0,-4 0-83 0 0,-54 2 151 0 0,38-5-46 0 0,25 0-99 0 0,0 2-1 0 0,-26 3 1 0 0,-32 4 85 0 0,57-6-110 0 0,-49 9 65 0 0,49-9-71 0 0,3 1 2 0 0,0-1 1 0 0,0 2 0 0 0,-13 4-1 0 0,-6 1-1 0 0,-26 8 23 0 0,-62 26 0 0 0,33-8-24 0 0,-150 65 71 0 0,215-89-63 0 0,-68 24 16 0 0,-112 52 141 0 0,155-65-142 0 0,41-20-29 0 0,1 1 0 0 0,-1 0-1 0 0,1 0 1 0 0,0 1 0 0 0,0 0 0 0 0,-8 7 0 0 0,-2 1 4 0 0,-68 48 85 0 0,9-3-30 0 0,-75 63 8 0 0,115-91-57 0 0,-62 47 38 0 0,-5-2-21 0 0,54-37 8 0 0,-111 78 96 0 0,108-74-77 0 0,25-24-51 0 0,-1 1 10 0 0,1 0-1 0 0,-43 40 1 0 0,47-37-13 0 0,-41 30 1 0 0,47-37-1 0 0,-113 102 46 0 0,112-100-42 0 0,-33 43 20 0 0,-77 94 180 0 0,93-106-77 0 0,-144 183 371 0 0,167-218-479 0 0,-15 23 121 0 0,8-10-110 0 0,-73 115 162 0 0,68-95-127 0 0,-20 57 0 0 0,-9 46 102 0 0,45-125-89 0 0,-6 41 1 0 0,13-62-89 0 0,-5 31 92 0 0,3-8-53 0 0,1 4 41 0 0,0-14-58 0 0,0 44 73 0 0,1-45-75 0 0,-1-7 1 0 0,1 1 0 0 0,0-1 0 0 0,1 1 0 0 0,0-1-1 0 0,2 13 1 0 0,3 12 54 0 0,12 35 0 0 0,-16-62-60 0 0,0 1 1 0 0,-1 0-1 0 0,1-1 0 0 0,-1 1 0 0 0,0 0 0 0 0,0 0 1 0 0,0 7-1 0 0,0 6 9 0 0,5 43 97 0 0,8 176 158 0 0,-10-157-208 0 0,0-38-37 0 0,-3-21-3 0 0,4 4-18 0 0,0-5 5 0 0,-2-10-13 0 0,10 31 14 0 0,-10-33-13 0 0,-3-5-1 0 0,2 0 0 0 0,-1-1 0 0 0,0 1-1 0 0,1 0 1 0 0,-1-1 0 0 0,1 0 0 0 0,0 1 0 0 0,5 5 0 0 0,-4-1 1 0 0,-1-5-4 0 0,-1 0 1 0 0,0 0-1 0 0,1-1 1 0 0,0 1-1 0 0,0-1 1 0 0,-1 1 0 0 0,1-1-1 0 0,1 1 1 0 0,-1-1-1 0 0,0 0 1 0 0,4 3-1 0 0,1 2 3 0 0,-2-2 0 0 0,0 0 0 0 0,-1-1-1 0 0,2 0 1 0 0,9 7 0 0 0,-4-2 2 0 0,-5-4-2 0 0,-1-1 1 0 0,1 1 0 0 0,0-1-1 0 0,1-1 1 0 0,-1 1-1 0 0,8 2 1 0 0,-2 2 1 0 0,-4-3 2 0 0,0-1 1 0 0,1 0-1 0 0,0 0 0 0 0,11 4 0 0 0,256 76 188 0 0,-157-55-84 0 0,-63-13-79 0 0,-26-11 0 0 0,36 2 11 0 0,-33-5 17 0 0,69-1 26 0 0,-1 1 18 0 0,-80-2-87 0 0,62-3 73 0 0,19-5-5 0 0,-5 1 7 0 0,-79 6-81 0 0,53-7 53 0 0,-53 6-52 0 0,-4 1 3 0 0,0-1 0 0 0,0-1 0 0 0,14-4-1 0 0,50-12 25 0 0,-4-1 2 0 0,-57 14-35 0 0,49-12 36 0 0,2 0-31 0 0,98-50 46 0 0,-129 53-36 0 0,27-13 62 0 0,-47 22-72 0 0,49-21 48 0 0,49-27 20 0 0,-58 28-26 0 0,-42 20-45 0 0,-4 1 1 0 0,-1 1 1 0 0,1-1-1 0 0,14-10 1 0 0,36-20 54 0 0,-9 6 11 0 0,-3-2-18 0 0,-37 24-45 0 0,36-25 60 0 0,89-83 27 0 0,-47 37 13 0 0,-53 49-90 0 0,-32 26-14 0 0,0 0-1 0 0,-1-1 0 0 0,1 1 0 0 0,-1-1 1 0 0,6-8-1 0 0,31-30 24 0 0,0 4 4 0 0,-32 32-21 0 0,-6 4-12 0 0,0 0-1 0 0,0 0 0 0 0,1-1 0 0 0,-1 1 1 0 0,-1-1-1 0 0,1 0 0 0 0,0 0 0 0 0,-1 0 1 0 0,4-5-1 0 0,20-28 2 0 0,12-13 32 0 0,-31 41-36 0 0,17-27 12 0 0,6-13-1 0 0,-2 3-1 0 0,-24 36-8 0 0,-2 4 0 0 0,0 1-1 0 0,1 0 1 0 0,-1 0-1 0 0,1 1 1 0 0,0-1-1 0 0,0 0 1 0 0,3-3-1 0 0,2 0 3 0 0,-4 4-2 0 0,0-1 1 0 0,0-1-1 0 0,-1 1 1 0 0,0 0-1 0 0,5-8 1 0 0,21-32-7 0 0,-26 36 5 0 0,-1 5-1 0 0,-1 0 0 0 0,1-1 0 0 0,0 1 0 0 0,-1 0 0 0 0,2 0 0 0 0,-1 0 0 0 0,0 0 0 0 0,5-3-1 0 0,14-19 0 0 0,-16 19 10 0 0,2-3-1 0 0,34-45-5 0 0,-35 47-6 0 0,17-23-1 0 0,-6 3 6 0 0,2-5 4 0 0,10-7 15 0 0,-4 7 0 0 0,7-6-13 0 0,5-8-27 0 0,-7 3 41 0 0,3-8-5 0 0,-12 20-8 0 0,50-78 50 0 0,-45 64-29 0 0,1 1-15 0 0,-1 0 42 0 0,-1 1-15 0 0,0-4 12 0 0,-2 2 10 0 0,-18 36-56 0 0,12-32 15 0 0,-14 28-18 0 0,-1 5 0 0 0,1-1 1 0 0,0 1-1 0 0,0 0 0 0 0,5-9 0 0 0,19-41 40 0 0,-6 4-5 0 0,15-40 25 0 0,-21 50-59 0 0,4-21 14 0 0,-5 5 15 0 0,1 11-10 0 0,-8 18-13 0 0,-2 8 12 0 0,0-8-5 0 0,-5 4 31 0 0,3-29-28 0 0,1-17 18 0 0,-4 21-2 0 0,-2-2-33 0 0,-6-19-18 0 0,2 9 28 0 0,5 54-14 0 0,1 6-2 0 0,0 0 0 0 0,0 0-1 0 0,-1 0 1 0 0,0-1 0 0 0,0 1-1 0 0,0 0 1 0 0,-2-5 0 0 0,-7-23-11 0 0,7 24 12 0 0,-2-4 25 0 0,-15-34-19 0 0,11 29-11 0 0,-20-16-41 0 0,4 9-82 0 0,10 13-103 0 0,-22-7-106 0 0,14 11-120 0 0,-32-3-141 0 0,41 7-156 0 0,-6 5-159 0 0,-58 4-266 0 0,58-4-1057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1.7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504 60 524 0 0,'0'0'5641'0'0,"-7"-10"-5125"0"0,-25-29-21 0 0,24 29 1655 0 0,-12 35-1764 0 0,-67 86-18 0 0,68-85-174 0 0,1 1 1 0 0,1 1 0 0 0,-18 40-1 0 0,10-17 79 0 0,-10 20 173 0 0,4 1-1 0 0,-30 101 1 0 0,-17 159 568 0 0,64-236-753 0 0,3 1 0 0 0,5 0-1 0 0,8 136 1 0 0,8-112 4 0 0,5-1 1 0 0,41 158-1 0 0,59 96 163 0 0,-113-368-427 0 0,97 234 189 0 0,-81-204-324 0 0,2-2 1 0 0,1 0-1 0 0,1-2 0 0 0,44 50 0 0 0,-44-59-865 0 0,0-2 0 0 0,1-1 0 0 0,31 21-1 0 0,-53-40 243 0 0,4-5-2615 0 0,11-14 667 0 0,-15 16 2513 0 0,-1 1 0 0 0,0-1 0 0 0,1 0 0 0 0,-1 1 0 0 0,0-1 0 0 0,0 0 0 0 0,0 0 0 0 0,0 1 0 0 0,0-1 0 0 0,0 0 0 0 0,-1 0 0 0 0,1-1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2.3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143 1131 700 0 0,'0'0'9750'0'0,"-5"-28"-9442"0"0,-16-93-34 0 0,-3 2 210 0 0,9 56 6 0 0,-30-126 289 0 0,36 155-538 0 0,-5-48 0 0 0,14 79-245 0 0,-7-96 394 0 0,5 57-214 0 0,4-6-20 0 0,-2 40-115 0 0,5-46 190 0 0,1-1-11 0 0,-5 44-187 0 0,1-5 1 0 0,3-11 149 0 0,5-28 15 0 0,-6 48-123 0 0,10-23-36 0 0,-10 23 32 0 0,3 2-55 0 0,23-17-4 0 0,-23 16-13 0 0,9 6-99 0 0,48 0 28 0 0,-48 0-20 0 0,8 6-571 0 0,72 14 402 0 0,-73-15-50 0 0,-10-3-512 0 0,37 4 298 0 0,-38-4-69 0 0,2-1-6413 0 0,55 5 4370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2.7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35 744 0 0,'0'0'14323'0'0,"19"5"-14133"0"0,58 14-17 0 0,-58-14 218 0 0,10-12-312 0 0,36-5-1 0 0,-35 8-53 0 0,-5 0 18 0 0,-8 2-36 0 0,79-9-175 0 0,-46 6 3 0 0,-38 3-56 0 0,7 1-446 0 0,86-8-1300 0 0,-52 3 1007 0 0,-40 5-273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3.1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1 302 816 0 0,'0'0'12347'0'0,"27"0"-11985"0"0,79 3-41 0 0,-79-2 221 0 0,-10-5-347 0 0,51-10-62 0 0,-51 10-76 0 0,-6 2-81 0 0,33-8-94 0 0,-33 7-97 0 0,1 0-1135 0 0,33-8 673 0 0,-33 8-76 0 0</inkml:trace>
  <inkml:trace contextRef="#ctx0" brushRef="#br0" timeOffset="1">56 108 1332 0 0,'0'0'11058'0'0,"27"-11"-10560"0"0,78-31-35 0 0,-66 28-29 0 0,-25 9-308 0 0,-5 1-49 0 0,0 2 0 0 0,0-1 1 0 0,0 1-1 0 0,15-2 0 0 0,24-3-89 0 0,-36 5-168 0 0,6 1-170 0 0,53-3-157 0 0,-53 3-163 0 0,-2 0-204 0 0,3-1 442 0 0,10 0-50 0 0,3 1-5006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3.7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1148 0 0,'0'0'10176'0'0,"5"21"-9829"0"0,1 9-225 0 0,20 112 367 0 0,-5 163 562 0 0,-20-280-976 0 0,-2 42 276 0 0,1-53-317 0 0,-6 114 202 0 0,3-69-46 0 0,3-44-176 0 0,1-3-27 0 0,-1-1 1 0 0,-1 0-1 0 0,-2 14 0 0 0,-1 10-115 0 0,3-27-68 0 0,2 4-65 0 0,1 2 127 0 0,0 7 13 0 0,0 9-1739 0 0,-2-20 1538 0 0,2 5 123 0 0,-3 0-6664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4.6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423 1 420 0 0,'0'0'8235'0'0,"-10"24"-7909"0"0,-36 80-42 0 0,39-90-224 0 0,5-10-33 0 0,0-1 0 0 0,0 1 1 0 0,0-1-1 0 0,0 1 1 0 0,-1-1-1 0 0,1 0 1 0 0,-1 0-1 0 0,0 0 0 0 0,-6 5 1 0 0,0 1 105 0 0,-103 100 428 0 0,106-103-519 0 0,-1 0 0 0 0,1 0 0 0 0,-1-1 0 0 0,-1 1 0 0 0,-9 4 0 0 0,-3 2 7 0 0,2-1 2 0 0,-14 13 159 0 0,3-1-98 0 0,22-17-10 0 0,-1 0-2 0 0,-27 18-1 0 0,27-18 1246 0 0,67 55-944 0 0,-58-59-380 0 0,1 0 0 0 0,0 0 0 0 0,0 0 1 0 0,0-1-1 0 0,0 1 0 0 0,0-1 0 0 0,0 1 0 0 0,2 0 1 0 0,45 26 334 0 0,-18-9-192 0 0,-17-8-6 0 0,23 27 128 0 0,-29-30-241 0 0,21 23 154 0 0,-9-7-97 0 0,-15-18-6 0 0,3 3-4 0 0,35 41 43 0 0,-26-31-72 0 0,-13-14-27 0 0,2 1-54 0 0,19 18-86 0 0,-19-18-108 0 0,0 0-590 0 0,20 18 170 0 0,-20-18-159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5.0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1260 0 0,'0'0'14227'0'0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5.4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385 169 132 0 0,'-4'-11'768'0'0,"-1"-1"-509"0"0,2 6 39 0 0,0-1-1 0 0,1 0 0 0 0,0 0 0 0 0,0 0 0 0 0,0-8 0 0 0,-6-21 294 0 0,7 27 1026 0 0,-2 0-1117 0 0,-9-25 4 0 0,10 25 3238 0 0,-16 10-3400 0 0,-53 3-20 0 0,53-3 297 0 0,3 14-446 0 0,-1-1 0 0 0,-22 16 0 0 0,-14 10 141 0 0,40-27-76 0 0,4-3-159 0 0,1-3 12 0 0,1 0 1 0 0,1 1 0 0 0,-8 12-1 0 0,5-10-25 0 0,5-5-23 0 0,-1 0 1 0 0,0 0 0 0 0,1 0-1 0 0,0 1 1 0 0,1-1-1 0 0,-3 7 1 0 0,-9 20 139 0 0,12-30-164 0 0,1 1 1 0 0,0-1-1 0 0,0 1 0 0 0,0-1 1 0 0,0 1-1 0 0,0-1 0 0 0,1 1 0 0 0,-1 0 1 0 0,1-1-1 0 0,0 1 0 0 0,-1-1 0 0 0,2 5 1 0 0,-1 1 23 0 0,-1-1 331 0 0,7 4-298 0 0,18 33-8 0 0,-18-33 28 0 0,6-10-66 0 0,38 7-4 0 0,-37-6 16 0 0,14-13-38 0 0,81-32-8 0 0,-104 42 3 0 0,-1-1-1 0 0,1 1 1 0 0,0-1-1 0 0,-1 1 1 0 0,1-1-1 0 0,-1 0 1 0 0,6-4-1 0 0,0-1-1 0 0,-4 3 0 0 0,0 1-1 0 0,0-2 0 0 0,0 1 0 0 0,-1-1 1 0 0,5-5-1 0 0,-1 3-6 0 0,-4 3 8 0 0,1-1 0 0 0,-1 1 0 0 0,0-1 0 0 0,-1 1 0 0 0,5-9 0 0 0,-2 7 1 0 0,-3 4 1 0 0,-1-1 0 0 0,0 1 0 0 0,0-1 0 0 0,-1 1 0 0 0,1-1-1 0 0,0 1 1 0 0,-1-1 0 0 0,0 0 0 0 0,1 0 0 0 0,-1 0-1 0 0,0-3 1 0 0,11-25 13 0 0,-9 24 978 0 0,-7 37-861 0 0,-9 97 5 0 0,-8 20 248 0 0,3-33-66 0 0,-1 7-110 0 0,10-62-94 0 0,-26 174 176 0 0,34-227-287 0 0,0 1 0 0 0,1-1 0 0 0,-1 1 0 0 0,1-1 0 0 0,1 9 1 0 0,0-3-3 0 0,-1-2-5 0 0,22-29-217 0 0,70-69 199 0 0,-80 74 11 0 0,-1 0 0 0 0,0 0 0 0 0,-1-1 0 0 0,13-26 0 0 0,3-3-109 0 0,-23 40 89 0 0,0 0 0 0 0,0 0 0 0 0,0-1 0 0 0,-1 1 0 0 0,0 0 0 0 0,2-6 0 0 0,-2 6-22 0 0,0 0-1 0 0,0 0 1 0 0,0 0-1 0 0,1 0 0 0 0,0 1 1 0 0,-1-1-1 0 0,5-4 1 0 0,13-16-344 0 0,-15 18-91 0 0,0-1-108 0 0,15-18-103 0 0,-15 18-93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5.8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1 208 920 0 0,'4'-11'1046'0'0,"18"-52"978"0"0,-20 52-1705 0 0,-1 6-99 0 0,0 0 0 0 0,0 0 0 0 0,1 0 0 0 0,0 0 0 0 0,0 0 0 0 0,2-5 0 0 0,9-18 620 0 0,-10 21-52 0 0,0-1-62 0 0,7-24-56 0 0,-8 24 7616 0 0,-7 35-8130 0 0,-18 82-41 0 0,15-72-56 0 0,7-25-65 0 0,-9 33-183 0 0,-3 0-1087 0 0,3-13 508 0 0,8-24-165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6.2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1144 0 0,'0'0'14763'0'0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6.6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173 1 552 0 0,'0'0'10619'0'0,"1"24"-10041"0"0,0 73-40 0 0,-2-59-36 0 0,-1-17-296 0 0,1-6-4 0 0,0 0 1 0 0,-1 0-1 0 0,-1 0 0 0 0,-8 25 1 0 0,-82 228 995 0 0,59-181-2112 0 0,16-36-626 0 0,11-26 379 0 0,6-18-997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7.4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472 91 456 0 0,'0'0'2545'0'0,"-12"-10"-2031"0"0,-38-28-45 0 0,38 28-13 0 0,3 7-24 0 0,-28-11-22 0 0,27 10 363 0 0,-3 2-401 0 0,-1-1-217 0 0,7 1 213 0 0,0 0-1 0 0,0 1 0 0 0,0 0 0 0 0,-15 0 1 0 0,-1 7-86 0 0,-69 17 1 0 0,69-17-3 0 0,15 1-5 0 0,-2 1-183 0 0,5-5-25 0 0,0 1 0 0 0,1 0 0 0 0,-1 0 0 0 0,1 0 0 0 0,0 0 0 0 0,-5 8 0 0 0,3-6 23 0 0,3-3-26 0 0,0 0-1 0 0,0 1 1 0 0,1-1-1 0 0,-1 1 1 0 0,1-1-1 0 0,-3 6 1 0 0,-11 18 189 0 0,13-20-12 0 0,0 1-23 0 0,-7 24-29 0 0,8-24 141 0 0,0 1-194 0 0,-5 25-14 0 0,5-25 332 0 0,9 0-398 0 0,23 28 10 0 0,-22-27 21 0 0,45-6-30 0 0,-37-2-45 0 0,-2-1 54 0 0,11-8-100 0 0,76-24-47 0 0,-96 30 62 0 0,0-1 1 0 0,0 1 0 0 0,0-1 0 0 0,0 0 0 0 0,5-4 0 0 0,48-27-265 0 0,-29 15 151 0 0,-21 14 11 0 0,0-4 5 0 0,23-21 12 0 0,-23 22 18 0 0,13-30-73 0 0,-17 29 118 0 0,-2 1 19 0 0,5-24 61 0 0,-5 23 1519 0 0,-19 32-1393 0 0,-56 77 14 0 0,65-90-134 0 0,0 1 0 0 0,1-1 0 0 0,1 1 0 0 0,0 1 0 0 0,1-1 0 0 0,-5 16 0 0 0,3-6 20 0 0,-77 184 679 0 0,42-106-248 0 0,-43 145 0 0 0,81-230-468 0 0,-11 44 92 0 0,12-49-101 0 0,1-6-6 0 0,1 1 0 0 0,0 0-1 0 0,0 0 1 0 0,0 0 0 0 0,1 0 0 0 0,0 7-1 0 0,-2 24 79 0 0,4-26-46 0 0,0 0-32 0 0,-1-6-2 0 0,-1 0 0 0 0,1 1 0 0 0,0-1 0 0 0,0 0 0 0 0,1 0 0 0 0,3 7 0 0 0,0-4 47 0 0,16 23-35 0 0,-15-23-3 0 0,22-17-6 0 0,84-33-1 0 0,-107 42-10 0 0,-1 0 0 0 0,0-1-1 0 0,0 1 1 0 0,0-1-1 0 0,0 0 1 0 0,0 0-1 0 0,0-1 1 0 0,4-3-1 0 0,55-50-122 0 0,-3-4-1 0 0,76-94 1 0 0,-127 144 59 0 0,-3 3-31 0 0,0 1 1 0 0,-1-2-1 0 0,9-12 0 0 0,3-7-186 0 0,-13 20-64 0 0,1 0-72 0 0,15-21-100 0 0,-15 21-118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7.8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1 153 236 0 0,'0'0'3080'0'0,"6"-13"-2170"0"0,28-49 796 0 0,-27 56-925 0 0,20-16-59 0 0,-20 17-45 0 0,4 0-44 0 0,33-14-28 0 0,-33 14-40 0 0,0 3-40 0 0,35-9-47 0 0,-35 9 1548 0 0,12 6-1803 0 0,68 14-9 0 0,-68-13 276 0 0,-23 1-444 0 0,0-1 0 0 0,0 1-1 0 0,1 0 1 0 0,2 9 0 0 0,0-4-4 0 0,-2-1 177 0 0,-10 5-129 0 0,-26 42 2 0 0,18-34-9 0 0,-31 23 72 0 0,42-37-131 0 0,2-5-9 0 0,1 0 0 0 0,-1 0 0 0 0,1 0 0 0 0,-1-1 0 0 0,0 1 0 0 0,-7 4 0 0 0,-19 15 46 0 0,23-17 8 0 0,-1 1 16 0 0,-24 24 21 0 0,25-23 312 0 0,1-4-324 0 0,-17 14-12 0 0,17-14 1251 0 0,128-8-1014 0 0,-84 2-260 0 0,-6 1 283 0 0,-8-2-218 0 0,104-13-61 0 0,-112 15-92 0 0,51-7-463 0 0,-47 6 362 0 0,-6 1-333 0 0,1-1 0 0 0,19-6 0 0 0,-18 8-335 0 0,47-4-149 0 0,-48 3-182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9.0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1 747 892 0 0,'17'-7'963'0'0,"-2"1"-716"0"0,8-2 299 0 0,-1-2 0 0 0,37-22 0 0 0,-37 23 358 0 0,170-64 1615 0 0,441-155 2253 0 0,-357 139-3544 0 0,3 13-1 0 0,525-72 1 0 0,-220 101-246 0 0,-568 47-843 0 0,0-1-67 0 0,51-2-7 0 0,-50 3 501 0 0,-4-2-1000 0 0,38-4 216 0 0,-38 4-47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19.8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76 367 440 0 0,'0'0'7939'0'0,"6"19"-7265"0"0,2-1-482 0 0,-3-7-84 0 0,-1-1 1 0 0,0 1-1 0 0,-1 0 0 0 0,0 1 1 0 0,-1-1-1 0 0,0 0 1 0 0,-1 1-1 0 0,0 0 1 0 0,-1 15-1 0 0,-11 80 1303 0 0,-35 148 0 0 0,-4 29 365 0 0,47-263-1643 0 0,1-8-79 0 0,1-1 0 0 0,0 1-1 0 0,1 0 1 0 0,2 21 0 0 0,-2-32-98 0 0,4-8-22 0 0,1-10 57 0 0,0 0 0 0 0,0 0 0 0 0,-2-1 1 0 0,0 1-1 0 0,-1-1 0 0 0,1-18 0 0 0,-10-232-243 0 0,2 184-7 0 0,7-134 1 0 0,15 40-56 0 0,-9 151 229 0 0,35-104-65 0 0,-36 112 96 0 0,1 0-1 0 0,21-32 0 0 0,-29 49 56 0 0,4-6-15 0 0,0 1 0 0 0,0 0 1 0 0,0 0-1 0 0,1 0 0 0 0,8-8 0 0 0,-3 4-1 0 0,-7 6 9 0 0,-1 1-1 0 0,1-1 1 0 0,0 1 0 0 0,1-1-1 0 0,-1 1 1 0 0,1 0 0 0 0,-1 0-1 0 0,8-4 1 0 0,-2 2-6 0 0,-5 0 7 0 0,1 2-1 0 0,0-1 0 0 0,0 0 1 0 0,0 1-1 0 0,1 0 0 0 0,6-3 1 0 0,0 0 4 0 0,-9 4 2 0 0,0 0 0 0 0,1 0 0 0 0,0 0 0 0 0,-1 0-1 0 0,1 0 1 0 0,0 1 0 0 0,0-1 0 0 0,7 0 0 0 0,-1-1 1 0 0,-2 1 4 0 0,6 0 1 0 0,41-4-4 0 0,-41 4 13 0 0,6 10-7 0 0,61 24 0 0 0,-62-24-1 0 0,-14-1 2 0 0,6 20 6 0 0,-8-12 1 0 0,0 21-2 0 0,-5-14 5 0 0,-3 0-22 0 0,0-1 0 0 0,-2 0 0 0 0,0-1 1 0 0,-2 0-1 0 0,0 0 0 0 0,-15 24 1 0 0,-29 27-59 0 0,-3-2 1 0 0,-74 71 0 0 0,115-125 49 0 0,-38 37-72 0 0,-74 55 0 0 0,210-173-711 0 0,-55 48 815 0 0,6 3 10 0 0,-26 11 52 0 0,1 4-59 0 0,-1 0 0 0 0,0-1 0 0 0,1 0 0 0 0,11-3 0 0 0,-4 0 5 0 0,-3 2 514 0 0,7 11-360 0 0,59 30 7 0 0,-76-38-167 0 0,0 1 0 0 0,0-1-1 0 0,0 1 1 0 0,0 0 0 0 0,0 0 0 0 0,0 0 0 0 0,-1 0-1 0 0,1 1 1 0 0,-1-1 0 0 0,1 1 0 0 0,-1 0 0 0 0,0-1-1 0 0,0 1 1 0 0,0 0 0 0 0,0 0 0 0 0,-1 0 0 0 0,3 6-1 0 0,3 7 108 0 0,2-1-73 0 0,-1 1 0 0 0,0 1-1 0 0,-1 0 1 0 0,-1 0-1 0 0,-1 0 1 0 0,0 0 0 0 0,-1 1-1 0 0,-1 0 1 0 0,1 22-1 0 0,-3 49-2089 0 0,-1-51-4888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20.2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0 250 1092 0 0,'5'-13'1038'0'0,"17"-37"-51"0"0,-11 31-45 0 0,-5 11-639 0 0,-3 3-60 0 0,0 0-1 0 0,1 1 0 0 0,0 0 0 0 0,0 0 1 0 0,7-6-1 0 0,-3 3 29 0 0,26-22 1006 0 0,-26 22-1041 0 0,-2 2-13 0 0,0 0 0 0 0,1 0 0 0 0,-1 1 0 0 0,10-4 0 0 0,24-15 360 0 0,-20 13-51 0 0,23-4-55 0 0,-33 11-48 0 0,42-1 169 0 0,-36 1-486 0 0,-2 2 742 0 0,5 9-602 0 0,61 24-24 0 0,-78-32-215 0 0,-1 1-1 0 0,1-1 1 0 0,-1 1 0 0 0,1-1-1 0 0,0 1 1 0 0,-1-1 0 0 0,1 1-1 0 0,-1 0 1 0 0,0 0 0 0 0,1 0 0 0 0,-1 0-1 0 0,0 0 1 0 0,0 0 0 0 0,1 0-1 0 0,-1 0 1 0 0,1 2 0 0 0,18 25 194 0 0,-12-11-15 0 0,-7-15-182 0 0,2 8 37 0 0,0 0 1 0 0,0 0-1 0 0,-1 0 1 0 0,0 1-1 0 0,-1-1 0 0 0,0 1 1 0 0,-1-1-1 0 0,0 0 1 0 0,-2 13-1 0 0,-3 6 19 0 0,-1 0-1 0 0,-2-1 0 0 0,0 0 1 0 0,-2 0-1 0 0,-1-1 0 0 0,-2 0 1 0 0,0-1-1 0 0,-2 0 0 0 0,-1-2 1 0 0,-33 42-1 0 0,26-39-37 0 0,11-12-6 0 0,-1 0 0 0 0,0-1 0 0 0,-1 0 0 0 0,-1-1 1 0 0,-28 20-1 0 0,38-31-27 0 0,0 0 0 0 0,0 0 0 0 0,0-1 1 0 0,1 0-1 0 0,-1 0 0 0 0,-8 0 0 0 0,12 0 3 0 0,-2-1-9 0 0,0-3-4 0 0,-10-7-3 0 0,10 4 4 0 0,2 0 26 0 0,1 0 0 0 0,0-1-1 0 0,0 1 1 0 0,1 0-1 0 0,-1 0 1 0 0,1 0 0 0 0,1 0-1 0 0,-1 0 1 0 0,1 0-1 0 0,0 1 1 0 0,1-1 0 0 0,-1 1-1 0 0,1-1 1 0 0,0 1-1 0 0,0 0 1 0 0,1 0 0 0 0,0 0-1 0 0,-1 0 1 0 0,2 1-1 0 0,-1-1 1 0 0,6-3 0 0 0,1-1 64 0 0,1 1 1 0 0,0 1 0 0 0,1 0-1 0 0,-1 0 1 0 0,1 1 0 0 0,1 1-1 0 0,25-7 1 0 0,106-15 269 0 0,-105 21-281 0 0,-14 2-56 0 0,149-28 50 0 0,-148 25-412 0 0,-1-1 0 0 0,0-1 0 0 0,-1-1-1 0 0,36-20 1 0 0,-55 26 169 0 0,-1 1-183 0 0,1 0 0 0 0,-1 0 0 0 0,0-1 0 0 0,8-6 0 0 0,-12 8-691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21.37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0 148 88 0 0,'0'0'12421'0'0,"9"-13"-12272"0"0,25-38-1 0 0,-26 38-1 0 0,-2 7-14 0 0,18-18-6 0 0,-17 18 74 0 0,-1 0-106 0 0,21-17-2 0 0,-20 17 516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22.0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0 744 0 0,'0'0'7806'0'0,"5"18"-7789"0"0,13 54-8 0 0,-13-54 2808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22.7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867 0 212 0 0,'0'0'1798'0'0,"26"6"-941"0"0,78 19-38 0 0,-69-16-53 0 0,-23-5-522 0 0,37 15 905 0 0,26 17 107 0 0,-51-25-1076 0 0,0-1 325 0 0,-1 1-1 0 0,0 1 1 0 0,-1 1-1 0 0,35 27 1 0 0,-46-31-316 0 0,-2-2-41 0 0,-1 0 0 0 0,-1 0 0 0 0,1 1 0 0 0,-1 0 0 0 0,0 0 0 0 0,-1 1-1 0 0,8 13 1 0 0,-12-19-107 0 0,8 13 180 0 0,-1 1 0 0 0,-1 0 0 0 0,12 31 0 0 0,-15-34-62 0 0,6 33 594 0 0,-7-29-622 0 0,1 8 129 0 0,-1 0 0 0 0,1 44 1 0 0,-2 14 516 0 0,-4 0 1 0 0,-4 0 0 0 0,-31 164 0 0 0,16-161-333 0 0,-1 6 227 0 0,-49 139 0 0 0,-134 238 514 0 0,51-203-797 0 0,130-228-340 0 0,-52 75 81 0 0,-122 143 0 0 0,-112 84-1031 0 0,291-323 760 0 0,-111 110-861 0 0,103-105 327 0 0,0-1 0 0 0,-1-2 0 0 0,-38 21 0 0 0,61-38 329 0 0,0-1 0 0 0,0 0-1 0 0,-1 0 1 0 0,1 0 0 0 0,-1 0-1 0 0,1-1 1 0 0,-1 0 0 0 0,-6 1-1 0 0,9-2-158 0 0,-1 0-1 0 0,0 0 0 0 0,1-1 1 0 0,-1 1-1 0 0,0-1 1 0 0,1 1-1 0 0,-1-1 0 0 0,1 0 1 0 0,-1 0-1 0 0,-2-1 1 0 0,-16-12-3594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33.6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1449 323 332 0 0,'0'0'2232'0'0,"-6"-21"-1996"0"0,-18-62-36 0 0,18 62-8 0 0,-1 16-8 0 0,-21-18-24 0 0,20 17 14 0 0,0 0-19 0 0,-24-17-16 0 0,23 17 15 0 0,-1-1 6 0 0,-50-34 167 0 0,33 24-160 0 0,20 13 7 0 0,-4-1-7 0 0,-30-15 2 0 0,31 15 0 0 0,1 1-37 0 0,-25-10-25 0 0,26 10 50 0 0,-10 3-59 0 0,-2-1-68 0 0,-47-2 100 0 0,46 8-61 0 0,-66 13-12 0 0,45-7-11 0 0,16-1-29 0 0,-15 4 25 0 0,-44 20 1 0 0,-200 107 95 0 0,212-98-117 0 0,-114 87-1 0 0,128-79 9 0 0,57-48-28 0 0,0-1-1 0 0,1 0 1 0 0,0 0 0 0 0,-1 1 0 0 0,1-1 0 0 0,0 1 0 0 0,0-1 0 0 0,-1 1 0 0 0,1-1 0 0 0,1 1 0 0 0,-2 2 0 0 0,-10 16 6 0 0,4-8-7 0 0,2 0 0 0 0,-1 0 1 0 0,1 1-1 0 0,1 0 1 0 0,0 0-1 0 0,1 0 1 0 0,1 0-1 0 0,-3 14 1 0 0,4-11 0 0 0,-3 14 4 0 0,-2 56 1 0 0,11-59-8 0 0,36 136 41 0 0,-27-123-21 0 0,0 0 0 0 0,33 63 0 0 0,52 74 43 0 0,-78-140-44 0 0,1 0 0 0 0,2-1 1 0 0,2-2-1 0 0,1 0 1 0 0,1-2-1 0 0,2-1 0 0 0,2-1 1 0 0,50 39-1 0 0,-56-57 34 0 0,-7-4-36 0 0,12 5 18 0 0,0-2 0 0 0,40 10-1 0 0,72 7 116 0 0,-102-26-49 0 0,167 5 117 0 0,-165-10-86 0 0,-14 0-94 0 0,178-27 196 0 0,-54-3 126 0 0,279-101 1 0 0,-353 102-287 0 0,-2-3 1 0 0,-2-3-1 0 0,-1-3 1 0 0,-3-4-1 0 0,82-66 1 0 0,-138 100-66 0 0,-2 0 0 0 0,0-1 0 0 0,0 0 0 0 0,-1-1 1 0 0,0 0-1 0 0,-1-1 0 0 0,-1 0 0 0 0,0-1 1 0 0,-1 0-1 0 0,-1 0 0 0 0,0-1 0 0 0,-1 0 1 0 0,0 0-1 0 0,4-23 0 0 0,-8 16-23 0 0,0 0 1 0 0,-1 0-1 0 0,-1 0 0 0 0,-2 0 0 0 0,0 0 1 0 0,-1 1-1 0 0,-1-1 0 0 0,-2 1 0 0 0,-13-38 1 0 0,7 29-16 0 0,-2 1 0 0 0,-1 0 0 0 0,-1 1 1 0 0,-2 1-1 0 0,-1 1 0 0 0,-24-28 0 0 0,29 40-48 0 0,0 0-1 0 0,-22-16 0 0 0,15 19-99 0 0,19 12 170 0 0,-106-48-570 0 0,84 43 168 0 0,-40-5-81 0 0,32 8-171 0 0,-32 3-518 0 0,48-1-761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45.8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0 636 164 0 0,'0'0'4085'0'0,"4"2"-3942"0"0,12 4-15 0 0,-12-4 939 0 0,12 1-907 0 0,-13-2 129 0 0,16 0-149 0 0,-15 0 88 0 0,-1-1-164 0 0,67 0 1295 0 0,-31 4-1070 0 0,-36-4-178 0 0,1 0-76 0 0,12 1 4 0 0,-12 0 89 0 0,-1-1-114 0 0,25 0 220 0 0,0-1 0 0 0,30-5 0 0 0,-37 3-168 0 0,-18 3-30 0 0,14-5 38 0 0,-13 4-27 0 0,-1 0 3 0 0,62-16 421 0 0,-63 16-417 0 0,51-10 165 0 0,-36 8-100 0 0,32-9 0 0 0,2-1 94 0 0,-32 9-103 0 0,30-5 198 0 0,-1-2-1 0 0,62-24 0 0 0,-92 29-240 0 0,0 2 0 0 0,26-4 0 0 0,-32 7-53 0 0,35-8 53 0 0,30-4 16 0 0,227-41 284 0 0,-149 26-294 0 0,-68 15-46 0 0,37-7-20 0 0,-18-2 38 0 0,60-14 62 0 0,4-5 17 0 0,-76 25-75 0 0,-67 13-20 0 0,0-1 0 0 0,47-15 1 0 0,-33 8 36 0 0,75-13 0 0 0,-55 12-22 0 0,213-53 276 0 0,-245 57-260 0 0,141-32 118 0 0,-106 30-149 0 0,-6 2 14 0 0,14-3 7 0 0,17-11 458 0 0,-86 21-456 0 0,17-2 38 0 0,-17 2-30 0 0,1 1-4 0 0,47-9 277 0 0,-48 9-136 0 0,1 0-214 0 0,1-1-180 0 0,3 0 189 0 0,1 1-8827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45.5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623 49 344 0 0,'0'0'14841'0'0,"-15"-6"-14628"0"0,-46-18-6 0 0,45 17 393 0 0,-1 6-483 0 0,-53-4-7 0 0,53 4 57 0 0,1 0-99 0 0,-78 0 239 0 0,14-1-125 0 0,28 6-153 0 0,43-3-24 0 0,0 0 0 0 0,0 0 0 0 0,0-1 1 0 0,-12-1-1 0 0,15 6-15 0 0,-20 17 9 0 0,20-17 19 0 0,9 48-24 0 0,-2-42 23 0 0,0 1-15 0 0,2 57 39 0 0,-2-57-35 0 0,0-4 5 0 0,-1 0 0 0 0,0 0 1 0 0,0 1-1 0 0,-3 10 0 0 0,-24 158 188 0 0,25-157-172 0 0,-5 23 38 0 0,-31 205 45 0 0,36-235-103 0 0,-2 39 23 0 0,2 11-10 0 0,-1-30-20 0 0,2-25 0 0 0,0 4 20 0 0,-2 2-14 0 0,-2 39-9 0 0,4-24 4 0 0,0-22-7 0 0,4 2-56 0 0,7 27 19 0 0,-8-27 10 0 0,5-4-27 0 0,22 14 34 0 0,-22-14 11 0 0,5-5-19 0 0,1 1 21 0 0,22 3-1 0 0,-17-1 8 0 0,-2-1-4 0 0,7-8 14 0 0,85-19-8 0 0,-20-2 8 0 0,-39 11-12 0 0,24-6-6 0 0,-60 18 19 0 0,0 1-2 0 0,40-10-7 0 0,-40 10-10 0 0,76-1-392 0 0,-73 3-913 0 0,3-1 973 0 0,9 0 130 0 0,3 1-9158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45.9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40 272 0 0,'0'0'14884'0'0,"24"-6"-14295"0"0,71-21-54 0 0,-71 20 1443 0 0,-5 8-1690 0 0,3 2-193 0 0,50 1 495 0 0,-59-4-579 0 0,1 0 0 0 0,-1 1 0 0 0,15 4 0 0 0,-7-2-42 0 0,-3-1-154 0 0,-1-1-500 0 0,53 3 163 0 0,-53-3-128 0 0,-1 0-1104 0 0,3 1 1256 0 0,11 0 38 0 0,1-1-7573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59.1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516 1 484 0 0,'0'0'10635'0'0,"-19"17"-10296"0"0,-60 51-37 0 0,53-47-51 0 0,18-16-176 0 0,-33 16 279 0 0,26-13-288 0 0,-48 18 233 0 0,46-18-246 0 0,-50 16 192 0 0,-6-1 1 0 0,17-7 34 0 0,14-5-365 0 0,32-8-62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4:59.5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228 1 88 0 0,'0'0'9568'0'0,"-15"15"-9194"0"0,-48 44-22 0 0,48-45-20 0 0,6-6-21 0 0,-1-1-214 0 0,5-4-41 0 0,0 0 1 0 0,1 1-1 0 0,0 0 1 0 0,-1 0-1 0 0,2 0 1 0 0,-1 0-1 0 0,-4 5 1 0 0,-11 16 181 0 0,14-19-22 0 0,-2 3-16 0 0,-18 25-20 0 0,18-25-10 0 0,5-3-20 0 0,-1-1-97 0 0,1-3-18 0 0,1 0-1 0 0,0 0 1 0 0,0 0 0 0 0,0-1 0 0 0,1 1 0 0 0,-1 0 0 0 0,0 0 0 0 0,1 1 0 0 0,-1-1 0 0 0,1 0 0 0 0,-1 3 0 0 0,5 33 106 0 0,-2-26-115 0 0,-1-2 101 0 0,7-3-63 0 0,24 22 3 0 0,-23-21-1 0 0,3-3 10 0 0,36 14 4 0 0,-36-14-10 0 0,1-2-8 0 0,36 11-9 0 0,-36-10-8 0 0,32 0 2 0 0,-31-2-48 0 0,-3-1-33 0 0,3 3-493 0 0,40 8 132 0 0,-41-8-154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0.1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338 238 476 0 0,'0'0'11068'0'0,"-10"19"-10827"0"0,-38 77 364 0 0,35-94-441 0 0,-40 4-15 0 0,40-4 311 0 0,-7-10-378 0 0,-59-22-21 0 0,59 22-2 0 0,12-1-2 0 0,-22-25-13 0 0,20 18-2 0 0,-3-12-4 0 0,10 21-1 0 0,0-5-11 0 0,-7-34-6 0 0,8 35 0 0 0,1 1-3 0 0,0-28 2 0 0,1 28 28 0 0,3 1-26 0 0,13-27-1 0 0,-12 27 83 0 0,1 2-75 0 0,0-1 5 0 0,-3 4 89 0 0,0 0 1 0 0,1 1-1 0 0,-1-1 1 0 0,1 1-1 0 0,5-6 1 0 0,-3 34-54 0 0,17 73-5 0 0,-17-73-15 0 0,-6-15-2 0 0,-2 30-2 0 0,3-30-28 0 0,-5 0-217 0 0,-12 31-35 0 0,13-31-122 0 0,-3-5-772 0 0,-20 16 341 0 0,21-16-302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0.4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0 400 0 0,'0'0'9302'0'0,"35"3"-9016"0"0,104 7-28 0 0,-104-7 870 0 0,-31 6-988 0 0,10 28-16 0 0,-11-28 500 0 0,-17 5-568 0 0,-44 39 2 0 0,43-39 533 0 0,4-12-549 0 0,-33 7-6 0 0,33-7 1051 0 0,23 9-938 0 0,35 33-6 0 0,-36-33 105 0 0,-6-4-145 0 0,13 21-14 0 0,-13-21 92 0 0,-5-5-181 0 0,0 0 1 0 0,0 1-1 0 0,0-1 0 0 0,0 0 1 0 0,1 1-1 0 0,-1-1 1 0 0,1 0-1 0 0,0 0 1 0 0,1 5-1 0 0,-1-5-115 0 0,0 0 1 0 0,0 0-1 0 0,0 0 0 0 0,-1 1 0 0 0,1-1 0 0 0,-1 0 1 0 0,0 0-1 0 0,1 1 0 0 0,-1 4 0 0 0,-13 0-560 0 0,-38 21-182 0 0,38-21-276 0 0,-7-9-961 0 0,-61-6-1367 0 0,60 6 264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0.8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56 168 0 0,'0'0'3332'0'0,"18"-9"-2519"0"0,52-28-50 0 0,-53 28 560 0 0,0 10-755 0 0,53 6-55 0 0,-52-6 360 0 0,-3 6-505 0 0,46 17-40 0 0,-59-24-298 0 0,0 1 0 0 0,0 0 0 0 0,0 0 0 0 0,0-1 0 0 0,0 1 0 0 0,0 0 0 0 0,-1 1 0 0 0,1-1 0 0 0,2 2 0 0 0,20 19 229 0 0,-17-16-38 0 0,-1 3-45 0 0,18 31-52 0 0,-23-39-119 0 0,-1 0 0 0 0,1 1-1 0 0,0-1 1 0 0,0 0 0 0 0,-1 0 0 0 0,1 0 0 0 0,-1 1 0 0 0,1-1-1 0 0,-1 0 1 0 0,0 1 0 0 0,1 2 0 0 0,3 26-10 0 0,-3-22-70 0 0,-3 3-88 0 0,-5 31-123 0 0,6-32-152 0 0,-5-1-161 0 0,-15 26-242 0 0,9-21-622 0 0,-15 9-929 0 0,20-17 183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1.18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664 185 972 0 0,'0'0'10974'0'0,"-17"10"-15417"0"0,-51 31 1601 0 0,51-31 217 0 0</inkml:trace>
  <inkml:trace contextRef="#ctx0" brushRef="#br0" timeOffset="1">1 83 300 0 0,'0'0'7471'0'0,"9"-14"-6925"0"0,28-41-33 0 0,-28 42 1488 0 0,12 15-1701 0 0,65 10-33 0 0,-65-9 566 0 0,-11 8-677 0 0,30 32-36 0 0,-30-32-65 0 0,-8-4-97 0 0,6 21-92 0 0,-5-21-129 0 0,-6 5-1488 0 0,-9 34 747 0 0,10-35-756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1.5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129 1 136 0 0,'0'0'14378'0'0,"-6"23"-14072"0"0,-1 5-228 0 0,-16 69 221 0 0,14-49-351 0 0,6-37-15 0 0,1-7 3 0 0,1 1 1 0 0,0-1-1 0 0,0 0 1 0 0,0 1-1 0 0,0-1 1 0 0,1 1-1 0 0,-1 4 1 0 0,-2-2-436 0 0,-2 0 178 0 0,-5 7 178 0 0,5 1-4133 0 0,-3-10 744 0 0,-33 20 269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1.9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517 292 420 0 0,'0'0'12437'0'0,"-24"10"-12051"0"0,-72 31-32 0 0,73-30 244 0 0,11-9-343 0 0,-45 13 492 0 0,37-22-673 0 0,-61-20-30 0 0,79 27-42 0 0,0-1 1 0 0,-1 1-1 0 0,1-1 0 0 0,0 0 1 0 0,0 0-1 0 0,0 0 1 0 0,0 0-1 0 0,0 0 1 0 0,0 0-1 0 0,-3-3 0 0 0,-20-18 21 0 0,15 8-7 0 0,-10-29-11 0 0,3-7-15 0 0,13 37 8 0 0,2 9 1 0 0,1-1 0 0 0,0 1 0 0 0,0 0 0 0 0,1-1 0 0 0,-1 1 0 0 0,1-1-1 0 0,0 1 1 0 0,0-5 0 0 0,0-30-3 0 0,0 30 5 0 0,4-1-8 0 0,10-27 21 0 0,-10 28 36 0 0,3 3-11 0 0,21-17 16 0 0,-21 17 796 0 0,10 23-752 0 0,50 51-21 0 0,-50-51-17 0 0,-21-6-7 0 0,-10 32 10 0 0,10-32-28 0 0,-3 0-32 0 0,-23 30-47 0 0,28-38 15 0 0,-1 1 0 0 0,1-1 0 0 0,-1 1 0 0 0,0-1 0 0 0,0 0 0 0 0,0 0 0 0 0,0 0 0 0 0,-5 4 0 0 0,0-1-53 0 0,2-1-240 0 0,-4 1-124 0 0,-31 19-154 0 0,30-19-183 0 0,-5-6-1419 0 0,-3 0 1578 0 0,-10-1-299 0 0,-3 2-3484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2.3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551 415 428 0 0,'0'0'13557'0'0,"3"23"-13225"0"0,7 65-40 0 0,-8-66 207 0 0,-7-14-298 0 0,-14 26-39 0 0,14-26 227 0 0,-19-24-1180 0 0,-70-47 707 0 0,71 48 20 0 0,17 9 36 0 0,-17-17 30 0 0,18 17 516 0 0,-7 18-450 0 0,-33 35-14 0 0,33-35 16 0 0,11 1-13 0 0,-9 57 26 0 0,5-38-41 0 0,4-24-9 0 0,1 4-14 0 0,-3 34-38 0 0,2-35-50 0 0,0-1-47 0 0,-3 27-82 0 0,3-28-102 0 0,-3-2-691 0 0,-8 23 266 0 0,8-23-153 0 0</inkml:trace>
  <inkml:trace contextRef="#ctx0" brushRef="#br0" timeOffset="1">22 811 648 0 0,'0'0'10137'0'0,"1"-19"-9463"0"0,2-3-458 0 0,0-59 811 0 0,-2 69-835 0 0,0 5-46 0 0,-1 0 1 0 0,0 0-1 0 0,0 1 1 0 0,-1-1 0 0 0,-2-13-1 0 0,-20-198 1651 0 0,22 209-1698 0 0,0 1 0 0 0,0-1 0 0 0,1-16 0 0 0,3-20 211 0 0,-2-5-140 0 0,-1 46-144 0 0,-1 0 0 0 0,1 0-1 0 0,0 1 1 0 0,1-1 0 0 0,-1 0-1 0 0,1 0 1 0 0,0 0 0 0 0,-1 1-1 0 0,3-5 1 0 0,7-23 171 0 0,-1-2-68 0 0,-2 17-18 0 0,-3 6-77 0 0,-3 6-16 0 0,1 1-1 0 0,0-1 1 0 0,0 0 0 0 0,0 1 0 0 0,0-1 0 0 0,1 1 0 0 0,-1 0-1 0 0,6-6 1 0 0,15-16 62 0 0,-17 18-8 0 0,4 1-14 0 0,33-18 2 0 0,-32 18-8 0 0,0 2-17 0 0,35-10-25 0 0,-35 11-16 0 0,-23 26-8609 0 0,-38 67 5178 0 0,37-67 262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02.7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77 1 624 0 0,'0'0'2174'0'0,"-13"6"-1490"0"0,-38 20-2 0 0,38-20 3939 0 0,13-3-4572 0 0,0 1 0 0 0,0-1 0 0 0,1 0-1 0 0,-1 1 1 0 0,1-1 0 0 0,-1 0-1 0 0,1 0 1 0 0,2 4 0 0 0,-2-4-55 0 0,0 0 1 0 0,0 0 0 0 0,-1 0-1 0 0,1 1 1 0 0,-1-1-1 0 0,1 0 1 0 0,-1 1-1 0 0,0 2 1 0 0,3 6-1038 0 0,8 34-457 0 0,-8-35-1010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41.6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529 83 732 0 0,'0'0'13458'0'0,"-18"-5"-13253"0"0,-55-14-29 0 0,55 14 270 0 0,5 2-326 0 0,-39-10-10 0 0,38 10 82 0 0,0 0-116 0 0,-68-11 88 0 0,29 6-134 0 0,40 6 58 0 0,-1 1-80 0 0,-43-4-4 0 0,43 3 96 0 0,8 13-88 0 0,-18 33 2 0 0,18-33 57 0 0,2 41-50 0 0,3-41-9 0 0,1-2 3 0 0,-8 142 54 0 0,4 79 187 0 0,5-138-162 0 0,-11 100 0 0 0,2-132-73 0 0,-15 211 118 0 0,23-259-142 0 0,0-1 1 0 0,1 0-1 0 0,1 0 1 0 0,0 0-1 0 0,0 0 1 0 0,1 0-1 0 0,0-1 1 0 0,10 21-1 0 0,-4-14-3 0 0,-5-8 16 0 0,0-1 1 0 0,1 0-1 0 0,-1 0 1 0 0,2 0-1 0 0,-1-1 1 0 0,1 0-1 0 0,0 0 1 0 0,0 0-1 0 0,12 8 1 0 0,-11-11 6 0 0,-1-1-1 0 0,1 0 1 0 0,0-1 0 0 0,0 0 0 0 0,0 0-1 0 0,0 0 1 0 0,1-1 0 0 0,-1 0 0 0 0,0 0-1 0 0,1-1 1 0 0,9 0 0 0 0,11-3 96 0 0,46-9-1 0 0,-39 5-65 0 0,-12 3-47 0 0,5-1-46 0 0,1 0 1 0 0,53-20 0 0 0,-78 24-148 0 0,0 0 1 0 0,0-1 0 0 0,-1 0 0 0 0,1 1-1 0 0,0-1 1 0 0,-1-1 0 0 0,0 1 0 0 0,1 0-1 0 0,-1-1 1 0 0,0 0 0 0 0,0 0 0 0 0,0 0-1 0 0,-1 0 1 0 0,1 0 0 0 0,-1 0 0 0 0,5-8-1 0 0,-6 8-131 0 0,1 0 0 0 0,0 0 0 0 0,-1 0 0 0 0,0-1 0 0 0,0 1 0 0 0,0-1 0 0 0,0 1 0 0 0,0-1 0 0 0,-1 1 0 0 0,1-6 0 0 0,-2 6-209 0 0,1 0 0 0 0,-1 0 0 0 0,1 1 0 0 0,-1-1 0 0 0,0 1 0 0 0,0-1 1 0 0,0 1-1 0 0,0-1 0 0 0,-3-3 0 0 0,-6-9-2269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42.1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5 668 0 0,'39'-3'861'0'0,"-31"2"-10"0"0,-2 1-3 0 0,103 11 3893 0 0,-65-5-2972 0 0,-28-5-401 0 0,30 7 0 0 0,30 3 1203 0 0,-14-2-636 0 0,65-1-1 0 0,-61-5-795 0 0,30 3 196 0 0,-91-6-1248 0 0,-1 1-18 0 0,60 0-789 0 0,-60-1 281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42.7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87 292 0 0,'0'0'9815'0'0,"9"-3"-9135"0"0,-3 1-601 0 0,6-2 513 0 0,-1 1-1 0 0,1 0 1 0 0,24-3 0 0 0,56 5 2708 0 0,82 13-845 0 0,-164-12-2614 0 0,-1 0-1 0 0,1-1 1 0 0,-1 0 0 0 0,0 0 0 0 0,1-1-1 0 0,8-3 1 0 0,-4 1-574 0 0,-13 4 504 0 0,1-1 0 0 0,-1 1-1 0 0,1-1 1 0 0,-1 0-1 0 0,1 1 1 0 0,-1-1 0 0 0,0 0-1 0 0,1 0 1 0 0,-1 0 0 0 0,0 0-1 0 0,0 0 1 0 0,0 0 0 0 0,0 0-1 0 0,0 0 1 0 0,0 0 0 0 0,0-1-1 0 0,0 1 1 0 0,0 0 0 0 0,0-1-1 0 0,-1 1 1 0 0,1-1-1 0 0,-1 1 1 0 0,1-2 0 0 0,2-4-371 0 0,-4 2-1483 0 0,-9-8-1305 0 0,1 2 255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43.1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 23 1076 0 0,'-18'-9'5553'0'0,"18"9"-5491"0"0,-1 0 1 0 0,1 0-1 0 0,0 0 0 0 0,0 0 1 0 0,0 0-1 0 0,0 0 0 0 0,0 0 0 0 0,0 0 1 0 0,0 0-1 0 0,0-1 0 0 0,0 1 1 0 0,-1 0-1 0 0,1 0 0 0 0,0 0 0 0 0,0 0 1 0 0,0 0-1 0 0,0 0 0 0 0,0 0 1 0 0,0-1-1 0 0,0 1 0 0 0,0 0 0 0 0,0 0 1 0 0,0 0-1 0 0,0 0 0 0 0,0 0 1 0 0,0 0-1 0 0,0 0 0 0 0,0-1 1 0 0,0 1-1 0 0,0 0 0 0 0,0 0 0 0 0,0 0 1 0 0,0 0-1 0 0,0 0 0 0 0,0 0 1 0 0,0-1-1 0 0,0 1 0 0 0,0 0 0 0 0,0 0 1 0 0,0 0-1 0 0,1 0 0 0 0,-1 0 1 0 0,0 0-1 0 0,0 0 0 0 0,0 0 0 0 0,0 0 1 0 0,0-1-1 0 0,0 1 0 0 0,0 0 1 0 0,0 0-1 0 0,0 0 0 0 0,1 0 0 0 0,-1 0 1 0 0,0 0-1 0 0,0 0 0 0 0,0 0 1 0 0,0 0-1 0 0,0 0 0 0 0,0 0 0 0 0,1 0 1 0 0,5-1 341 0 0,1 0 1 0 0,-1 0-1 0 0,1 0 1 0 0,9 1-1 0 0,-5 1-82 0 0,4-1 216 0 0,1 0 0 0 0,20-3 0 0 0,-34 2-488 0 0,-1 1 1 0 0,1-1 0 0 0,0 1 0 0 0,-1 0 0 0 0,1 0 0 0 0,-1 0-1 0 0,1 0 1 0 0,0 0 0 0 0,-1 0 0 0 0,1 1 0 0 0,-1-1 0 0 0,1 0-1 0 0,-1 1 1 0 0,3 0 0 0 0,4 1 96 0 0,115 8 2093 0 0,-49-6-4671 0 0,-70-3 1116 0 0,-1-2-1243 0 0,11-5-1692 0 0,-10 5 320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43.9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 1 376 0 0,'0'0'13833'0'0,"10"14"-13537"0"0,27 42-27 0 0,-28-42-18 0 0,-10-2-7 0 0,-1 54 199 0 0,1-31-229 0 0,1-27 1 0 0,-2 5-18 0 0,2 3-136 0 0,0-9-19 0 0,-1 1 0 0 0,1 0 0 0 0,-1-1 0 0 0,-1 1 0 0 0,1-1 0 0 0,-4 9 1 0 0,-45 183 771 0 0,24-83-794 0 0,21-92-587 0 0,0 1-365 0 0,4-6-9783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44.5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214 1 340 0 0,'0'0'9146'0'0,"5"16"-8908"0"0,13 46-16 0 0,-13-46 496 0 0,-16-7-571 0 0,-33 25-8 0 0,33-25 125 0 0,0-4-134 0 0,-33 14-6 0 0,33-14 110 0 0,2-2-116 0 0,-27 11-3 0 0,27-10 657 0 0,0 0-717 0 0,-28 13-2 0 0,28-13 1741 0 0,15 8-1602 0 0,16 38-12 0 0,-16-37 758 0 0,-1-5-826 0 0,13 25-12 0 0,-13-25 217 0 0,1-1-242 0 0,22 17-2 0 0,-22-18 71 0 0,3-1-98 0 0,27 17-5 0 0,-27-16 114 0 0,-1-2-124 0 0,28 14 2 0 0,-27-14 49 0 0,-2 1-67 0 0,21 14 0 0 0,-20-14 25 0 0,0 0-28 0 0,28 13-1 0 0,-27-14-28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50.8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378 171 216 0 0,'0'0'8146'0'0,"-5"-19"-7971"0"0,-17-58-8 0 0,17 58 1517 0 0,-2 14-1547 0 0,-18-17-2 0 0,18 17 894 0 0,-3 1-976 0 0,-29-12-11 0 0,29 12 618 0 0,-79 6-638 0 0,71-2 178 0 0,3 7-179 0 0,-45 20 3 0 0,45-20 114 0 0,9-2-130 0 0,-18 19 0 0 0,18-19 68 0 0,4 3-70 0 0,-8 23-5 0 0,7-24 18 0 0,5 3-19 0 0,3 30 4 0 0,-3-30 43 0 0,2 0-66 0 0,13 31 15 0 0,-13-31-8 0 0,6-6-157 0 0,27 11 137 0 0,-28-11-2 0 0,10-16-340 0 0,60-36 364 0 0,-60 35 8 0 0,-15 6-6 0 0,14-22 2 0 0,-14 21-1 0 0,0 1-24 0 0,11-21 26 0 0,-11 21 1 0 0,2 1-6 0 0,15-17 15 0 0,-16 17 692 0 0,2 1-673 0 0,20-18-2 0 0,-20 17 1382 0 0,-11 29-1332 0 0,-14 69-13 0 0,14-69 91 0 0,1-13-108 0 0,-10 30 3 0 0,10-30 82 0 0,1-1-94 0 0,-1 2-24 0 0,2-5 9 0 0,-1 0 1 0 0,1 0-1 0 0,0-1 0 0 0,0 1 0 0 0,1 11 0 0 0,-3 33 38 0 0,-1-12-68 0 0,3-29 108 0 0,1 0-135 0 0,2 28 30 0 0,-2-28 15 0 0,1-5-35 0 0,1 12 22 0 0,0-12-3 0 0,-1 1 12 0 0,-1 0-8 0 0,0-4 1 0 0,0 1 14 0 0,0 7-5 0 0,0-7-18 0 0,0-1-5 0 0,-1 0 21 0 0,1 0 0 0 0,0 0-1 0 0,-1 0 1 0 0,1-1-1 0 0,0 1 1 0 0,-1 0 0 0 0,1 0-1 0 0,0 0 1 0 0,0 0 0 0 0,0 0-1 0 0,0 0 1 0 0,0 1-1 0 0,4 7 5 0 0,-3-7-4 0 0,0 0 5 0 0,2 6-4 0 0,-2-6 1 0 0,-8 55 30 0 0,7-55-36 0 0,0 1 7 0 0,0 6-6 0 0,0-7 3 0 0,6-7-82 0 0,33-25 81 0 0,-31 26-13 0 0,22-20 29 0 0,-28 22-13 0 0,-1 1-4 0 0,-1 0 0 0 0,1 0 0 0 0,0 0 0 0 0,0 1 0 0 0,0-1 0 0 0,0 0 0 0 0,0 0 0 0 0,0 1 0 0 0,0-1 0 0 0,0 0 0 0 0,2 0 2 0 0,10-10 17 0 0,35-31-29 0 0,-36 32-3 0 0,-6 3 16 0 0,20-18-3 0 0,-20 18 29 0 0,1 2-23 0 0,20-15 6 0 0,-20 15 133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52.0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1 456 0 0,'0'0'10531'0'0,"4"0"-10256"0"0,11 0-11 0 0,-11 0 944 0 0,1 0-1053 0 0,27 5 227 0 0,-30-4-269 0 0,2-1 5 0 0,45 9 270 0 0,-11-1-21 0 0,58 3 1 0 0,275 10 682 0 0,-340-21-981 0 0,1 0 0 0 0,37-7-1 0 0,84-3 157 0 0,-150 10-221 0 0,31-1 13 0 0,89-5 101 0 0,-115 5-121 0 0,49-4 47 0 0,-12 2 0 0 0,-45 2-43 0 0,1 1 0 0 0,0 0-1 0 0,0 0 1 0 0,0-1 0 0 0,0 1-1 0 0,0 0 1 0 0,0 0 0 0 0,0 0 0 0 0,0 0-1 0 0,0 0 1 0 0,0 1 0 0 0,-1-1-1 0 0,1 0 1 0 0,0 0 0 0 0,0 0 0 0 0,0 1-1 0 0,0-1 1 0 0,1 1 0 0 0,-1 0-1 0 0,0-1 1 0 0,-1 1 0 0 0,1-1 0 0 0,0 0-1 0 0,0 1 1 0 0,0-1 0 0 0,0 0 0 0 0,0 1-1 0 0,1-1 1 0 0,-1 0 0 0 0,0 0 0 0 0,0 0-1 0 0,0 0 1 0 0,1 0 0 0 0,82-4 21 0 0,-75 4-20 0 0,1 1-1 0 0,-1 0 1 0 0,0 1 0 0 0,15 4 0 0 0,2 0-1 0 0,1 0 17 0 0,-24-5-18 0 0,13 0-16 0 0,-13 0 25 0 0,15 0 33 0 0,-15 0-42 0 0,0 0-26 0 0,0 0-81 0 0,0 0 1 0 0,0 0-1 0 0,0 0 1 0 0,0 0 0 0 0,0-1-1 0 0,1 1 1 0 0,4-1 0 0 0,-4 0-249 0 0,-4 10-2065 0 0,0-4-4166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53.9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126 33 428 0 0,'0'0'6645'0'0,"2"6"-6270"0"0,0 3-176 0 0,-1 0-1 0 0,0 1 1 0 0,0-1 0 0 0,-1 1-1 0 0,0-1 1 0 0,0 1 0 0 0,-3 11-1 0 0,-19 81 967 0 0,11-54-780 0 0,1 1 1 0 0,-3 58 0 0 0,9-67-216 0 0,-1-1 1 0 0,-16 57-1 0 0,3-14-38 0 0,5-32-187 0 0,13-48 34 0 0,-2 9-138 0 0,-2-20-76 0 0,-1-15 107 0 0,4 13 92 0 0,1 0 1 0 0,0-1-1 0 0,0 1 1 0 0,4-13 0 0 0,-1-20-73 0 0,-1 18 60 0 0,1 1 0 0 0,2-1 0 0 0,12-44 0 0 0,-8 35 34 0 0,51-151-17 0 0,-43 138 57 0 0,-11 27 23 0 0,2 0 1 0 0,11-22-1 0 0,-4 11 50 0 0,-11 25-73 0 0,-1-1 1 0 0,1 0-1 0 0,0 1 1 0 0,1 0-1 0 0,0 0 1 0 0,5-6-1 0 0,13-2 117 0 0,-20 14 73 0 0,2 2-169 0 0,1 0-8 0 0,0 1 1 0 0,0 0 0 0 0,0 0 0 0 0,-1 0-1 0 0,1 1 1 0 0,-1 0 0 0 0,1 0-1 0 0,-1 0 1 0 0,0 1 0 0 0,8 6-1 0 0,-8-5 5 0 0,1 0 0 0 0,-1 1-1 0 0,0-1 1 0 0,0 1 0 0 0,-1 0-1 0 0,6 10 1 0 0,-8-13-32 0 0,0 0-5 0 0,-1 0-1 0 0,0 0 1 0 0,0 0-1 0 0,0 0 1 0 0,0-1-1 0 0,0 2 0 0 0,-1-1 1 0 0,1 0-1 0 0,-1 0 1 0 0,0 0-1 0 0,0 0 0 0 0,0 0 1 0 0,0 0-1 0 0,0 0 1 0 0,-1 0-1 0 0,0 0 1 0 0,1 0-1 0 0,-3 5 0 0 0,-2 3 3 0 0,0 1 0 0 0,0-1-1 0 0,-8 12 1 0 0,9-17-4 0 0,-9 11-8 0 0,0 0 1 0 0,-1-2-1 0 0,-1 1 1 0 0,0-2-1 0 0,-20 15 1 0 0,29-24 1 0 0,-27 21 8 0 0,-51 31 0 0 0,56-39-2 0 0,23-14 425 0 0,13-8-339 0 0,10-6-72 0 0,-11 6 59 0 0,-3 4-1 0 0,13 0-4 0 0,-13 0 62 0 0,1 1-79 0 0,52 12 163 0 0,-53-11-197 0 0,0 0-1 0 0,0 0 1 0 0,0 0-1 0 0,-1 0 1 0 0,1 0 0 0 0,-1 1-1 0 0,1 0 1 0 0,-1-1-1 0 0,0 1 1 0 0,0 1-1 0 0,0-1 1 0 0,0 0-1 0 0,0 1 1 0 0,-1-1 0 0 0,1 1-1 0 0,1 5 1 0 0,0 2 43 0 0,0 0 0 0 0,-1 0 0 0 0,0 1 0 0 0,2 16 1 0 0,-4-19-28 0 0,0 0 1 0 0,1 0-1 0 0,0 0 1 0 0,1 0-1 0 0,0-1 1 0 0,0 1-1 0 0,7 12 1 0 0,-8-18-27 0 0,-1 1-1 0 0,0-1 1 0 0,0 1 0 0 0,0-1-1 0 0,-1 1 1 0 0,1-1 0 0 0,-1 5 0 0 0,2 6 13 0 0,3 4 15 0 0,-4-14-56 0 0,0 0 0 0 0,1 0 0 0 0,-1 0 0 0 0,1-1 0 0 0,0 1 0 0 0,3 5 0 0 0,-4-7-75 0 0,7 10-587 0 0,-6-11 594 0 0,-1-1-1 0 0,0 1 1 0 0,1-1 0 0 0,-1 0-1 0 0,1 0 1 0 0,-1 1 0 0 0,1-1-1 0 0,-1 0 1 0 0,0 0 0 0 0,1 0-1 0 0,-1 0 1 0 0,1-1 0 0 0,-1 1-1 0 0,1 0 1 0 0,-1-1 0 0 0,0 1-1 0 0,1-1 1 0 0,-1 1 0 0 0,0-1 0 0 0,1 0-1 0 0,-1 1 1 0 0,0-1 0 0 0,0 0-1 0 0,2-1 1 0 0,2-1-193 0 0,0 0 32 0 0,0 0 0 0 0,0 0 0 0 0,-1-1 0 0 0,1 1 0 0 0,-1-1 0 0 0,0 0 0 0 0,0 0 0 0 0,0 0 0 0 0,-1 0 0 0 0,1-1 0 0 0,4-9 0 0 0,5-16-4042 0 0,-4 10 1749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5:54.5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53 62 452 0 0,'5'-6'653'0'0,"0"0"-1"0"0,0 1 1 0 0,0-1 0 0 0,1 1-1 0 0,-1 0 1 0 0,1 1 0 0 0,0 0-1 0 0,1 0 1 0 0,-1 0 0 0 0,10-4-1 0 0,-13 7 57 0 0,1 0-363 0 0,13-1-16 0 0,-12 1 559 0 0,-1 2-594 0 0,1 1-181 0 0,-1 0 0 0 0,1 0-1 0 0,0 0 1 0 0,-1 0-1 0 0,1 1 1 0 0,-1-1 0 0 0,0 1-1 0 0,0 0 1 0 0,0 1 0 0 0,0-1-1 0 0,-1 1 1 0 0,1 0-1 0 0,4 7 1 0 0,-4-4-25 0 0,0-1 0 0 0,-1 1 0 0 0,1 0 0 0 0,-2 0 0 0 0,1 0-1 0 0,-1 0 1 0 0,2 15 0 0 0,-1-1 93 0 0,-2 33 0 0 0,-1-51-164 0 0,-1 2 1 0 0,1 1 0 0 0,-1 0 1 0 0,0-1-1 0 0,-1 1 0 0 0,0-1 1 0 0,0 1-1 0 0,0-1 0 0 0,0 0 0 0 0,-1 0 1 0 0,0 0-1 0 0,0 0 0 0 0,0 0 0 0 0,-1 0 1 0 0,1-1-1 0 0,-6 5 0 0 0,-1 0-1 0 0,0 1 1 0 0,0-2-1 0 0,-1 0 0 0 0,0 0 0 0 0,-14 7 0 0 0,17-11-11 0 0,-1-1 0 0 0,0 1 0 0 0,0-2-1 0 0,0 1 1 0 0,-14 1 0 0 0,19-4-15 0 0,-1-1-1 0 0,1 1 5 0 0,1-1-1 0 0,-1 0 1 0 0,0-1 0 0 0,1 1 0 0 0,-1 0 0 0 0,1-1 0 0 0,0 0 0 0 0,-1 0 0 0 0,1 0 0 0 0,0 0 0 0 0,0 0 0 0 0,1-1 0 0 0,-1 1 0 0 0,0-1 0 0 0,-2-3 0 0 0,4 5-14 0 0,0-8-3 0 0,1 8 21 0 0,0 0 1 0 0,0 0-1 0 0,0 0 1 0 0,0 0 0 0 0,0 0-1 0 0,0 0 1 0 0,0 0-1 0 0,0 0 1 0 0,0 0-1 0 0,0 0 1 0 0,1 1-1 0 0,-1-1 1 0 0,0 0 0 0 0,0 0-1 0 0,1 0 1 0 0,-1 0-1 0 0,1 0 1 0 0,-1 0-1 0 0,1 1 1 0 0,-1-1 0 0 0,1 0-1 0 0,0 0 1 0 0,-1 1-1 0 0,1-1 1 0 0,0 0-1 0 0,0 0 1 0 0,5-3 105 0 0,1 0 1 0 0,-1 0-1 0 0,1 1 0 0 0,0-1 1 0 0,0 2-1 0 0,0-1 0 0 0,0 1 1 0 0,0 0-1 0 0,1 0 0 0 0,-1 1 1 0 0,8-1-1 0 0,54-1 929 0 0,-53 4-666 0 0,4 1-74 0 0,61 8 381 0 0,68 22-873 0 0,-7-1-3995 0 0,-100-29-1997 0 0,-18-2 2640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38.1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0 668 0 0,'0'0'11248'0'0,"23"6"-11188"0"0,66 19-8 0 0,-66-19 727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39.2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278 150 584 0 0,'0'0'5799'0'0,"-13"-13"-5428"0"0,-38-38-14 0 0,38 38 1615 0 0,9 6-1686 0 0,-12-21-7 0 0,12 21 2052 0 0,-3 2-2219 0 0,-2 0 112 0 0,5 3-131 0 0,0 0 0 0 0,1-1 0 0 0,-1 1 0 0 0,1 0 0 0 0,0-1 0 0 0,-5-4 1 0 0,-11 19-98 0 0,-59 37 5 0 0,58-37-4 0 0,18-5-1 0 0,-8 23 0 0 0,7-23 0 0 0,4 4-1 0 0,0 31 0 0 0,-1-31-7 0 0,4 35-3 0 0,-3-37 21 0 0,-1 2-17 0 0,1 31 8 0 0,0-31-4 0 0,5-5-95 0 0,18 18 98 0 0,-18-18 24 0 0,17-20-28 0 0,70-42 14 0 0,-70 42 10 0 0,-18 7-21 0 0,18-20 8 0 0,-17 20 11 0 0,-1 1-11 0 0,15-18-6 0 0,-15 18 592 0 0,-6 28-516 0 0,-2 65-7 0 0,2-66-2 0 0,-1-9 0 0 0,-12 48 117 0 0,-29 82 0 0 0,17-61-22 0 0,15-41-92 0 0,-5 14 34 0 0,15-51-92 0 0,1-1-6 0 0,-1-1 0 0 0,0 1 1 0 0,1-1-1 0 0,-1 1 0 0 0,1-1 0 0 0,0 1 1 0 0,-1 0-1 0 0,1-1 0 0 0,0 1 1 0 0,0 0-1 0 0,0 0 0 0 0,0-1 0 0 0,0 1 1 0 0,1 0-1 0 0,-1 1 0 0 0,1-2-2 0 0,-1-1 1 0 0,0 1-1 0 0,0-1 0 0 0,0 0 0 0 0,0 1 0 0 0,0-1 0 0 0,1 0 0 0 0,-1 1 0 0 0,0-1 0 0 0,0 0 0 0 0,0 1 0 0 0,1-1 1 0 0,-1 0-1 0 0,0 0 0 0 0,1 1 0 0 0,-1-1 0 0 0,0 0 0 0 0,0 0 0 0 0,1 1 0 0 0,-1-1 0 0 0,0 0 0 0 0,1 0 1 0 0,-1 0-1 0 0,1 0 0 0 0,-1 0 0 0 0,0 0 0 0 0,1 1 0 0 0,-1-1 0 0 0,0 0 0 0 0,1 0 0 0 0,-1 0 0 0 0,1 0 1 0 0,-1 0-1 0 0,0 0 0 0 0,1 0 0 0 0,-1-1 0 0 0,0 1 0 0 0,1 0 0 0 0,-1 0 0 0 0,1 0 0 0 0,-1 0 0 0 0,0 0 0 0 0,1-1 1 0 0,-1 1-1 0 0,44-20-23 0 0,-1-1 0 0 0,78-53 0 0 0,-101 63-54 0 0,-17 10 60 0 0,0 0-1 0 0,0 0 0 0 0,0-1 0 0 0,0 1 1 0 0,-1-1-1 0 0,1 0 0 0 0,-1 0 1 0 0,1 0-1 0 0,-1 0 0 0 0,0 0 0 0 0,0 0 1 0 0,3-4-1 0 0,22-19-695 0 0,-26 24 809 0 0,10-15-2602 0 0,-7 5-3943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39.8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33 480 0 0,'21'-8'591'0'0,"-17"6"498"0"0,2 1-559 0 0,0-1-285 0 0,4-1 20 0 0,20-1 5020 0 0,49-6-5068 0 0,-69 9-156 0 0,-9 1-47 0 0,-1 0 0 0 0,1-1 0 0 0,-1 1-1 0 0,1 0 1 0 0,0 0 0 0 0,-1 0 0 0 0,1 0-1 0 0,-1 0 1 0 0,1 0 0 0 0,-1 0 0 0 0,1 0 0 0 0,0 0-1 0 0,-1 0 1 0 0,1 0 0 0 0,-1 0 0 0 0,1 0-1 0 0,-1 0 1 0 0,1 1 0 0 0,0-1 0 0 0,-1 0 0 0 0,1 0-1 0 0,-1 1 1 0 0,1-1 0 0 0,-1 0 0 0 0,1 1 0 0 0,3 2 68 0 0,-1 0 0 0 0,0 0 1 0 0,0 0-1 0 0,0 0 1 0 0,0 1-1 0 0,0-1 0 0 0,-1 1 1 0 0,0 0-1 0 0,0 0 1 0 0,0 0-1 0 0,0 0 0 0 0,0 0 1 0 0,-1 0-1 0 0,1 0 1 0 0,-1 0-1 0 0,0 1 1 0 0,0 6-1 0 0,0 14 177 0 0,-1-17-158 0 0,1 0 0 0 0,-1 0-1 0 0,-1-1 1 0 0,-1 15 0 0 0,-5 6 103 0 0,1-1 98 0 0,-11 31 1 0 0,14-49-245 0 0,0 0 1 0 0,-2-1-1 0 0,1 1 1 0 0,-1-1-1 0 0,0 0 1 0 0,0-1 0 0 0,-10 11-1 0 0,2-5 28 0 0,1 0 0 0 0,-2-2 0 0 0,0 0-1 0 0,0 0 1 0 0,-1-1 0 0 0,-26 13 0 0 0,38-22-21 0 0,-5-1 30 0 0,1-1 0 0 0,-1 0 1 0 0,-13-3-1 0 0,16 2-72 0 0,10-2-27 0 0,13-14 7 0 0,-13 14 2 0 0,-1 3-3 0 0,12-2 26 0 0,1 0 0 0 0,-1 2 0 0 0,1 0 0 0 0,0 1 0 0 0,0 0 1 0 0,27 5-1 0 0,106 28 27 0 0,-105-22-136 0 0,41 15-615 0 0,-50-15-1280 0 0,0-1-3625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50.0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462 134 12 0 0,'-5'-11'209'0'0,"4"9"23"0"0,0 0-1 0 0,0 0 0 0 0,0 0 0 0 0,1 0 0 0 0,-1 0 1 0 0,0 0-1 0 0,1 0 0 0 0,-1-1 0 0 0,1-3 1 0 0,-28-23 3702 0 0,26 27-3654 0 0,-2-3 31 0 0,0 1 1 0 0,0-1-1 0 0,-1 1 0 0 0,-8-7 1 0 0,4 3 35 0 0,7 7-8 0 0,-3-3-120 0 0,4 3-196 0 0,1 1-1 0 0,0-1 1 0 0,-1 0 0 0 0,1 1-1 0 0,-1-1 1 0 0,1 1 0 0 0,0-1-1 0 0,-1 1 1 0 0,1-1 0 0 0,-1 1 0 0 0,0 0-1 0 0,1-1 1 0 0,-1 1 0 0 0,1 0-1 0 0,-1-1 1 0 0,1 1 0 0 0,-1 0-1 0 0,0-1 1 0 0,0 1 0 0 0,-14-4 154 0 0,0 0 0 0 0,-21-2 0 0 0,26 5-156 0 0,-1 1-1 0 0,1 0 1 0 0,-1 1 0 0 0,1 0-1 0 0,-1 1 1 0 0,1 0 0 0 0,0 1 0 0 0,0 0-1 0 0,0 0 1 0 0,0 1 0 0 0,1 0-1 0 0,-1 1 1 0 0,1 0 0 0 0,0 1 0 0 0,-14 11-1 0 0,-31 35 60 0 0,52-51-79 0 0,1 0 1 0 0,-1 0-1 0 0,1 0 1 0 0,-1 0 0 0 0,1 0-1 0 0,0 0 1 0 0,0 0-1 0 0,-1 0 1 0 0,1 1 0 0 0,0-1-1 0 0,0 0 1 0 0,0 1-1 0 0,0-1 1 0 0,1 1 0 0 0,-1-1-1 0 0,0 1 1 0 0,0 2-1 0 0,-6 9 19 0 0,3-8-11 0 0,-1 1-1 0 0,1 0 1 0 0,0 0 0 0 0,0 0-1 0 0,1 1 1 0 0,0-1-1 0 0,0 1 1 0 0,1 0-1 0 0,-1 0 1 0 0,1 0 0 0 0,1 0-1 0 0,0 0 1 0 0,0 1-1 0 0,0-1 1 0 0,1 0-1 0 0,0 0 1 0 0,0 1 0 0 0,1-1-1 0 0,0 0 1 0 0,2 8-1 0 0,0 0 36 0 0,-2-11-41 0 0,1 0 1 0 0,-1 0-1 0 0,1 0 0 0 0,-1 0 1 0 0,1 0-1 0 0,4 6 1 0 0,2 2 6 0 0,-6-11-6 0 0,-1 1-1 0 0,1 0 1 0 0,-1 0-1 0 0,0 0 1 0 0,0 0 0 0 0,0 0-1 0 0,0 0 1 0 0,1 3-1 0 0,-1-4-1 0 0,-1 1 0 0 0,1-1 0 0 0,0 0 0 0 0,-1 1 0 0 0,1-1 0 0 0,0 0 0 0 0,0 1 0 0 0,0-1 0 0 0,0 0 0 0 0,0 0 0 0 0,0 0 0 0 0,3 2 0 0 0,5 6 4 0 0,-6-7 0 0 0,-1 1 1 0 0,1 0 0 0 0,0-1-1 0 0,0 0 1 0 0,0 0-1 0 0,0 0 1 0 0,0 0 0 0 0,0 0-1 0 0,1-1 1 0 0,-1 1 0 0 0,0-1-1 0 0,8 2 1 0 0,-7-2 0 0 0,-1 0 7 0 0,5-2 15 0 0,9 3 43 0 0,-9-3-62 0 0,0-1-1 0 0,-1 0 1 0 0,0 0 0 0 0,1-1-1 0 0,6-3 1 0 0,35-30 65 0 0,-21 14-22 0 0,32-29 103 0 0,13-10-16 0 0,-13 12-81 0 0,-57 47-51 0 0,0 0 0 0 0,-1 0 0 0 0,1 0 0 0 0,-1 0 0 0 0,1 0 0 0 0,-1-1 0 0 0,0 1 0 0 0,0-1 0 0 0,4-5 0 0 0,17-22 75 0 0,-22 28-87 0 0,13-20-3 0 0,-11 16 1395 0 0,-57 122-1124 0 0,44-95-230 0 0,-30 71 96 0 0,39-87-127 0 0,-8 16 14 0 0,5-14-12 0 0,1 0 0 0 0,0 1 0 0 0,1 0 1 0 0,-4 15-1 0 0,-3 28 41 0 0,11-27 31 0 0,-1-22-73 0 0,-1 12 43 0 0,17 32 161 0 0,-15-44-178 0 0,-1 11 238 0 0,11 3-282 0 0,-10-15 3 0 0,-1-1-390 0 0,1 0 401 0 0,0 0-1 0 0,0 0 1 0 0,-1 0 0 0 0,1 0 0 0 0,0-1 0 0 0,-1 1 0 0 0,1-1 0 0 0,0 1 0 0 0,-1-1 0 0 0,1 0 0 0 0,1 0 0 0 0,17-8 1 0 0,15-10 1 0 0,-32 18-9 0 0,-1 0 4 0 0,8-5-12 0 0,-7 5 13 0 0,9-6 21 0 0,9-8-5 0 0,-18 14 0 0 0,-2 0-12 0 0,-1 0 0 0 0,1-1 0 0 0,0 1 0 0 0,0 0 0 0 0,0 0 0 0 0,0 0 0 0 0,-1 0 0 0 0,2 0 0 0 0,-1 0 0 0 0,0 0 0 0 0,2-1 0 0 0,11-11 10 0 0,-9 7-3 0 0,-3 4-7 0 0,-1 1 0 0 0,1-1-1 0 0,-1 0 1 0 0,1 0-1 0 0,-1 0 1 0 0,0 1 0 0 0,0-1-1 0 0,0-1 1 0 0,1-1 0 0 0,-1 2-6 0 0,0 0 0 0 0,3-7-4 0 0,-3 7 14 0 0,2-2 17 0 0,-3 4-23 0 0,1 0 0 0 0,0-1 0 0 0,-1 1 0 0 0,1 0 0 0 0,0-1 0 0 0,-1 1 0 0 0,1-1 0 0 0,-1 1 0 0 0,1 0 0 0 0,-1-1 0 0 0,1 0 0 0 0,-1 1 0 0 0,1-1 0 0 0,-1 1 0 0 0,1-1 0 0 0,-1 0 0 0 0,1 1 0 0 0,-1-1 0 0 0,0 0 0 0 0,0 1 1 0 0,1-1-1 0 0,-1 0 0 0 0,0 1 0 0 0,0-1 0 0 0,0-1 0 0 0,1 0 22 0 0,5-7 636 0 0,-1 3-2862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52.2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180 4 344 0 0,'0'0'1004'0'0,"2"-2"-798"0"0,-2 2-107 0 0,1 0 0 0 0,-1 0-1 0 0,0 0 1 0 0,0-1 0 0 0,1 1 0 0 0,-1 0-1 0 0,0 0 1 0 0,0 0 0 0 0,1 0-1 0 0,-1 0 1 0 0,0-1 0 0 0,1 1 0 0 0,-1 0-1 0 0,0 0 1 0 0,1 0 0 0 0,-1 0 0 0 0,0 0-1 0 0,0 0 1 0 0,1 0 0 0 0,-1 0-1 0 0,0 0 1 0 0,1 0 0 0 0,-1 0 0 0 0,0 0-1 0 0,1 0 1 0 0,-1 1 0 0 0,0-1 0 0 0,0 0-1 0 0,1 0 1 0 0,-1 0 0 0 0,0 0-1 0 0,1 0 1 0 0,-1 1 0 0 0,0-1 0 0 0,0 0-1 0 0,0 0 1 0 0,1 0 0 0 0,-1 1 0 0 0,0-1-1 0 0,0 0 1 0 0,0 0 0 0 0,1 1-1 0 0,-1-1 1 0 0,0 0 0 0 0,0 1 0 0 0,1 15 5159 0 0,-1-11-6892 0 0,0 1 1762 0 0,-18 53 469 0 0,-1-15-345 0 0,11-26-158 0 0,1 0 0 0 0,0 0 1 0 0,-6 29-1 0 0,9-30-35 0 0,0-1 0 0 0,-10 25 1 0 0,7-25-9 0 0,2 1 1 0 0,-6 26-1 0 0,1 1 126 0 0,7-31-103 0 0,0 1 1 0 0,0-1 0 0 0,0 19-1 0 0,-4 14 227 0 0,6-36-268 0 0,0 3 25 0 0,-1-1 0 0 0,0 1 0 0 0,-1 0-1 0 0,0-1 1 0 0,-1 1 0 0 0,-10 21 0 0 0,12-31-45 0 0,1-1 1 0 0,0 1 0 0 0,0-1-1 0 0,0 1 1 0 0,0-1-1 0 0,0 1 1 0 0,0 4 0 0 0,-3 9 20 0 0,3-15-24 0 0,-2 15 18 0 0,2-7-22 0 0,1-7 37 0 0,3-1-29 0 0,11 1-3 0 0,-10-1 19 0 0,2-4-13 0 0,107-61 100 0 0,-12-10 42 0 0,-74 50-81 0 0,-21 19-45 0 0,0-1 0 0 0,1 0 0 0 0,0 1 0 0 0,8-5 0 0 0,-1-4 87 0 0,-13 12-149 0 0,0 0 1 0 0,1 0-1 0 0,-1 1 0 0 0,0-1 1 0 0,1 0-1 0 0,0 1 0 0 0,-1-1 1 0 0,4-1-1 0 0,7-4-123 0 0,-9 6-78 0 0,-3-2-553 0 0,1 1 372 0 0,3-11-214 0 0,-3 2-5549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53.6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1 124 88 0 0,'0'0'863'0'0,"7"-3"-453"0"0,16-8 671 0 0,-1-1-1 0 0,0-1 1 0 0,34-25 0 0 0,-4 5 1166 0 0,-51 31-2022 0 0,2 1-8 0 0,7-2 133 0 0,0 1-1 0 0,0 0 1 0 0,18-1 0 0 0,-23 3-154 0 0,-1 0-111 0 0,14 1-16 0 0,-14 0 1 0 0,2 4 86 0 0,-6-4-143 0 0,1-1 1 0 0,0 0-1 0 0,0 1 0 0 0,-1-1 0 0 0,1 1 0 0 0,0-1 1 0 0,-1 1-1 0 0,1-1 0 0 0,-1 1 0 0 0,1 0 1 0 0,-1-1-1 0 0,1 1 0 0 0,-1 0 0 0 0,1-1 0 0 0,-1 1 1 0 0,1 0-1 0 0,-1 0 0 0 0,0-1 0 0 0,0 1 0 0 0,1 1 1 0 0,0 1 93 0 0,0 1-63 0 0,0 0-1 0 0,0 0 1 0 0,0 1-1 0 0,-1-1 1 0 0,0 0-1 0 0,0 0 1 0 0,0 0 0 0 0,-1 0-1 0 0,1 1 1 0 0,-1-1-1 0 0,0 0 1 0 0,0 0 0 0 0,0 0-1 0 0,0 0 1 0 0,-4 6-1 0 0,0 0 66 0 0,0 0 0 0 0,0 0 0 0 0,-1-1-1 0 0,-1 0 1 0 0,-8 10 0 0 0,-13 5 448 0 0,26-23-414 0 0,2-1-130 0 0,0 1 1 0 0,0-1 0 0 0,0 0-1 0 0,0 1 1 0 0,0-1 0 0 0,0 0 0 0 0,0 0-1 0 0,1 1 1 0 0,-1-1 0 0 0,0 0 0 0 0,0 1-1 0 0,0-1 1 0 0,0 0 0 0 0,1 0 0 0 0,-1 1-1 0 0,0-1 1 0 0,0 0 0 0 0,1 0 0 0 0,-1 0-1 0 0,0 1 1 0 0,0-1 0 0 0,1 0 0 0 0,-1 0-1 0 0,0 0 1 0 0,0 0 0 0 0,1 1 0 0 0,-1-1-1 0 0,0 0 1 0 0,1 0 0 0 0,0 0 0 0 0,16 0 147 0 0,32-9-181 0 0,-20 3 107 0 0,-20 4-70 0 0,22-3 46 0 0,48-14 0 0 0,-44 12-243 0 0,-29 6 99 0 0,-4 1-153 0 0,2-1-97 0 0,2-1 480 0 0,13-5-5302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54.1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1110 1 472 0 0,'6'1'8587'0'0,"-6"0"-8416"0"0,-6 7 1991 0 0,-15 15-3747 0 0,18-20 2438 0 0,-42 39-362 0 0,-1-3 1 0 0,-65 42 0 0 0,30-22-107 0 0,-31 16 14 0 0,44-30-187 0 0,-172 99 573 0 0,143-89-449 0 0,-19 18 137 0 0,76-49-163 0 0,-53 40 0 0 0,59-29-1550 0 0,32-33 744 0 0,9-7-7857 0 0,31-19 5393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8:55.1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791 95 56 0 0,'0'0'817'0'0,"9"-10"-589"0"0,27-30-19 0 0,-28 30 393 0 0,-1 4-420 0 0,20-17 10 0 0,-20 18 5314 0 0,-22 28-5188 0 0,-46 69 2 0 0,40-62-10 0 0,-14 11 302 0 0,28-32-510 0 0,-25 27 400 0 0,-18 15 70 0 0,-130 139 1336 0 0,150-154-1610 0 0,15-18-61 0 0,-1 0 1 0 0,-28 24 0 0 0,36-34-167 0 0,0 0 1 0 0,0 0 0 0 0,-7 11 0 0 0,-23 24 178 0 0,-104 87 694 0 0,34-8-17 0 0,80-88-670 0 0,9-11-55 0 0,15-19-3714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19:02.1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3768 1 132 0 0,'0'0'5876'0'0,"-16"8"-5612"0"0,-48 27-10 0 0,48-27 211 0 0,3-4-248 0 0,-59 19 412 0 0,31-10-437 0 0,30-10-4 0 0,-1 0-12 0 0,-36 10 2 0 0,36-10 202 0 0,-3-1-199 0 0,-45 9-7 0 0,45-9 180 0 0,2 0-177 0 0,-40 4 1 0 0,40-4 503 0 0,-6-3-534 0 0,-58-1-14 0 0,58 1 87 0 0,3 3-118 0 0,-76 11 154 0 0,44-8-181 0 0,36-4 56 0 0,-6 0-57 0 0,-52 5 2 0 0,53-5-11 0 0,5 0 6 0 0,-36 6 4 0 0,36-6 86 0 0,-3 1-75 0 0,-45 3-4 0 0,45-4 80 0 0,-1 1-78 0 0,-46 6-13 0 0,46-6 71 0 0,0 0-89 0 0,-46 5-2 0 0,46-5-5 0 0,2 0-9 0 0,-70 7 84 0 0,26-5-89 0 0,44-3 0 0 0,-1-1-2 0 0,-45 4 7 0 0,45-3 10 0 0,-2-1 1 0 0,-51-3 21 0 0,51 2-2 0 0,0 2-9 0 0,-50 0-1 0 0,50-1 1 0 0,0-1-5 0 0,-53-6-9 0 0,53 6-17 0 0,0 0 9 0 0,-52-1 15 0 0,52 1 7 0 0,0 1-2 0 0,-55-2 2 0 0,55 2 4 0 0,2-1-3 0 0,-71-7 106 0 0,1-2 54 0 0,-15 1-19 0 0,42 2-173 0 0,43 6 7 0 0,0-1-24 0 0,-4-1-2 0 0,7 1 17 0 0,0 0 0 0 0,-24 1 0 0 0,-5 2 0 0 0,19-1 6 0 0,-36-4 1 0 0,40 1-30 0 0,3 1 5 0 0,1 1 0 0 0,-29 0 0 0 0,-51 1 29 0 0,24 0-35 0 0,53 0 22 0 0,-3 1-26 0 0,-58 3-7 0 0,59-3-1 0 0,2-1 4 0 0,-83 0-1 0 0,28 0 19 0 0,54 0 9 0 0,3-1-34 0 0,-45-3 14 0 0,45 3 25 0 0,-1 1-29 0 0,-46-1-7 0 0,46 0 10 0 0,1 1-20 0 0,-48-3 27 0 0,47 3-4 0 0,1 1-98 0 0,-4 3 94 0 0,6-2-4 0 0,-1 0 0 0 0,-19 0 0 0 0,22 1-4 0 0,-33 8 11 0 0,33-8 10 0 0,7 4-101 0 0,-15 20 87 0 0,15-20 9 0 0,2 3-6 0 0,-3 29 4 0 0,3-29-10 0 0,2-5 6 0 0,0 0-1 0 0,-1 1 1 0 0,1-1-1 0 0,-1 0 1 0 0,-2 5-1 0 0,1 1 0 0 0,1-2-4 0 0,-1 0-4 0 0,-5 27 9 0 0,5-27 11 0 0,1-1-9 0 0,-3 24-8 0 0,3-24 0 0 0,-1 1-2 0 0,-2 30 8 0 0,3-30-6 0 0,1 1 13 0 0,0 28-3 0 0,0-28-8 0 0,0-1 5 0 0,0 30 8 0 0,0-30 8 0 0,-1 0-6 0 0,-3 45 66 0 0,4-41-74 0 0,-5 37 0 0 0,-1-15 3 0 0,5-27 18 0 0,-1 1-21 0 0,-1 1-1 0 0,2-6-3 0 0,-1 1 0 0 0,1-1 1 0 0,0 1-1 0 0,1 0 0 0 0,-1-1 0 0 0,1 1 1 0 0,0 6-1 0 0,3 190 164 0 0,-10 85-25 0 0,7-227-104 0 0,0-34-33 0 0,-4 40 0 0 0,-2 15 2 0 0,5-50 35 0 0,-5 31 1 0 0,-2-4-18 0 0,-3 95 1 0 0,9-128-17 0 0,-7 37 0 0 0,3-33 3 0 0,2-6-22 0 0,0-1 1 0 0,-1 36-1 0 0,5-56 6 0 0,0 3-4 0 0,1 26-2 0 0,-6 37 2 0 0,3 4 29 0 0,16 1-32 0 0,-12-68 15 0 0,-1-2 4 0 0,1 1 0 0 0,-1 0 0 0 0,1 0 0 0 0,-1 0 0 0 0,0 0 0 0 0,0 0 0 0 0,0 0 1 0 0,0 0-1 0 0,-1 0 0 0 0,1 0 0 0 0,-1 6 0 0 0,2 6 3 0 0,2 6-25 0 0,17 82 170 0 0,-21-101-141 0 0,0 0 0 0 0,0 0-1 0 0,0-1 1 0 0,1 1 0 0 0,-1 0-1 0 0,1 0 1 0 0,-1 0 0 0 0,1 0-1 0 0,0 0 1 0 0,0 0 0 0 0,-1-1-1 0 0,1 1 1 0 0,1 0 0 0 0,-1-1-1 0 0,0 1 1 0 0,0-1 0 0 0,1 1-1 0 0,-1-1 1 0 0,0 0 0 0 0,1 1-1 0 0,-1-1 1 0 0,1 0 0 0 0,2 1-1 0 0,-2-1-1 0 0,2-1-4 0 0,15 0-3 0 0,-15 0 37 0 0,2-2-23 0 0,18-2-2 0 0,-10 1 3 0 0,0 0 0 0 0,16-5 0 0 0,-30 7-16 0 0,1 1-1 0 0,-1 0 1 0 0,1-1 0 0 0,0 1 0 0 0,-1 0 0 0 0,1 0-1 0 0,-1 0 1 0 0,1-1 0 0 0,0 1 0 0 0,-1 0-1 0 0,1 0 1 0 0,-1 0 0 0 0,1 0 0 0 0,0 0 0 0 0,-1 0-1 0 0,1 0 1 0 0,0 0 0 0 0,-1 0 0 0 0,1 0 0 0 0,-1 1-1 0 0,1-1 1 0 0,0 0 0 0 0,1 1 1 0 0,-1-1 1 0 0,0 1 0 0 0,0-1-1 0 0,0 0 1 0 0,0 0-1 0 0,0 1 1 0 0,0-1-1 0 0,1 0 1 0 0,-1 0-1 0 0,0 0 1 0 0,0 0-1 0 0,0 0 1 0 0,2-1-1 0 0,49-1 82 0 0,-41 2-73 0 0,1 0 0 0 0,-1 0 1 0 0,20-4-1 0 0,-30 3-11 0 0,0 1 1 0 0,0 0-1 0 0,0-1 1 0 0,0 1-1 0 0,0 0 1 0 0,0 0-1 0 0,0 0 1 0 0,0 0-1 0 0,0 0 1 0 0,0 0-1 0 0,0 0 0 0 0,0 0 1 0 0,0 0-1 0 0,0 0 1 0 0,0 1-1 0 0,0-1 1 0 0,2 1-1 0 0,19 4 13 0 0,69-8 77 0 0,25-2 1 0 0,23 1 90 0 0,-110 1-153 0 0,19 1 72 0 0,17 3 74 0 0,36 2 36 0 0,-86-1-193 0 0,-11-1-3 0 0,0 0 0 0 0,0-1 0 0 0,0 0 1 0 0,0 1-1 0 0,0-1 0 0 0,0-1 0 0 0,-1 1 0 0 0,9-2 0 0 0,9 0 16 0 0,-1 2-1 0 0,1 0 0 0 0,21 4 0 0 0,-30-3-27 0 0,9 0 5 0 0,31-4 0 0 0,-37 2 40 0 0,1 1-1 0 0,22 1 0 0 0,-36-1-45 0 0,0 0-1 0 0,1 0 1 0 0,-1 1-1 0 0,0-2 1 0 0,0 1-1 0 0,1 0 1 0 0,-1 0-1 0 0,0-1 1 0 0,0 1-1 0 0,0-1 1 0 0,3-1 0 0 0,4-1 0 0 0,154-23-16 0 0,-68 17 43 0 0,-5 10 14 0 0,-41-4-32 0 0,42-9 23 0 0,-25 1-11 0 0,-6-1-5 0 0,-49 9-17 0 0,0 0 0 0 0,0 1 0 0 0,20-1 0 0 0,-10 2 2 0 0,32-6 1 0 0,-45 6-4 0 0,44-7-33 0 0,-17 3 31 0 0,57-15 0 0 0,-47 11-1 0 0,-35 8 4 0 0,-1-1 0 0 0,0 0 0 0 0,16-6 0 0 0,-15 4-2 0 0,-1 1-1 0 0,1 1 1 0 0,0-1-1 0 0,14 0 1 0 0,-11 2 0 0 0,-10 0 6 0 0,3 1-11 0 0,66-8 61 0 0,66-4-52 0 0,-129 11-2 0 0,24 0-10 0 0,-25-1 7 0 0,-6 1 4 0 0,1 0 1 0 0,-1 1-1 0 0,1-1 1 0 0,0 0 0 0 0,-1 1-1 0 0,1-1 1 0 0,0 1 0 0 0,-1 0-1 0 0,5 0 1 0 0,111-14 25 0 0,-27 13-7 0 0,-80 0-20 0 0,-8 0 18 0 0,1 1 20 0 0,13 0-38 0 0,-13 0 13 0 0,2 0-2 0 0,15-1-10 0 0,-16 0-20 0 0,0 2 3 0 0,32-3 4 0 0,-34 1-2 0 0,1 1 20 0 0,12-1-7 0 0,0 1 1 0 0,20 1 0 0 0,-33-1-12 0 0,1 0 37 0 0,13 0-21 0 0,11 0-7 0 0,-24 0-5 0 0,0 1 4 0 0,12 0 3 0 0,-12-1-10 0 0,0 0 3 0 0,11 0 8 0 0,-11 0 24 0 0,0 1-19 0 0,30 6-33 0 0,-31-7 30 0 0,1 0 48 0 0,13 0-43 0 0,-13 0-18 0 0,0 0 16 0 0,12 2-22 0 0,-12-2 13 0 0,0 1 1 0 0,33 5-12 0 0,-33-5 27 0 0,13 2-15 0 0,-13-2-22 0 0,51 6 41 0 0,-53-7-20 0 0,3 1-12 0 0,14 1 3 0 0,-15-1-10 0 0,0-1 23 0 0,14 0-2 0 0,-14 0 2 0 0,-1 0 2 0 0,12 0 12 0 0,-12 0 50 0 0,1 0-25 0 0,13 2-43 0 0,-12-2-5 0 0,-2 0 2 0 0,11 1-17 0 0,-10 0 2 0 0,-1-1 13 0 0,10 3 4 0 0,-10-2 32 0 0,1-1-36 0 0,12 0-10 0 0,-12 0 53 0 0,0-1-76 0 0,13 0 32 0 0,-13 1 19 0 0,15 4-49 0 0,-14-5 32 0 0,14 0 7 0 0,-15 1 24 0 0,13-8-120 0 0,-12 8 71 0 0,12 0 7 0 0,-13 0 13 0 0,0 0 13 0 0,56-4 18 0 0,-56 4 0 0 0,0 0-67 0 0,12-1 39 0 0,-12 0-4 0 0,-1 1-9 0 0,11-1 5 0 0,-10 0 10 0 0,-2 0-18 0 0,8-3 31 0 0,-7 4-1 0 0,16-2-52 0 0,-15 2 39 0 0,0-1 7 0 0,12 0 0 0 0,-12 1 9 0 0,12-2-15 0 0,-13 2 10 0 0,0-1-6 0 0,6-3-9 0 0,41-15-41 0 0,-48 18 41 0 0,2 0-15 0 0,10 0 13 0 0,-11 1 48 0 0,1 0-18 0 0,57-9-24 0 0,-57 8-6 0 0,-3 0 7 0 0,1 0-1 0 0,-1 0 0 0 0,1 1 1 0 0,-1-1-1 0 0,1 0 0 0 0,0 1 1 0 0,-1-1-1 0 0,1 1 0 0 0,0-1 1 0 0,-1 1-1 0 0,4 0 0 0 0,7-4-10 0 0,17-5-18 0 0,-26 8 64 0 0,-1 0-40 0 0,20-12 86 0 0,-21 12-66 0 0,3-5-49 0 0,4-3 132 0 0,1-36-71 0 0,-7 35-13 0 0,0-1 0 0 0,0 1 1 0 0,5-13-1 0 0,-6 20-8 0 0,0-1 0 0 0,-1 1 0 0 0,1-1 1 0 0,-1 0-1 0 0,1 1 0 0 0,-1-1 0 0 0,0 1 0 0 0,-1-5 0 0 0,1-18-51 0 0,4-39 157 0 0,-3 33 119 0 0,6-33 0 0 0,-6 53-81 0 0,0 0 1 0 0,-1 0 0 0 0,-1-13-1 0 0,0-2 86 0 0,-5-117 829 0 0,2 15-612 0 0,4 101-360 0 0,-1 20-68 0 0,-1 0 0 0 0,1 1 0 0 0,-6-15-1 0 0,2 7-10 0 0,-3-36 55 0 0,4 27-15 0 0,-8-33 0 0 0,10 46-45 0 0,0-1 1 0 0,0 1-1 0 0,1-18 0 0 0,-1-29-62 0 0,2 12 85 0 0,0 43-32 0 0,-1-1 1 0 0,0 1 0 0 0,1-1-1 0 0,0 1 1 0 0,0-1 0 0 0,0-6-1 0 0,2-26 85 0 0,-4-43 70 0 0,0 72-133 0 0,0 4-21 0 0,1-18 0 0 0,1-47 4 0 0,0 51 28 0 0,1 8-30 0 0,4-45-44 0 0,-1 17 41 0 0,-3 28-4 0 0,1 1 3 0 0,8-40 100 0 0,-4 11-101 0 0,-5 28 28 0 0,1 0-23 0 0,3-27-7 0 0,-3 27 9 0 0,-1 0-7 0 0,3-28 9 0 0,-3 27 32 0 0,1-12-43 0 0,-3-17 15 0 0,-1-1-14 0 0,1 30 3 0 0,0 0-65 0 0,-3-28 74 0 0,3 28-2 0 0,-1 2-46 0 0,1-2 45 0 0,1 4 9 0 0,-1 0-1 0 0,0 0 0 0 0,0 0 1 0 0,0 0-1 0 0,-3-6 1 0 0,-6-21 4 0 0,7 25-13 0 0,-1 1 8 0 0,-11-21-7 0 0,11 20 38 0 0,-2 2-74 0 0,-17-18 23 0 0,17 18 12 0 0,-3 2 1 0 0,-28-14-4 0 0,28 13 98 0 0,-3 2-86 0 0,-35-8-28 0 0,36 8 169 0 0,0 0-134 0 0,-32-10 3 0 0,33 10 96 0 0,-3 0-124 0 0,-38-7 8 0 0,38 7 22 0 0,0 1-16 0 0,-40-5 2 0 0,40 5-3 0 0,-1 0 2 0 0,-43-4 23 0 0,43 4 38 0 0,-3 0-68 0 0,-48-5-10 0 0,48 5-3 0 0,-2 2-45 0 0,-61 3-83 0 0,44-1-93 0 0,-30 4-106 0 0,30-1-82 0 0,-277 46-2891 0 0,280-47 1604 0 0,-48 3-1269 0 0,40-5-1895 0 0,-62-2 371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0:31.6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92 1 1028 0 0,'0'0'1272'0'0,"-55"9"3453"0"0,31-9-3109 0 0,16 8-2424 0 0,4 11-5317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0:40.8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581 119 504 0 0,'0'0'3604'0'0,"7"-8"-3054"0"0,-8 2 4510 0 0,-2 3-4877 0 0,-1-1 0 0 0,1 1-1 0 0,-1-1 1 0 0,1 1 0 0 0,-1 0 0 0 0,0 1 0 0 0,0-1-1 0 0,-5-2 1 0 0,-20-10 1176 0 0,26 14-1128 0 0,-1 0-3 0 0,0 1-165 0 0,-10-3 182 0 0,-1 1-1 0 0,0 1 1 0 0,0 0 0 0 0,0 1-1 0 0,0 1 1 0 0,-19 3 0 0 0,-35 8 441 0 0,61-10-579 0 0,0 1 0 0 0,0 0 0 0 0,0 0 0 0 0,1 1-1 0 0,-12 6 1 0 0,-22 11 565 0 0,31-16-509 0 0,1 0 0 0 0,-1 1 0 0 0,1 1 0 0 0,1 0 0 0 0,-1 0 1 0 0,-13 15-1 0 0,-2 1 185 0 0,20-18-279 0 0,1-1 0 0 0,-1 1 0 0 0,1 0-1 0 0,0 1 1 0 0,1-1 0 0 0,-4 7-1 0 0,-6 13 181 0 0,8-17-199 0 0,1-1 0 0 0,-1 1 0 0 0,2 1 1 0 0,-1-1-1 0 0,1 0 0 0 0,0 1 0 0 0,1-1 1 0 0,-2 18-1 0 0,3-23-42 0 0,0-1 1 0 0,0 1-1 0 0,0 0 0 0 0,1 0 1 0 0,-1 0-1 0 0,1 0 1 0 0,0 3-1 0 0,0-3-1 0 0,-1-1 33 0 0,5 14-43 0 0,-4-12-2 0 0,1-1-1 0 0,-1 0 1 0 0,1 0-1 0 0,0 1 1 0 0,0-1-1 0 0,0 0 1 0 0,1-1 0 0 0,-1 1-1 0 0,1 0 1 0 0,-1-1-1 0 0,1 1 1 0 0,0-1-1 0 0,6 4 1 0 0,2-1 0 0 0,1 0 0 0 0,1 0-1 0 0,-1-1 1 0 0,14 2 0 0 0,-9-1-10 0 0,0-2-12 0 0,10 0-15 0 0,-7 0 28 0 0,-16-2 10 0 0,-1-1-26 0 0,12 0-7 0 0,-12 0 8 0 0,2 0 2 0 0,-4 0 26 0 0,28-4-132 0 0,46-12 0 0 0,-37 6-60 0 0,-34 10 160 0 0,0-1 4 0 0,4 0-12 0 0,0-1-1 0 0,0 0 1 0 0,0 0 0 0 0,0 0-1 0 0,0-1 1 0 0,-1 0-1 0 0,1-1 1 0 0,-1 0-1 0 0,8-5 1 0 0,-15 9 37 0 0,1-1 1 0 0,-1 1 0 0 0,0-1 0 0 0,1 1-1 0 0,-1 0 1 0 0,0 0 0 0 0,1-1 0 0 0,-1 1-1 0 0,0 0 1 0 0,1 0 0 0 0,-1-1-1 0 0,1 1 1 0 0,-1 0 0 0 0,0 0 0 0 0,1 0-1 0 0,-1 0 1 0 0,1-1 0 0 0,-1 1-1 0 0,1 0 1 0 0,-1 0 0 0 0,0 0 0 0 0,1 0-1 0 0,-1 0 1 0 0,2 0 0 0 0,9-2-53 0 0,-4-3 54 0 0,2-1-60 0 0,1 1 0 0 0,16-8 0 0 0,-20 11 54 0 0,0 0 0 0 0,1-1 0 0 0,-1 0 0 0 0,0-1 0 0 0,-1 1 0 0 0,1-1-1 0 0,-1 0 1 0 0,1 0 0 0 0,7-10 0 0 0,14-11-39 0 0,-11 8-17 0 0,-14 14 63 0 0,1 0 1 0 0,-1 0-1 0 0,1-1 1 0 0,-1 1-1 0 0,0 0 1 0 0,0-1-1 0 0,0 1 1 0 0,1-6-1 0 0,-2 7 1 0 0,11-23-25 0 0,-9-1 109 0 0,-3 24-65 0 0,0 0-20 0 0,2-6 4 0 0,-2 6 32 0 0,0-1 3 0 0,-14-36 4 0 0,13 37-39 0 0,-2-15-12 0 0,-33-20 44 0 0,35 35-14 0 0,-5-1-8 0 0,-10-17-30 0 0,-20-4-18 0 0,34 23 55 0 0,-1-1 2 0 0,-5-3 25 0 0,-1 0-1 0 0,0 0 1 0 0,0 1 0 0 0,0 0-1 0 0,-1 0 1 0 0,1 1 0 0 0,-1 0-1 0 0,-13-1 1 0 0,20 3-8 0 0,-2 1-9 0 0,-54 2 139 0 0,48-2-117 0 0,4 0-47 0 0,1 0 0 0 0,0 1 1 0 0,-1-1-1 0 0,1 2 0 0 0,0-1 0 0 0,0 1 1 0 0,-10 3-1 0 0,-77 24 52 0 0,58-14 2 0 0,24-9-26 0 0,-1 0 0 0 0,1-1 0 0 0,-17 5 0 0 0,15-5-26 0 0,0 2 0 0 0,1 0 0 0 0,0 0 0 0 0,0 1 0 0 0,1 0 0 0 0,0 1 0 0 0,-14 15 0 0 0,7-8 21 0 0,16-15-24 0 0,0 0 1 0 0,0 1-1 0 0,0-1 1 0 0,1 0-1 0 0,-1 1 1 0 0,1 0-1 0 0,-1-1 0 0 0,1 1 1 0 0,-1 0-1 0 0,0 2 1 0 0,-5 4 7 0 0,-1 0 0 0 0,1 10-19 0 0,7-15 11 0 0,-1 0 0 0 0,0 0-1 0 0,0 0 1 0 0,-1 0 0 0 0,1 0 0 0 0,0 0 0 0 0,-4 4 0 0 0,4-6-5 0 0,1 0 1 0 0,-1 1 0 0 0,1-1-1 0 0,-1 0 1 0 0,1 0 0 0 0,-1 0-1 0 0,1 0 1 0 0,0 1 0 0 0,-1-1-1 0 0,1 0 1 0 0,0 0 0 0 0,0 1-1 0 0,0-1 1 0 0,0 0-1 0 0,0 2 1 0 0,0 0 1 0 0,-8 30 75 0 0,6-29-73 0 0,1 0-1 0 0,0 0 0 0 0,0 0 1 0 0,0 0-1 0 0,0 8 1 0 0,1-9-14 0 0,-1-2 8 0 0,1 0 0 0 0,0 0-1 0 0,-1 0 1 0 0,1 0 0 0 0,0 1 0 0 0,0-1-1 0 0,0 0 1 0 0,0 0 0 0 0,0 0 0 0 0,0 1-1 0 0,0-1 1 0 0,0 0 0 0 0,0 0 0 0 0,1 0-1 0 0,-1 1 1 0 0,1-1 0 0 0,-1 0 0 0 0,1 2-1 0 0,12 24-187 0 0,-1-13 167 0 0,-11-12 20 0 0,1 0 8 0 0,16 17-46 0 0,1-2-58 0 0,-12-11 80 0 0,-6-4 7 0 0,2 0-2 0 0,-1-1 0 0 0,1 1 1 0 0,-1-1-1 0 0,1 1 0 0 0,0-1 0 0 0,0 0 1 0 0,0 0-1 0 0,-1 0 0 0 0,1 0 0 0 0,4 0 0 0 0,11 1-19 0 0,3-1 7 0 0,-11 0 1 0 0,1 0-1 0 0,18 5 1 0 0,-10-3 2 0 0,-16-2 6 0 0,2-2 30 0 0,0 2-13 0 0,36-6-65 0 0,60-12 7 0 0,5-11-11 0 0,-53 15 64 0 0,-15 5-106 0 0,64-24 0 0 0,-67 21 70 0 0,-27 9 20 0 0,0-1 1 0 0,-1 1-1 0 0,1-1 1 0 0,-1-1-1 0 0,12-5 0 0 0,23-18-20 0 0,7-4-10 0 0,-41 26 50 0 0,0-2 0 0 0,-1 1 0 0 0,1-1-1 0 0,-1 0 1 0 0,-1 0 0 0 0,1-1 0 0 0,-1 0-1 0 0,-1 0 1 0 0,0-1 0 0 0,0 1 0 0 0,0-1-1 0 0,-1 0 1 0 0,6-19 0 0 0,-9 23-12 0 0,0 1 0 0 0,0-1 0 0 0,0 1 0 0 0,0-1 0 0 0,-1 1 0 0 0,0-1 0 0 0,0-4 0 0 0,2-21-84 0 0,-2 27 86 0 0,-1 1 0 0 0,1 0 1 0 0,0-1-1 0 0,-1 1 0 0 0,0-1 0 0 0,1 1 1 0 0,-1 0-1 0 0,0-1 0 0 0,0 1 0 0 0,0 0 0 0 0,-1 0 1 0 0,1 0-1 0 0,-2-3 0 0 0,-12-12-232 0 0,4 7 62 0 0,2 4 31 0 0,1 1 0 0 0,-1 0 0 0 0,0 1 0 0 0,-1-1 0 0 0,1 2 0 0 0,-1-1 0 0 0,1 1 0 0 0,-1 1 0 0 0,-17-3 0 0 0,-9 2-1253 0 0,-50 1 0 0 0,61 2 509 0 0,13 0-412 0 0,0 1 0 0 0,0 0 0 0 0,0 0 0 0 0,-22 7 0 0 0,9 2-1733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0:45.5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773 192 272 0 0,'-5'-12'1939'0'0,"-9"-71"1655"0"0,12 78-3422 0 0,0 0 0 0 0,0 1 0 0 0,-1-1 1 0 0,0 1-1 0 0,0-1 0 0 0,0 1 0 0 0,-1 0 1 0 0,1 0-1 0 0,-1 0 0 0 0,-6-4 0 0 0,-3 1 34 0 0,1 1-1 0 0,-1 0 0 0 0,0 1 1 0 0,0 0-1 0 0,0 1 0 0 0,-1 1 1 0 0,1 0-1 0 0,-20-1 1 0 0,9 3 47 0 0,-1 0 0 0 0,0 2 1 0 0,0 1-1 0 0,1 1 0 0 0,-37 9 1 0 0,44-6-87 0 0,1 1 1 0 0,-1 0-1 0 0,1 1 1 0 0,1 1-1 0 0,-1 0 1 0 0,-25 22-1 0 0,30-23-107 0 0,-19 14 169 0 0,0 2 0 0 0,-46 47 0 0 0,31-10 113 0 0,30-38-242 0 0,10-17-66 0 0,0 1 0 0 0,0 0 0 0 0,1 0 0 0 0,0 0 1 0 0,1 0-1 0 0,0 1 0 0 0,0-1 0 0 0,0 1 1 0 0,1 0-1 0 0,0 0 0 0 0,-1 15 0 0 0,0 4-47 0 0,2-24 8 0 0,0 0 1 0 0,1 0 0 0 0,-1 0 0 0 0,1 0 0 0 0,0 0 0 0 0,0 0 0 0 0,0 1-1 0 0,0-1 1 0 0,1 0 0 0 0,-1 0 0 0 0,2 3 0 0 0,5 14-4 0 0,-3-8 6 0 0,0-1 0 0 0,0 1 1 0 0,1-1-1 0 0,1 0 0 0 0,0 0 1 0 0,1 0-1 0 0,0-1 0 0 0,13 15 1 0 0,10 6 63 0 0,38 29 0 0 0,-56-50-35 0 0,1-1 0 0 0,-1-1 0 0 0,1 0-1 0 0,1 0 1 0 0,0-1 0 0 0,24 8 0 0 0,-24-12-12 0 0,0 0-1 0 0,1-1 0 0 0,0-1 0 0 0,-1 0 0 0 0,20-1 1 0 0,71-13 125 0 0,-65 4-31 0 0,0-2 0 0 0,58-24 0 0 0,-63 22-62 0 0,112-53 95 0 0,-68 29-86 0 0,-28 6-18 0 0,-39 24-25 0 0,0-1 0 0 0,-1 0 0 0 0,0-1 0 0 0,0-1-1 0 0,-1 0 1 0 0,10-11 0 0 0,3-22 9 0 0,-19 35-11 0 0,-1 1 0 0 0,0-1 0 0 0,0 0 0 0 0,-1 1 0 0 0,0-1 0 0 0,0 0 0 0 0,-1 0 0 0 0,0-1 0 0 0,0-13 0 0 0,-1 5 35 0 0,1 14-29 0 0,-1-1 1 0 0,0 0-1 0 0,0 1 1 0 0,-1-1-1 0 0,1 0 0 0 0,-1 1 1 0 0,1-1-1 0 0,-1 1 1 0 0,-3-7-1 0 0,-1-2 22 0 0,-1 0-1 0 0,-1 0 1 0 0,1 1-1 0 0,-2 0 0 0 0,0 0 1 0 0,0 1-1 0 0,-1 0 1 0 0,0 0-1 0 0,-1 1 0 0 0,0 0 1 0 0,0 1-1 0 0,-1 0 1 0 0,0 0-1 0 0,-1 2 0 0 0,1-1 1 0 0,-1 1-1 0 0,0 1 1 0 0,-1 0-1 0 0,1 1 0 0 0,-1 0 1 0 0,-25-3-1 0 0,-10-1 0 0 0,-136-16 63 0 0,161 23-105 0 0,0 1-1 0 0,-1 1 1 0 0,1 1 0 0 0,0 1-1 0 0,-44 11 1 0 0,-59 34-12 0 0,119-46 25 0 0,1 1-1 0 0,0 1 0 0 0,0-1 0 0 0,1 1 0 0 0,-1 0 0 0 0,-6 7 0 0 0,-9 6 18 0 0,9-8-18 0 0,0 2 1 0 0,0 0 0 0 0,1 0 0 0 0,-11 15 0 0 0,-13 13 13 0 0,27-30-21 0 0,1 0 1 0 0,0 0-1 0 0,0 0 0 0 0,1 1 0 0 0,0 0 1 0 0,1 1-1 0 0,0-1 0 0 0,0 1 0 0 0,1 0 1 0 0,1 0-1 0 0,0 0 0 0 0,0 0 0 0 0,1 1 1 0 0,-1 17-1 0 0,3-25 0 0 0,1-1 1 0 0,-1 0-1 0 0,1 1 1 0 0,0-1-1 0 0,-1 0 1 0 0,2 0-1 0 0,-1 1 1 0 0,0-1-1 0 0,3 5 0 0 0,4 10-3 0 0,-6-12 1 0 0,1 0 1 0 0,0-1-1 0 0,0 1 0 0 0,0-1 1 0 0,0 0-1 0 0,1 0 0 0 0,0 0 1 0 0,0-1-1 0 0,7 8 0 0 0,-3-5 0 0 0,0-1-1 0 0,1 1 0 0 0,-1-1 1 0 0,18 8-1 0 0,-8-6 5 0 0,1-1 0 0 0,-1-1 0 0 0,1-1-1 0 0,0-1 1 0 0,1 0 0 0 0,-1-2 0 0 0,34 1-1 0 0,-6-4-11 0 0,1-2 0 0 0,49-10 0 0 0,-72 9-8 0 0,0-2 0 0 0,-1 0 0 0 0,0-2 1 0 0,0 0-1 0 0,-1-2 0 0 0,0-1 0 0 0,42-26 0 0 0,-52 26 4 0 0,0 0 0 0 0,-1 0-1 0 0,18-23 1 0 0,-20 23 6 0 0,1-3 4 0 0,-1 0 0 0 0,0-1 0 0 0,-1 0 0 0 0,0 0 0 0 0,-1-1 0 0 0,9-27 0 0 0,-8 17 0 0 0,-2-1 0 0 0,-1 0-1 0 0,4-41 1 0 0,-9 60 4 0 0,0 1-1 0 0,-1-1 1 0 0,0 1-1 0 0,0-1 1 0 0,-1 1-1 0 0,0 0 1 0 0,0-1-1 0 0,-1 1 1 0 0,0 0-1 0 0,0 0 1 0 0,-1 0-1 0 0,1 0 1 0 0,-2 0-1 0 0,-7-12 0 0 0,7 14-1 0 0,1 0-1 0 0,-2 0 0 0 0,1 1 0 0 0,-1-1 1 0 0,1 1-1 0 0,-1 0 0 0 0,0 1 0 0 0,0-1 1 0 0,-1 1-1 0 0,1 0 0 0 0,-1 0 0 0 0,0 1 1 0 0,0 0-1 0 0,0 0 0 0 0,0 0 0 0 0,0 0 1 0 0,0 1-1 0 0,0 0 0 0 0,0 1 0 0 0,-7-1 1 0 0,9 1-2 0 0,-1 0-1 0 0,0-1-1 0 0,-1 2 1 0 0,1-1-1 0 0,0 1 1 0 0,0-1-1 0 0,0 1 1 0 0,-9 3 0 0 0,-10 3 2 0 0,-14-1-18 0 0,1 3-1 0 0,0 1 1 0 0,0 1 0 0 0,1 2-1 0 0,1 2 1 0 0,-48 27 0 0 0,51-23 0 0 0,-34 28 0 0 0,54-37 20 0 0,1 0-1 0 0,0 0 0 0 0,1 1 1 0 0,1 1-1 0 0,-17 23 0 0 0,11-4 14 0 0,14-29-14 0 0,1 0 1 0 0,-1 0-1 0 0,0 0 1 0 0,1 0 0 0 0,-1 0-1 0 0,1 0 1 0 0,0 0-1 0 0,-1 0 1 0 0,1 0-1 0 0,0 0 1 0 0,1 0 0 0 0,-1 0-1 0 0,0 0 1 0 0,0 1-1 0 0,2 1 1 0 0,8 22 0 0 0,-7-19-5 0 0,-1 0 0 0 0,1 0 0 0 0,0 0 0 0 0,1-1-1 0 0,0 1 1 0 0,0-1 0 0 0,8 10 0 0 0,-5-9 9 0 0,1 1 0 0 0,0-1 0 0 0,0-1 0 0 0,1 0 0 0 0,0 0 0 0 0,0 0 0 0 0,0-1 0 0 0,1-1 0 0 0,-1 1 0 0 0,1-2 0 0 0,0 1 0 0 0,15 2-1 0 0,0-4-7 0 0,-14-2 5 0 0,2 1 0 0 0,0 0 0 0 0,0-2 1 0 0,0 1-1 0 0,0-2 0 0 0,19-4 0 0 0,-20 2 6 0 0,-1 0-1 0 0,1-1 0 0 0,-1 0 0 0 0,-1-1 1 0 0,1-1-1 0 0,-1 1 0 0 0,13-12 0 0 0,-18 14-2 0 0,0-1-1 0 0,-1 1 0 0 0,1-1 0 0 0,-1-1 0 0 0,0 1 0 0 0,0 0 0 0 0,-1-1 0 0 0,0 0 1 0 0,0 0-1 0 0,0 0 0 0 0,0 0 0 0 0,-1 0 0 0 0,0-1 0 0 0,-1 1 0 0 0,2-9 0 0 0,6-37 9 0 0,-7 41-9 0 0,0 0 0 0 0,0 0 0 0 0,-1 0 0 0 0,0-1 0 0 0,0 1 0 0 0,-2 0 0 0 0,-1-16 0 0 0,0 19 1 0 0,1-1 0 0 0,-1 1-1 0 0,-1 0 1 0 0,0 0-1 0 0,0 1 1 0 0,0-1 0 0 0,-7-9-1 0 0,8 12-3 0 0,-1 1 1 0 0,-1-1-1 0 0,1 1 0 0 0,-1-1 0 0 0,1 1 0 0 0,-1 0 0 0 0,0 0 1 0 0,-1 1-1 0 0,1-1 0 0 0,-1 1 0 0 0,1 0 0 0 0,-1 0 1 0 0,0 1-1 0 0,0-1 0 0 0,-1 1 0 0 0,1 0 0 0 0,0 1 0 0 0,-1-1 1 0 0,1 1-1 0 0,-1 0 0 0 0,-5 0 0 0 0,-9-1-2 0 0,-1 1 0 0 0,0 1 0 0 0,0 1 0 0 0,1 0 0 0 0,-1 2 0 0 0,1 0 0 0 0,-1 2 0 0 0,1 0 0 0 0,1 1 0 0 0,-37 16 0 0 0,37-13 19 0 0,0-1 1 0 0,0 2-1 0 0,1 1 0 0 0,0 0 0 0 0,-19 17 0 0 0,-4 6 62 0 0,-29 26 81 0 0,61-52-126 0 0,1 1 0 0 0,0 0 0 0 0,1 1 0 0 0,0 0 0 0 0,-9 17 0 0 0,13-23-28 0 0,1 0 9 0 0,-1 1 0 0 0,1 0 0 0 0,0-1 0 0 0,0 1 0 0 0,1 0 0 0 0,-1 0 0 0 0,0 8 0 0 0,2-8-10 0 0,1-1 0 0 0,-1 1 0 0 0,1 0 0 0 0,0-1 0 0 0,0 1 1 0 0,1-1-1 0 0,-1 1 0 0 0,1-1 0 0 0,0 0 0 0 0,0 1 0 0 0,3 3 1 0 0,-2-5 4 0 0,20 16 38 0 0,-21-17-40 0 0,1 0 0 0 0,-1 0 0 0 0,1 0 0 0 0,0-1-1 0 0,0 1 1 0 0,0-1 0 0 0,0 1 0 0 0,0-1 0 0 0,0 0 0 0 0,0 0-1 0 0,4 0 1 0 0,-4 0-3 0 0,0 0-9 0 0,10 1 31 0 0,0 0 0 0 0,24 1 0 0 0,-18-5-31 0 0,-14 2-6 0 0,-1 0 17 0 0,11 2 4 0 0,32-4-9 0 0,-43 2 30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07.1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139 177 212 0 0,'0'0'26'0'0,"-1"0"0"0"0,1 0-1 0 0,0 0 1 0 0,0 1 0 0 0,-1-1 0 0 0,1 0-1 0 0,0 0 1 0 0,0 0 0 0 0,0 1 0 0 0,-1-1 0 0 0,1 0-1 0 0,0 0 1 0 0,0 1 0 0 0,0-1 0 0 0,0 0 0 0 0,-1 0-1 0 0,1 1 1 0 0,0-1 0 0 0,0 0 0 0 0,0 0-1 0 0,0 1 1 0 0,0-1 0 0 0,0 0 0 0 0,0 1 0 0 0,0-1-1 0 0,0 0 1 0 0,0 1 0 0 0,0-1 0 0 0,0 0-1 0 0,0 0 1 0 0,0 1 0 0 0,0-1 0 0 0,0 0 0 0 0,0 1-1 0 0,1-1 1 0 0,-1 0 0 0 0,0 0 0 0 0,0 1-1 0 0,0-1 1 0 0,0 0 0 0 0,1 1 0 0 0,10 5 982 0 0,-7-4-1229 0 0,0 0 411 0 0,2-2-1 0 0,-4-1-172 0 0,18 0 307 0 0,-1 0 0 0 0,0-2 0 0 0,21-6 0 0 0,-32 7-178 0 0,1-1-1 0 0,-1 0 0 0 0,1-1 0 0 0,-1 0 1 0 0,0 0-1 0 0,0-1 0 0 0,10-8 0 0 0,-13 8-59 0 0,-1 1-1 0 0,0-1 0 0 0,1 1 0 0 0,-2-1 0 0 0,1 0 0 0 0,0-1 0 0 0,-1 1 1 0 0,0-1-1 0 0,0 0 0 0 0,-1 1 0 0 0,0-1 0 0 0,3-11 0 0 0,-5 15-50 0 0,0 0 0 0 0,1 0 0 0 0,-1 0 0 0 0,-1 0 0 0 0,1 0 0 0 0,0 0 0 0 0,0 0 0 0 0,-1 0 0 0 0,1 0 0 0 0,-1 0 0 0 0,0 0 0 0 0,1 0 0 0 0,-1 1 0 0 0,0-1 0 0 0,0 0 0 0 0,0 0 0 0 0,0 1 0 0 0,-1-1 0 0 0,1 1 0 0 0,0-1 0 0 0,-1 1 0 0 0,1-1 0 0 0,-1 1 0 0 0,1 0 0 0 0,-1-1 0 0 0,-3 0 0 0 0,1-1 8 0 0,0 1 0 0 0,-1 0-1 0 0,1 0 1 0 0,0 0-1 0 0,-1 0 1 0 0,0 1 0 0 0,1 0-1 0 0,-1 0 1 0 0,0 0-1 0 0,0 1 1 0 0,0-1 0 0 0,0 1-1 0 0,-5 1 1 0 0,-28 3 186 0 0,-59 13 1 0 0,84-14-179 0 0,0 1 0 0 0,0 0 1 0 0,1 1-1 0 0,0 1 0 0 0,0-1 0 0 0,0 2 0 0 0,0 0 0 0 0,-18 14 0 0 0,28-19-37 0 0,0 0-1 0 0,0 0 1 0 0,0 1 0 0 0,0-1-1 0 0,0 1 1 0 0,0-1-1 0 0,0 1 1 0 0,1-1-1 0 0,-1 1 1 0 0,1 0 0 0 0,0 0-1 0 0,0-1 1 0 0,0 1-1 0 0,0 0 1 0 0,1 0 0 0 0,-1 0-1 0 0,1 0 1 0 0,0 0-1 0 0,-1 0 1 0 0,1 1 0 0 0,1-1-1 0 0,-1 0 1 0 0,0 0-1 0 0,1 0 1 0 0,-1 0 0 0 0,1 0-1 0 0,0-1 1 0 0,0 1-1 0 0,0 0 1 0 0,1 0 0 0 0,-1 0-1 0 0,3 2 1 0 0,-2-2-9 0 0,0 0 0 0 0,0 0 0 0 0,0-1 0 0 0,1 0 0 0 0,0 1 0 0 0,-1-1 0 0 0,1 0 0 0 0,0 0 0 0 0,0 0 1 0 0,0 0-1 0 0,0-1 0 0 0,0 1 0 0 0,0-1 0 0 0,0 0 0 0 0,1 0 0 0 0,-1 0 0 0 0,5 0 0 0 0,0 1 5 0 0,1 0-1 0 0,0-1 1 0 0,0-1 0 0 0,1 1-1 0 0,-1-1 1 0 0,0-1-1 0 0,0 0 1 0 0,0 0 0 0 0,0-1-1 0 0,0 0 1 0 0,-1 0-1 0 0,1-1 1 0 0,-1 0-1 0 0,1-1 1 0 0,-1 0 0 0 0,0 0-1 0 0,14-10 1 0 0,-20 12-4 0 0,-1 1 0 0 0,1-1 0 0 0,0 1 1 0 0,0-1-1 0 0,0 0 0 0 0,-1 0 0 0 0,1 0 0 0 0,-1 0 0 0 0,0 0 1 0 0,1 0-1 0 0,-1 0 0 0 0,0 0 0 0 0,0 0 0 0 0,0-1 0 0 0,0-3 1 0 0,0 4 15 0 0,-2 2-21 0 0,1 0 0 0 0,0 0 0 0 0,0 0 0 0 0,-1 0 0 0 0,1-1-1 0 0,0 1 1 0 0,0 0 0 0 0,-1 0 0 0 0,1 0 0 0 0,0-1 0 0 0,0 1 0 0 0,0 0-1 0 0,-1 0 1 0 0,1-1 0 0 0,0 1 0 0 0,0 0 0 0 0,0 0 0 0 0,0-1 0 0 0,0 1 0 0 0,0 0-1 0 0,-1-1 1 0 0,1 1 0 0 0,0 0 0 0 0,0-1 0 0 0,0 1 0 0 0,0 0 0 0 0,0 0 0 0 0,0-1-1 0 0,0 1 1 0 0,0-1 1 0 0,0 0 0 0 0,0 0 0 0 0,0 1 0 0 0,0-1 0 0 0,0 0 0 0 0,0 1 0 0 0,-1-1 0 0 0,1 0 0 0 0,0 0 0 0 0,-1 1 0 0 0,1-1 0 0 0,0 1 0 0 0,-1-1 0 0 0,1 0 0 0 0,-1 1 0 0 0,1-1 0 0 0,-1 1 0 0 0,0-2 0 0 0,-5-1 19 0 0,-1-1 0 0 0,1 1 0 0 0,-1 1 0 0 0,0-1 0 0 0,0 1 0 0 0,0 0 0 0 0,0 0 0 0 0,0 1 0 0 0,-1 0 0 0 0,1 1 0 0 0,0-1 0 0 0,-14 2 0 0 0,3 2 16 0 0,15-1-27 0 0,0-1 28 0 0,-2 0-13 0 0,-28 10 21 0 0,31-10-35 0 0,-1 0-7 0 0,1 0 0 0 0,0 1 0 0 0,0-1 0 0 0,0 0 1 0 0,0 1-1 0 0,0 0 0 0 0,0-1 0 0 0,0 1 0 0 0,-2 3 1 0 0,1 30-1402 0 0,3-32 854 0 0,-15 7-5825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17.5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32 110 44 0 0,'0'0'4234'0'0,"-5"2"-4186"0"0,-17 8 3 0 0,17-7 1834 0 0,9-1-1694 0 0,38 7 2529 0 0,-37-8-2563 0 0,12 0 502 0 0,-11-1-548 0 0,15-1-7 0 0,-16 1 78 0 0,0 0-98 0 0,65-4 389 0 0,-66 4-398 0 0,0 0-48 0 0,31-2 114 0 0,-31 2 73 0 0,-14 1-200 0 0,-32 6-12 0 0,17-5-17 0 0,21-3 12 0 0,0 1-3 0 0,0-1-62 0 0,-10-2 55 0 0,10 2 6 0 0,3-1-21 0 0,-3-6 37 0 0,3 6 10 0 0,-8-25 132 0 0,6 16-164 0 0,-10-31-376 0 0,12 40 229 0 0,-2-18-2415 0 0,2 10-2221 0 0,3-1 2814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0:36.2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 14 104 0 0,'0'0'1327'0'0,"3"-8"-758"0"0,1 4 2322 0 0,-4 4-2791 0 0,0 0-1 0 0,0-1 0 0 0,0 1 1 0 0,1 0-1 0 0,-1 0 1 0 0,0 0-1 0 0,0 0 1 0 0,0 0-1 0 0,1 0 0 0 0,-1 0 1 0 0,0-1-1 0 0,0 1 1 0 0,1 0-1 0 0,-1 0 0 0 0,0 0 1 0 0,0 0-1 0 0,1 0 1 0 0,-1 0-1 0 0,0 0 1 0 0,0 0-1 0 0,1 0 0 0 0,-1 0 1 0 0,0 0-1 0 0,0 1 1 0 0,1-1-1 0 0,-1 0 1 0 0,0 0-1 0 0,0 0 0 0 0,1 0 1 0 0,-1 0-1 0 0,0 0 1 0 0,0 0-1 0 0,0 1 1 0 0,1-1-1 0 0,-1 0 0 0 0,0 0 1 0 0,0 0-1 0 0,0 1 1 0 0,0-1-1 0 0,1 0 1 0 0,-1 0-1 0 0,0 0 0 0 0,0 1 1 0 0,0-1-1 0 0,0 0 1 0 0,0 1-1 0 0,0 12 5190 0 0,-1-8-6902 0 0,1 0 1964 0 0,-1 13 327 0 0,1-18-668 0 0,-1 1 0 0 0,1 0 0 0 0,-1 0 0 0 0,1 1-1 0 0,0-1 1 0 0,0 0 0 0 0,0 0 0 0 0,-1 0 0 0 0,1 0-1 0 0,0 0 1 0 0,0 0 0 0 0,0 0 0 0 0,1 0 0 0 0,-1 0-1 0 0,0 0 1 0 0,0 0 0 0 0,1 0 0 0 0,-1 0 0 0 0,1 2-1 0 0,0-1-13 0 0,3 42 156 0 0,-5-18 123 0 0,0-20-190 0 0,0 1 0 0 0,1-1-1 0 0,0 0 1 0 0,0 1 0 0 0,0-1 0 0 0,3 11-1 0 0,-3-12-22 0 0,1-1-1 0 0,-1 1 0 0 0,0 0 0 0 0,0-1 0 0 0,0 1 0 0 0,-1 0 0 0 0,-1 5 0 0 0,0 8 180 0 0,-2 4-89 0 0,3-19-133 0 0,0 0 1 0 0,0 0-1 0 0,1 0 0 0 0,-1 0 1 0 0,1 0-1 0 0,0 0 1 0 0,0 0-1 0 0,0 4 1 0 0,-7 71-66 0 0,6-70-377 0 0,-1 0 0 0 0,1 0-1 0 0,-1 0 1 0 0,-6 13 0 0 0,-6 27-4186 0 0,7-20-231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0:36.6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73 1 476 0 0,'-8'35'1398'0'0,"5"-23"-855"0"0,1-1-1 0 0,0 1 0 0 0,0 17 0 0 0,-11 93 2380 0 0,6-72-3455 0 0,-1 3-3165 0 0,8-51 2160 0 0</inkml:trace>
  <inkml:trace contextRef="#ctx0" brushRef="#br0" timeOffset="1">47 644 876 0 0,'-1'4'894'0'0,"-15"75"2536"0"0,-7 41-503 0 0,22-105-2754 0 0,-2 5-461 0 0,1 0 1 0 0,1 1-1 0 0,1-1 0 0 0,4 29 0 0 0,-1-19-3104 0 0,-1-17 1439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0:37.0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90 1 596 0 0,'-6'21'948'0'0,"-5"-4"-52"0"0,3-4-60 0 0,1 7-76 0 0,-1 3-72 0 0,1-4-76 0 0,3-6-71 0 0,-2 10-81 0 0,-1 0-108 0 0,5-1-144 0 0,-2-1-152 0 0,0 0-184 0 0,-1-8-124 0 0,5 1-204 0 0,0 1-569 0 0,-4 0-1099 0 0,2-1 488 0 0</inkml:trace>
  <inkml:trace contextRef="#ctx0" brushRef="#br0" timeOffset="1">54 661 512 0 0,'-6'8'588'0'0,"0"0"0"0"0,0 1 0 0 0,1-1 0 0 0,1 1 1 0 0,-1 0-1 0 0,1 0 0 0 0,1 1 0 0 0,0-1 0 0 0,0 1 0 0 0,1 0 0 0 0,-2 16 0 0 0,2-8-576 0 0,1 34 0 0 0,8 16-4534 0 0,-5-54 2791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0:37.4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 1 192 0 0,'-2'8'523'0'0,"0"1"0"0"0,0-1 0 0 0,-1 1 0 0 0,-3 8 0 0 0,2-8 1 0 0,1-1 1 0 0,0 1 0 0 0,-2 17-1 0 0,2 3 488 0 0,2 56 0 0 0,4-51-2497 0 0,10 45 1 0 0,-10-62-18 0 0,-1-2 116 0 0</inkml:trace>
  <inkml:trace contextRef="#ctx0" brushRef="#br0" timeOffset="1">40 699 460 0 0,'-2'16'688'0'0,"2"5"-52"0"0,-2-2-56 0 0,0-4-84 0 0,2-1-36 0 0,-3 5-68 0 0,6-2-80 0 0,-3-1-148 0 0,2-3-204 0 0,2 1-40 0 0,2-1-136 0 0,-4 0-428 0 0,1 3-696 0 0,-1-1 308 0 0</inkml:trace>
  <inkml:trace contextRef="#ctx0" brushRef="#br0" timeOffset="2">208 1304 724 0 0,'-4'14'964'0'0,"0"7"-32"0"0,0 4-124 0 0,-5-6-80 0 0,7 0-76 0 0,4 4-76 0 0,-2 0-83 0 0,2-9-137 0 0,-2 9-136 0 0,7 2-184 0 0,-3-2-216 0 0,4-8-156 0 0,-1 6-233 0 0,-7 2-335 0 0,2-9-972 0 0,4 9 432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0:37.8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 0 1056 0 0,'-8'27'1499'0'0,"2"0"0"0"0,1 0 0 0 0,-2 50 0 0 0,8-48-859 0 0,0-23-552 0 0,0-1 0 0 0,-1 1 0 0 0,0 0 0 0 0,0 0 0 0 0,-1 6 0 0 0,-3 22-271 0 0,3-24-753 0 0,0 1-1 0 0,-1-1 0 0 0,0 1 1 0 0,-7 17-1 0 0,5-16-949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2.8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32 1 748 0 0,'0'0'3200'0'0,"-5"5"-2210"0"0,-16 17-34 0 0,20-22-927 0 0,1 0 1 0 0,0 0 0 0 0,-1 1-1 0 0,1-1 1 0 0,0 0-1 0 0,0 0 1 0 0,-1 1 0 0 0,1-1-1 0 0,0 0 1 0 0,0 0-1 0 0,-1 1 1 0 0,1-1 0 0 0,0 0-1 0 0,0 0 1 0 0,0 1-1 0 0,-1-1 1 0 0,1 0 0 0 0,0 1-1 0 0,0-1 1 0 0,0 0-1 0 0,0 1 1 0 0,0-1 0 0 0,0 0-1 0 0,0 1 1 0 0,0-1-1 0 0,0 0 1 0 0,0 1 0 0 0,0-1-1 0 0,0 0 1 0 0,0 1-1 0 0,3 9 360 0 0,-1-1 0 0 0,2 0 0 0 0,0 0 1 0 0,0 0-1 0 0,0 0 0 0 0,1 0 0 0 0,10 12 0 0 0,1 0 487 0 0,33 33 0 0 0,-13-21-186 0 0,0-2 1 0 0,2-2-1 0 0,2-2 0 0 0,80 43 0 0 0,160 89 1534 0 0,-129-71-1372 0 0,-37-22-320 0 0,217 113 551 0 0,-230-133-844 0 0,387 152-1030 0 0,-448-185 22 0 0,69 19-59 0 0,-54-23-2134 0 0,-1-8-3920 0 0,-38-3 2481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3.8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0 332 0 0,'-1'2'296'0'0,"-1"-1"-1"0"0,1 1 1 0 0,0 0-1 0 0,0-1 1 0 0,0 1-1 0 0,0 0 1 0 0,0 0-1 0 0,1 0 1 0 0,-1 0-1 0 0,0 0 1 0 0,1 0-1 0 0,-1 0 1 0 0,1 0-1 0 0,0 0 1 0 0,0 0-1 0 0,0 0 1 0 0,0 3-1 0 0,1 2 72 0 0,0-1 0 0 0,1 0 0 0 0,0 0 0 0 0,3 8 0 0 0,4 14 963 0 0,30 115 2190 0 0,-3-14-1993 0 0,-10-7-320 0 0,93 370 1727 0 0,-87-374-2646 0 0,22 74 155 0 0,-39-149-1502 0 0,1-1 0 0 0,30 54-1 0 0,-31-79-228 0 0,-13-17 998 0 0,-1 1 0 0 0,0 0 0 0 0,0 0 0 0 0,0 0 0 0 0,0 0 1 0 0,0 0-1 0 0,0 0 0 0 0,0 1 0 0 0,0-1 0 0 0,0 0 0 0 0,-1 0 0 0 0,2 3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4.5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828 1 156 0 0,'-12'36'1521'0'0,"7"-21"-896"0"0,0 0-1 0 0,-9 18 1 0 0,-6 10 729 0 0,-20 63 0 0 0,5-11-146 0 0,-176 367 2628 0 0,137-326-3231 0 0,-117 160 0 0 0,75-120-1992 0 0,68-101-978 0 0,18-35-950 0 0,3-7 253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5.0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2644 32 1060 0 0,'-3'-2'1029'0'0,"-5"-2"-641"0"0,1 0 1 0 0,-1 0-1 0 0,0 1 1 0 0,-1 0-1 0 0,1 0 1 0 0,-1 1-1 0 0,1 0 1 0 0,-1 0-1 0 0,0 1 1 0 0,1 0-1 0 0,-15 1 0 0 0,-102 7 1086 0 0,120-7-1415 0 0,-67 10 671 0 0,-101 27 0 0 0,-69 34 204 0 0,112-31-575 0 0,-341 117 512 0 0,1 1-663 0 0,406-139-241 0 0,-213 56-328 0 0,159-49 69 0 0,63-11-248 0 0,-1-4 1 0 0,-1-1 0 0 0,-77 2 0 0 0,121-12-224 0 0,0-1 0 0 0,0-1 0 0 0,-13-2 0 0 0,21 0-1593 0 0,-3-9 184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5.6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2326 644 808 0 0,'-59'-45'1817'0'0,"-85"-57"606"0"0,83 68-1536 0 0,-1 3 0 0 0,-118-40 1 0 0,-139-22 871 0 0,314 92-1735 0 0,-342-72 1399 0 0,-4 23-180 0 0,-235-45-106 0 0,534 84-1233 0 0,21 6-316 0 0,-40-13 0 0 0,33 8-776 0 0,19 6-1057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6.2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1429 1613 576 0 0,'0'0'2601'0'0,"-3"-3"-1995"0"0,1 1-422 0 0,-1 0 1 0 0,1 0-1 0 0,0-1 1 0 0,0 0-1 0 0,0 1 1 0 0,0-1-1 0 0,1 0 1 0 0,-1 0-1 0 0,1 0 0 0 0,-3-6 1 0 0,0-2-40 0 0,-24-42 1116 0 0,-65-91 0 0 0,87 136-1211 0 0,-60-84 499 0 0,-49-75 300 0 0,-17-22-88 0 0,59 88-448 0 0,-182-238 472 0 0,203 280-702 0 0,-2 2 1 0 0,-2 2 0 0 0,-89-66-1 0 0,136 115-109 0 0,-39-30-444 0 0,-68-36 0 0 0,97 61 9 0 0,-58-28-1146 0 0,68 36 385 0 0,0-1 1 0 0,0 2-1 0 0,-16-4 1 0 0,22 6-1143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50.0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270 24 364 0 0,'-3'-1'539'0'0,"-9"1"-93"0"0,-1 0 0 0 0,1 1 0 0 0,0 0 0 0 0,0 0 0 0 0,-1 2 0 0 0,1-1 0 0 0,1 2 0 0 0,-1 0 0 0 0,0 0 0 0 0,1 1 0 0 0,0 0 0 0 0,-13 8 0 0 0,16-7-248 0 0,0-1 1 0 0,1 2 0 0 0,0-1 0 0 0,0 1 0 0 0,0 0 0 0 0,1 0-1 0 0,-1 1 1 0 0,2 0 0 0 0,-1 0 0 0 0,1 0 0 0 0,1 1 0 0 0,-7 17-1 0 0,8-20-126 0 0,1 0-1 0 0,0 0 1 0 0,1 0-1 0 0,0 1 1 0 0,0-1-1 0 0,0 1 1 0 0,1-1-1 0 0,0 1 1 0 0,0-1-1 0 0,0 1 1 0 0,1-1-1 0 0,0 1 1 0 0,0-1-1 0 0,1 0 1 0 0,0 0-1 0 0,0 1 1 0 0,0-1-1 0 0,1 0 1 0 0,0-1-1 0 0,4 7 1 0 0,-1-4-30 0 0,0-1 0 0 0,0 0 1 0 0,0 0-1 0 0,1-1 0 0 0,0 0 1 0 0,1 0-1 0 0,-1-1 0 0 0,1 0 0 0 0,0 0 1 0 0,0-1-1 0 0,1 0 0 0 0,-1 0 0 0 0,1-1 1 0 0,0 0-1 0 0,0 0 0 0 0,0-1 0 0 0,10 1 1 0 0,-6-2-18 0 0,1 0 1 0 0,-1 0 0 0 0,1-1 0 0 0,-1-1 0 0 0,1-1 0 0 0,-1 0-1 0 0,0 0 1 0 0,1-1 0 0 0,-1-1 0 0 0,-1 0 0 0 0,15-7 0 0 0,-19 6-15 0 0,0-1 0 0 0,0 0 0 0 0,0 0 0 0 0,-1 0 0 0 0,0-1 1 0 0,0 0-1 0 0,0 0 0 0 0,-1-1 0 0 0,-1 0 0 0 0,1 0 0 0 0,-1 0 0 0 0,0-1 0 0 0,-1 0 1 0 0,0 0-1 0 0,5-17 0 0 0,-3 7 35 0 0,-2-1 1 0 0,0 1-1 0 0,-1-1 0 0 0,-1 1 1 0 0,0-1-1 0 0,-3-36 0 0 0,1 53-28 0 0,-1 0 0 0 0,1 0 0 0 0,0 0 0 0 0,-1 0 0 0 0,0 0 0 0 0,0 0 1 0 0,0 0-1 0 0,0 1 0 0 0,0-1 0 0 0,0 0 0 0 0,-1 0 0 0 0,1 1 0 0 0,-1-1 0 0 0,0 1 0 0 0,0-1 0 0 0,0 1 0 0 0,-4-4 0 0 0,2 4-23 0 0,1 0 0 0 0,-1 0 0 0 0,0 0 0 0 0,0 1 0 0 0,0-1 0 0 0,0 1 1 0 0,0 0-1 0 0,0 0 0 0 0,0 0 0 0 0,0 1 0 0 0,-1-1 0 0 0,1 1 1 0 0,0 0-1 0 0,-5 1 0 0 0,-4 0-137 0 0,0 0 1 0 0,0 1-1 0 0,1 1 0 0 0,-1 0 1 0 0,0 1-1 0 0,-14 6 0 0 0,15-4-78 0 0,4-3-155 0 0,0 0 1 0 0,1 0 0 0 0,-1 1 0 0 0,1 1 0 0 0,0-1 0 0 0,1 1 0 0 0,-1 0 0 0 0,1 0-1 0 0,0 1 1 0 0,0 0 0 0 0,0 0 0 0 0,-5 8 0 0 0,-1 3-2101 0 0,-1-1 190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51.6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51 300 0 0,'0'0'1602'0'0,"2"-14"7861"0"0,21 7-9394 0 0,-18 5 355 0 0,2 3-400 0 0,1 3-65 0 0,-6-3 61 0 0,0 0-1 0 0,1 0 1 0 0,-1-1 0 0 0,0 1 0 0 0,1 0 0 0 0,-1-1-1 0 0,0 0 1 0 0,1 1 0 0 0,2-1 0 0 0,3 0 8 0 0,0-1-1 0 0,-1 0 1 0 0,1-1-1 0 0,0 0 1 0 0,12-4-1 0 0,-10 4-24 0 0,-6 3-1 0 0,23-7 55 0 0,-11 6-45 0 0,-13 0 1007 0 0,-12-2-1012 0 0,-56-9-34 0 0,60 11 14 0 0,1 0-6 0 0,-13 0-3 0 0,13 0-5 0 0,-2 0-26 0 0,-15 0 37 0 0,16 0-3 0 0,2 0-12 0 0,-8 3 7 0 0,8-3 1 0 0,65-1-198 0 0,-50 1 216 0 0,-8-1-4 0 0,10 0 5 0 0,-10 1 8 0 0,15-4 113 0 0,-3 2-46 0 0,-13 2 264 0 0,-6 0-333 0 0,0 0-1 0 0,0 0 1 0 0,0 0 0 0 0,0 0 0 0 0,0 1-1 0 0,0-1 1 0 0,0 1 0 0 0,1 0-1 0 0,-4 1 1 0 0,-22 7 11 0 0,-30 0 52 0 0,55-9-51 0 0,-17 2 66 0 0,18-1-88 0 0,-5 1 10 0 0,7-2-4 0 0,0 0 1 0 0,1 0-1 0 0,-1 0 0 0 0,0 0 1 0 0,0 0-1 0 0,0 0 0 0 0,0 0 0 0 0,0 0 1 0 0,0 1-1 0 0,0-1 0 0 0,0 0 1 0 0,0 0-1 0 0,0 0 0 0 0,0 0 1 0 0,0 0-1 0 0,0 0 0 0 0,0 0 0 0 0,0 0 1 0 0,1 0-1 0 0,-1 0 0 0 0,0 0 1 0 0,0 0-1 0 0,0 1 0 0 0,0-1 0 0 0,0 0 1 0 0,0 0-1 0 0,0 0 0 0 0,0 0 1 0 0,0 0-1 0 0,0 0 0 0 0,0 0 0 0 0,0 0 1 0 0,0 0-1 0 0,0 0 0 0 0,0 1 1 0 0,0-1-1 0 0,0 0 0 0 0,-1 0 0 0 0,1 0 1 0 0,0 0-1 0 0,0 0 0 0 0,0 0 1 0 0,0 0-1 0 0,92 1 23 0 0,-88-1 311 0 0,-13 3-360 0 0,-27 6 9 0 0,27-7 8 0 0,21-4-185 0 0,32-6 206 0 0,12 2-2966 0 0,-51 5 2613 0 0,4 0 3 0 0,3-1-4656 0 0,6-1 2240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55.7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417 0 796 0 0,'0'0'3707'0'0,"-4"6"-3166"0"0,-12 16-42 0 0,12-17-49 0 0,1-1-179 0 0,0-1 0 0 0,0 1 0 0 0,-1-1 0 0 0,1 0 0 0 0,-1 0 1 0 0,0 0-1 0 0,-8 4 0 0 0,11-7-263 0 0,-18 11 493 0 0,-1-1 0 0 0,0-1 1 0 0,-40 11-1 0 0,-13 6 326 0 0,42-13-341 0 0,1 1-1 0 0,-39 26 0 0 0,66-38-456 0 0,1 0-1 0 0,-1 0 0 0 0,1 1 1 0 0,-1-1-1 0 0,1 0 0 0 0,0 1 0 0 0,0 0 1 0 0,0-1-1 0 0,0 1 0 0 0,1 0 0 0 0,-1 0 1 0 0,1 0-1 0 0,-1 0 0 0 0,1 0 1 0 0,0 1-1 0 0,1-1 0 0 0,-1 0 0 0 0,0 0 1 0 0,1 6-1 0 0,0-8-20 0 0,0 1 0 0 0,0 0 0 0 0,1 0 0 0 0,-1-1 0 0 0,1 1 0 0 0,-1 0 0 0 0,1-1 0 0 0,0 1 0 0 0,0 0 0 0 0,0-1 0 0 0,0 1 0 0 0,0-1 0 0 0,0 1 0 0 0,0-1 0 0 0,0 0 0 0 0,1 1 0 0 0,1 0 0 0 0,28 19 37 0 0,-23-16-25 0 0,124 64-253 0 0,-95-53-371 0 0,-2 3-1 0 0,64 42 1 0 0,-59-33-93 0 0,-26-19-241 0 0,1 1 1 0 0,-1 1 0 0 0,-1 0 0 0 0,0 1 0 0 0,13 16-1 0 0,-3 6-1800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56.3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257 0 384 0 0,'0'0'5544'0'0,"-3"6"-4902"0"0,-15 22 224 0 0,-2-1 0 0 0,-24 27 0 0 0,12-14-288 0 0,10-13-65 0 0,1 2-1 0 0,1 1 0 0 0,-26 52 1 0 0,40-71-422 0 0,1 1-1 0 0,1 0 1 0 0,0 1 0 0 0,1-1-1 0 0,0 1 1 0 0,1-1 0 0 0,0 1 0 0 0,1 0-1 0 0,1 0 1 0 0,0 0 0 0 0,0 0-1 0 0,2-1 1 0 0,2 16 0 0 0,-1-19-63 0 0,0-1-1 0 0,0 0 1 0 0,1 0 0 0 0,0-1 0 0 0,1 1-1 0 0,-1-1 1 0 0,2 0 0 0 0,-1 0 0 0 0,1 0 0 0 0,0-1-1 0 0,0 1 1 0 0,12 8 0 0 0,-1-2-63 0 0,0-1 0 0 0,1-1 1 0 0,0-1-1 0 0,25 11 0 0 0,-17-10-238 0 0,1-2-1 0 0,0 0 0 0 0,45 6 0 0 0,-53-12-694 0 0,1-1 0 0 0,-1 0 0 0 0,0-2-1 0 0,0-1 1 0 0,0 0 0 0 0,25-5-1 0 0,-3-5-2059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57.0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0 543 152 0 0,'1'-17'2724'0'0,"4"-13"-1738"0"0,-2 6 232 0 0,13-41 1 0 0,-9 38-507 0 0,0-1 0 0 0,4-52 0 0 0,-3 13 151 0 0,6 7 58 0 0,-9 38-247 0 0,5-35-1 0 0,-3 4 995 0 0,-7 51-1459 0 0,4-2 63 0 0,-4 4-259 0 0,0-1 0 0 0,0 1 0 0 0,0 0 0 0 0,0-1 0 0 0,0 1 0 0 0,0 0 0 0 0,0 0 0 0 0,0-1 0 0 0,0 1 0 0 0,0 0 0 0 0,1-1 1 0 0,-1 1-1 0 0,0 0 0 0 0,0 0 0 0 0,0-1 0 0 0,0 1 0 0 0,1 0 0 0 0,-1 0 0 0 0,0 0 0 0 0,0-1 0 0 0,1 1 0 0 0,-1 0 0 0 0,0 0 0 0 0,0 0 0 0 0,1 0 0 0 0,-1 0 0 0 0,0-1 0 0 0,1 1 0 0 0,-1 0 0 0 0,0 0 0 0 0,0 0 0 0 0,1 0 0 0 0,-1 0 0 0 0,0 0 1 0 0,1 0-1 0 0,-1 0 0 0 0,0 0 0 0 0,1 0 0 0 0,-1 0 0 0 0,0 0 0 0 0,0 0 0 0 0,1 0 0 0 0,-1 0 0 0 0,1 1 0 0 0,23 5 261 0 0,30 12 0 0 0,2 2 9 0 0,100 20 109 0 0,6-13-264 0 0,-100-22-485 0 0,-18-2-126 0 0,87-1-4156 0 0,-94-2 894 0 0,-5-1 128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0.2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150 264 404 0 0,'-44'-2'1650'0'0,"41"2"-1132"0"0,-2 0-16 0 0,-43 3 1523 0 0,43-3-615 0 0,1 0-960 0 0,-11 0-7 0 0,11 0 1275 0 0,0 1-1322 0 0,-10 0-5 0 0,10-1 3844 0 0,10 5-4140 0 0,8 4-26 0 0,1 0-1 0 0,0-1 1 0 0,1 0 0 0 0,0-1 0 0 0,0-1 0 0 0,25 6 0 0 0,-5-4 11 0 0,-1-1 1 0 0,48 1 0 0 0,-25-2-32 0 0,-24-3-3 0 0,1-1 0 0 0,-1-1 0 0 0,41-6 1 0 0,-58 4-23 0 0,-14 1-29 0 0,0-1 11 0 0,13 0 1 0 0,-12 1 62 0 0,0-1-54 0 0,4 1-66 0 0,-4-1 156 0 0,-8 2 543 0 0,-41 3-636 0 0,33-4 0 0 0,6 0-5 0 0,-1 0-5 0 0,-3 0-5 0 0,0-1-1 0 0,1 0 0 0 0,-1-1 0 0 0,-10-2 0 0 0,-8-4-45 0 0,25 8 41 0 0,-1-1 1 0 0,1 0-1 0 0,-1 0 0 0 0,1 0 1 0 0,0-1-1 0 0,0 1 0 0 0,0-1 0 0 0,-1 1 1 0 0,1-1-1 0 0,1 0 0 0 0,-6-4 0 0 0,4 3-7 0 0,3 2 14 0 0,0 1 0 0 0,-1-1 0 0 0,1 0 0 0 0,0 0 0 0 0,0 0 0 0 0,0 0 0 0 0,0 0 0 0 0,0 0 0 0 0,0 0 0 0 0,0 0 0 0 0,0 0 0 0 0,0 0 0 0 0,0-1 0 0 0,0 1 0 0 0,1 0 0 0 0,-1-1 0 0 0,1 1 0 0 0,-1 0 0 0 0,0-3 1 0 0,0 0 0 0 0,-1-1-8 0 0,1 0 2 0 0,0 1-1 0 0,0-1 1 0 0,0 0-1 0 0,0 1 1 0 0,-1-1-1 0 0,0 1 1 0 0,-3-6-1 0 0,-3-5 17 0 0,-6-19-62 0 0,13 33 43 0 0,1 0 1 0 0,-1 1-1 0 0,1-1 1 0 0,0 0-1 0 0,0 0 0 0 0,-1 0 1 0 0,1 0-1 0 0,0 0 1 0 0,0 1-1 0 0,0-1 1 0 0,0 0-1 0 0,0 0 1 0 0,0 0-1 0 0,0 0 0 0 0,0 0 1 0 0,0 0-1 0 0,1-1 1 0 0,-1-1-33 0 0,1-117-2395 0 0,0 95 1269 0 0,0 7-840 0 0,-6 4-3227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1.2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1240 132 0 0,'0'0'1616'0'0,"3"-2"-792"0"0,0 0-598 0 0,-1 0 1 0 0,0-1-1 0 0,0 1 1 0 0,0-1-1 0 0,0 1 1 0 0,0-1-1 0 0,0 0 1 0 0,-1 1 0 0 0,1-1-1 0 0,-1 0 1 0 0,0 0-1 0 0,0 0 1 0 0,0 0-1 0 0,0 0 1 0 0,0-1-1 0 0,-1 1 1 0 0,0 0 0 0 0,1 0-1 0 0,-1-4 1 0 0,0-15 572 0 0,-3-38 1 0 0,2 39-233 0 0,-5-55 485 0 0,-3-120 229 0 0,9 103-936 0 0,0 24-33 0 0,2 0 0 0 0,15-94 0 0 0,55-218 636 0 0,-69 355-1323 0 0,-5 24-337 0 0,-1 6-165 0 0,0 4 284 0 0,0 1 1 0 0,0-1-1 0 0,-3 18 0 0 0,-2 30-4111 0 0,4-20 2008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1.7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1246 888 0 0,'2'-7'435'0'0,"-1"-1"0"0"0,1 1 0 0 0,0-1 0 0 0,1 1 0 0 0,0 0 0 0 0,0 0 0 0 0,6-9 0 0 0,32-44 1361 0 0,-18 30-1117 0 0,210-272 3194 0 0,-87 134-2530 0 0,9 3-360 0 0,219-211 241 0 0,-295 316-1749 0 0,-56 44-588 0 0,-21 14 659 0 0,-14 8-6410 0 0,-8 10 5705 0 0,-1 8-1176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1:12.2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0 311 268 0 0,'0'0'1773'0'0,"10"-2"-873"0"0,190-61 2690 0 0,-197 62-3562 0 0,67-22 1031 0 0,1 3 0 0 0,92-14 0 0 0,29 15 325 0 0,259-15 930 0 0,-153 29-1253 0 0,7-1-226 0 0,-179 2-580 0 0,325-26-1141 0 0,-426 26 324 0 0,32-8-1 0 0,-50 10-225 0 0,0 0 0 0 0,0 0 0 0 0,0-1 0 0 0,-1 0 0 0 0,0 0 0 0 0,1-1 0 0 0,-1 0 0 0 0,10-8 0 0 0,0-7-2858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35.3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0 344 332 0 0,'0'0'2009'0'0,"11"-11"571"0"0,-4 8-2142 0 0,0 1-1 0 0,0 0 1 0 0,0 1 0 0 0,0-1-1 0 0,10 1 1 0 0,-2-1-164 0 0,-12 1-46 0 0,1 1-16 0 0,13 0 0 0 0,-12 0 188 0 0,0 0-214 0 0,36 3 314 0 0,-38-2-331 0 0,2-1-4 0 0,40-2 329 0 0,-42 2-321 0 0,2 0 11 0 0,15 0-4 0 0,-15 0-5 0 0,-1-1 5 0 0,34 0 541 0 0,-35 1-361 0 0,1 0-207 0 0,80 6 779 0 0,-80-6-840 0 0,0 0-28 0 0,63 1 206 0 0,-64 0-240 0 0,14 0 26 0 0,10 3-16 0 0,-20-3-51 0 0,0 0 1 0 0,1 0-1 0 0,14 0 1 0 0,20-3-38 0 0,-37 2 87 0 0,-16 2-350 0 0,-8 2 293 0 0,-3 1-67 0 0,-32 4 0 0 0,-28-5-163 0 0,78-5 228 0 0,-1 1-1 0 0,-42-2-26 0 0,43 2 37 0 0,1 0 3 0 0,-37-2-21 0 0,36 2 31 0 0,1 0-1 0 0,-12-3-5 0 0,12 3 10 0 0,-17 0-13 0 0,16 0 110 0 0,1-1-64 0 0,-11-2 13 0 0,10 3 229 0 0,2-1-208 0 0,0 0-34 0 0,1 1 1 0 0,-1-1-1 0 0,1 0 0 0 0,-1 0 1 0 0,1 0-1 0 0,0 0 0 0 0,0 0 1 0 0,-1 0-1 0 0,1 0 1 0 0,0 0-1 0 0,0 0 0 0 0,-1-3 1 0 0,1 2 308 0 0,0 2-339 0 0,1 0 0 0 0,-1-1 1 0 0,0 1-1 0 0,1-1 0 0 0,-1 1 0 0 0,1-1 0 0 0,-1 1 0 0 0,1-1 1 0 0,0 1-1 0 0,-1-1 0 0 0,1 1 0 0 0,-1-1 0 0 0,1 0 1 0 0,0 1-1 0 0,0-1 0 0 0,-1 0 0 0 0,1 1 0 0 0,0-1 1 0 0,0 0-1 0 0,0 1 0 0 0,0-3 0 0 0,-4-19 143 0 0,3 16-125 0 0,-1-12 74 0 0,0 0 0 0 0,1 0 0 0 0,1 0 0 0 0,3-34 0 0 0,1-12-218 0 0,-3 51-133 0 0,0 1-1 0 0,1-1 1 0 0,7-21 0 0 0,-6 19-578 0 0,-2 12 253 0 0,1-5-1658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25.1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330 202 56 0 0,'-4'-16'2418'0'0,"14"-20"6450"0"0,-18 38-8650 0 0,-26 8 120 0 0,1 2 1 0 0,-32 15-1 0 0,51-21-265 0 0,1 1 1 0 0,0 1-1 0 0,0 0 0 0 0,1 1 1 0 0,0 0-1 0 0,0 1 0 0 0,1 0 0 0 0,1 1 1 0 0,-1 0-1 0 0,2 1 0 0 0,-10 14 1 0 0,11-14 13 0 0,1 1 1 0 0,0 0 0 0 0,1 0 0 0 0,1 0-1 0 0,-6 18 1 0 0,10-27-70 0 0,1 0 0 0 0,-1 0 0 0 0,0 0 0 0 0,1 0-1 0 0,0-1 1 0 0,0 1 0 0 0,0 0 0 0 0,1 0 0 0 0,-1 0-1 0 0,3 6 1 0 0,-2-7-7 0 0,0-1-1 0 0,0 0 1 0 0,0 0 0 0 0,1 1-1 0 0,-1-1 1 0 0,0 0 0 0 0,1 0-1 0 0,0 0 1 0 0,0 0 0 0 0,-1-1-1 0 0,1 1 1 0 0,0 0-1 0 0,0-1 1 0 0,1 1 0 0 0,-1-1-1 0 0,0 0 1 0 0,5 2 0 0 0,8 3 30 0 0,-1-2 1 0 0,2 0 0 0 0,-1 0-1 0 0,0-2 1 0 0,1 0 0 0 0,-1 0 0 0 0,17-2-1 0 0,-4-1 44 0 0,0-1 0 0 0,0-1 0 0 0,31-8-1 0 0,-42 7-30 0 0,-1 0-1 0 0,1-2 1 0 0,-1 0-1 0 0,0-1 1 0 0,0 0-1 0 0,-1-1 1 0 0,22-15-1 0 0,-28 16-18 0 0,0-1-1 0 0,-1 1 1 0 0,0-1 0 0 0,0 0 0 0 0,-1-1-1 0 0,0 0 1 0 0,-1 0 0 0 0,0-1-1 0 0,0 1 1 0 0,-1-1 0 0 0,-1-1-1 0 0,7-16 1 0 0,-7 13 1 0 0,-1 1 0 0 0,0-1 0 0 0,-1 0-1 0 0,-1 0 1 0 0,0 0 0 0 0,-1 0 0 0 0,0-1 0 0 0,-1 1 0 0 0,-1 0-1 0 0,0 0 1 0 0,-1 1 0 0 0,0-1 0 0 0,-6-15 0 0 0,6 23-25 0 0,1-1-1 0 0,-2 1 1 0 0,1 0 0 0 0,0 0-1 0 0,-1 0 1 0 0,0 0 0 0 0,-1 1-1 0 0,1-1 1 0 0,-1 1 0 0 0,0 0-1 0 0,0 1 1 0 0,-1-1 0 0 0,1 1-1 0 0,-1 0 1 0 0,0 1 0 0 0,0-1-1 0 0,0 1 1 0 0,-1 0 0 0 0,1 1-1 0 0,-1-1 1 0 0,1 1 0 0 0,-1 0-1 0 0,0 1 1 0 0,0 0 0 0 0,0 0-1 0 0,0 1 1 0 0,0-1 0 0 0,-9 2 0 0 0,-3 1-79 0 0,0 1 1 0 0,1 0 0 0 0,-1 2 0 0 0,1 0 0 0 0,0 1 0 0 0,0 1-1 0 0,0 0 1 0 0,1 1 0 0 0,0 1 0 0 0,1 1 0 0 0,0 1 0 0 0,0 0-1 0 0,1 1 1 0 0,-20 20 0 0 0,30-27-99 0 0,0 1 0 0 0,0 0 1 0 0,0 1-1 0 0,1-1 0 0 0,0 1 0 0 0,0 0 0 0 0,1 0 0 0 0,-1 0 0 0 0,2 0 0 0 0,-1 0 1 0 0,1 1-1 0 0,-3 15 0 0 0,4-18-56 0 0,1 1-1 0 0,0-1 1 0 0,0 1-1 0 0,0-1 1 0 0,1 1-1 0 0,-1 0 1 0 0,1-1 0 0 0,1 0-1 0 0,-1 1 1 0 0,1-1-1 0 0,0 0 1 0 0,0 1 0 0 0,0-1-1 0 0,1 0 1 0 0,0-1-1 0 0,0 1 1 0 0,0 0 0 0 0,6 5-1 0 0,27 29-4869 0 0,-27-28 2698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25.5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1 183 132 0 0,'11'1'375'0'0,"1"-1"0"0"0,0 0-1 0 0,0-1 1 0 0,-1 0 0 0 0,1-1 0 0 0,0 0 0 0 0,-1-1-1 0 0,0 0 1 0 0,0-1 0 0 0,0 0 0 0 0,0-1 0 0 0,13-7-1 0 0,3-2 350 0 0,-22 12-550 0 0,0-1 0 0 0,0 1 0 0 0,0-1 0 0 0,8-6 1 0 0,75-60 2965 0 0,-66 52-1670 0 0,-1-1 83 0 0,-19 16-1094 0 0,-2 2-425 0 0,0-1 1 0 0,1 1 0 0 0,-1-1 0 0 0,0 1 0 0 0,1-1-1 0 0,-1 1 1 0 0,1-1 0 0 0,-1 1 0 0 0,1 0 0 0 0,-1-1-1 0 0,1 1 1 0 0,-1 0 0 0 0,1-1 0 0 0,-1 1-1 0 0,1 0 1 0 0,-1 0 0 0 0,1-1 0 0 0,-1 1 0 0 0,2 0-1 0 0,1 1 2733 0 0,-2 8-2601 0 0,0 0 12 0 0,-1 0-1 0 0,1-1 1 0 0,-1 1 0 0 0,-1 0 0 0 0,-1 10 0 0 0,-12 37 626 0 0,-2-1-1 0 0,-43 99 1 0 0,47-128-1413 0 0,2 0 0 0 0,1 0 1 0 0,2 1-1 0 0,-9 47 1 0 0,16-71 263 0 0,0 0 0 0 0,0 0 0 0 0,0-1 0 0 0,0 1 0 0 0,0 0 0 0 0,1-1 0 0 0,-1 1 0 0 0,1 0 0 0 0,0-1 0 0 0,0 1 0 0 0,0-1 0 0 0,1 4 0 0 0,10 9-9626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26.1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359 62 184 0 0,'0'0'164'0'0,"0"-5"512"0"0,-1 0-1 0 0,0 0 1 0 0,0 0-1 0 0,-1 0 1 0 0,1 0-1 0 0,-4-6 1 0 0,4 10-564 0 0,0-1 1 0 0,0 1-1 0 0,0-1 0 0 0,0 1 1 0 0,0 0-1 0 0,0-1 0 0 0,-1 1 1 0 0,1 0-1 0 0,0 0 0 0 0,-1 0 1 0 0,1 0-1 0 0,-1 0 0 0 0,1 0 1 0 0,-1 1-1 0 0,0-1 0 0 0,1 0 1 0 0,-1 1-1 0 0,0-1 0 0 0,1 1 1 0 0,-1 0-1 0 0,0 0 0 0 0,0-1 1 0 0,1 1-1 0 0,-3 0 0 0 0,-11 1 142 0 0,0 1 0 0 0,1 0-1 0 0,-1 1 1 0 0,1 1-1 0 0,-1 0 1 0 0,1 1-1 0 0,1 0 1 0 0,-1 1 0 0 0,1 1-1 0 0,0 0 1 0 0,0 0-1 0 0,1 2 1 0 0,0-1-1 0 0,-21 21 1 0 0,22-19 15 0 0,0 1 0 0 0,1 0 0 0 0,0 0 0 0 0,1 2 0 0 0,-12 17 0 0 0,19-26-205 0 0,0-1 0 0 0,1 1 1 0 0,-1-1-1 0 0,1 1 0 0 0,0 0 0 0 0,0 0 0 0 0,0-1 0 0 0,0 1 0 0 0,1 0 0 0 0,-1 0 0 0 0,1 0 0 0 0,0 0 0 0 0,0 0 0 0 0,1 0 0 0 0,-1 0 0 0 0,1-1 0 0 0,0 1 0 0 0,0 0 0 0 0,0 0 0 0 0,0 0 0 0 0,1-1 0 0 0,0 1 0 0 0,-1-1 0 0 0,1 1 0 0 0,0-1 0 0 0,1 0 0 0 0,2 4 0 0 0,-1-4-31 0 0,0 1 0 0 0,0-1 0 0 0,1 1 0 0 0,-1-1 0 0 0,1 0 0 0 0,0-1 0 0 0,0 1 0 0 0,0-1 0 0 0,0 0 0 0 0,6 1-1 0 0,2 1-97 0 0,1 0 0 0 0,24 2 0 0 0,-25-6-227 0 0,0 0 1 0 0,17-4 0 0 0,-25 4 22 0 0,0-2 1 0 0,0 1-1 0 0,-1 0 0 0 0,1-1 1 0 0,0 0-1 0 0,-1 0 1 0 0,1-1-1 0 0,-1 1 1 0 0,1-1-1 0 0,4-4 0 0 0,-9 7 50 0 0,1 0 0 0 0,-1-1 0 0 0,0 1 0 0 0,1-1-1 0 0,-1 1 1 0 0,1-1 0 0 0,-1 1 0 0 0,0-1 0 0 0,1 1 0 0 0,-1-1-1 0 0,0 1 1 0 0,0-1 0 0 0,1 1 0 0 0,-1-1 0 0 0,0 1 0 0 0,0-1-1 0 0,0 1 1 0 0,0-1 0 0 0,0 1 0 0 0,0-1 0 0 0,0-1-1 0 0,0 1-601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26.9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307 232 288 0 0,'5'-13'722'0'0,"-1"0"0"0"0,0 0 0 0 0,-1-1 0 0 0,-1 1 0 0 0,0-1 0 0 0,0-18 0 0 0,-2 26-545 0 0,0 0 1 0 0,-1 0-1 0 0,1 1 1 0 0,-1-1-1 0 0,-1 0 0 0 0,1 0 1 0 0,-1 1-1 0 0,0-1 0 0 0,0 1 1 0 0,0 0-1 0 0,-1 0 1 0 0,0 0-1 0 0,0 0 0 0 0,0 0 1 0 0,-1 0-1 0 0,0 1 0 0 0,-5-6 1 0 0,6 8-104 0 0,0 0 0 0 0,-1 0 0 0 0,1 0 0 0 0,-1 0 0 0 0,1 0 0 0 0,-1 1 0 0 0,0-1 0 0 0,0 1 0 0 0,0 0 0 0 0,0 1 0 0 0,0-1 0 0 0,0 1 0 0 0,0-1 0 0 0,0 1 0 0 0,0 0 0 0 0,0 1 0 0 0,0-1 0 0 0,0 1 0 0 0,0-1 0 0 0,0 1 0 0 0,0 0 1 0 0,1 1-1 0 0,-1-1 0 0 0,-5 4 0 0 0,-7 2 99 0 0,0 1 1 0 0,0 0 0 0 0,1 1-1 0 0,1 1 1 0 0,0 0-1 0 0,0 2 1 0 0,1-1 0 0 0,-16 19-1 0 0,27-28-97 0 0,0 0 0 0 0,0 1 0 0 0,0-1-1 0 0,1 1 1 0 0,-1 0 0 0 0,1-1 0 0 0,0 1-1 0 0,0 0 1 0 0,-1 4 0 0 0,2-6-65 0 0,0 1 0 0 0,1-1 0 0 0,-1 0 0 0 0,1 0 0 0 0,-1 0 0 0 0,1 0 1 0 0,0 0-1 0 0,-1 0 0 0 0,1 0 0 0 0,0 0 0 0 0,0 0 0 0 0,1 1 0 0 0,-1-1 10 0 0,1 1-8 0 0,0-1 1 0 0,-1 0-1 0 0,1 0 1 0 0,0 0-1 0 0,0 0 1 0 0,0 0-1 0 0,0 0 1 0 0,0-1-1 0 0,0 1 1 0 0,0-1-1 0 0,0 1 1 0 0,0-1-1 0 0,0 0 1 0 0,0 0-1 0 0,0 0 1 0 0,0 0-1 0 0,3 0 1 0 0,-4 0-13 0 0,8 0 21 0 0,1 0-1 0 0,-1-1 1 0 0,1 1-1 0 0,-1-2 0 0 0,1 0 1 0 0,-1 0-1 0 0,12-4 1 0 0,6-5 17 0 0,25-13 1 0 0,-17 7-10 0 0,6-3 79 0 0,-38 19-70 0 0,2-3-18 0 0,-4 4-5 0 0,-1 0-1 0 0,0 0 0 0 0,0 0 0 0 0,0 0 1 0 0,0 0-1 0 0,0 0 0 0 0,0 0 0 0 0,1 0 1 0 0,-1 0-1 0 0,0 0 0 0 0,0 0 0 0 0,0 0 0 0 0,0 0 1 0 0,0 0-1 0 0,1 0 0 0 0,-1 0 0 0 0,0 0 1 0 0,0 0-1 0 0,0 0 0 0 0,0 0 0 0 0,0 0 1 0 0,0 0-1 0 0,1 0 0 0 0,-1 0 0 0 0,0 1 1 0 0,0-1-1 0 0,0 0 0 0 0,0 0 0 0 0,0 0 1 0 0,0 0-1 0 0,0 0 0 0 0,1 0 0 0 0,-1 0 1 0 0,0 1-1 0 0,0-1 0 0 0,0 0 0 0 0,0 0 1 0 0,0 0-1 0 0,0 0 0 0 0,0 0 0 0 0,0 0 1 0 0,0 1-1 0 0,0-1 0 0 0,0 0 0 0 0,0 0 0 0 0,0 0 1 0 0,0 0-1 0 0,0 0 0 0 0,0 1 0 0 0,0-1 1 0 0,0 0-1 0 0,0 0 0 0 0,0 0 0 0 0,0 0 1 0 0,0 0-1 0 0,0 1 0 0 0,0-1 0 0 0,0 0 1 0 0,0 0-1 0 0,-1 0 0 0 0,1 0 0 0 0,0 0 1 0 0,0 0-1 0 0,0 0 0 0 0,0 1 0 0 0,-11 33 372 0 0,-2 0-1 0 0,-1-1 1 0 0,-1-1 0 0 0,-28 44-1 0 0,10-17 50 0 0,-32 68 378 0 0,-17 33 195 0 0,72-144-888 0 0,2 0-1 0 0,0 0 1 0 0,1 1-1 0 0,1 0 1 0 0,-6 21-1 0 0,12-36-94 0 0,1-1 6 0 0,-1 0-30 0 0,0-1 0 0 0,0 1 0 0 0,0-1 0 0 0,0 0 0 0 0,0 1 0 0 0,0-1 0 0 0,1 1 0 0 0,-1-1 0 0 0,0 0 0 0 0,0 1 0 0 0,1-1 0 0 0,-1 0 0 0 0,0 1 0 0 0,0-1 0 0 0,1 0 0 0 0,-1 1 0 0 0,0-1 0 0 0,1 0 0 0 0,-1 0 0 0 0,1 1 0 0 0,-1-1 0 0 0,0 0 0 0 0,1 0 0 0 0,-1 0 0 0 0,1 0 0 0 0,-1 1 0 0 0,0-1 0 0 0,1 0 0 0 0,-1 0 0 0 0,1 0 0 0 0,-1 0 0 0 0,1 0 0 0 0,-1 0 0 0 0,1 0 0 0 0,-1 0 0 0 0,0 0 0 0 0,1 0 0 0 0,-1 0 0 0 0,1-1 0 0 0,-1 1 0 0 0,0 0 0 0 0,1 0 0 0 0,-1 0 0 0 0,1-1 0 0 0,-1 1 0 0 0,0 0 0 0 0,1 0 0 0 0,0-1 0 0 0,33-19 22 0 0,-1-2 0 0 0,49-42-1 0 0,62-67-126 0 0,-113 102 19 0 0,-29 26 62 0 0,7-5-229 0 0,0 0 0 0 0,0-1 0 0 0,-1 0 0 0 0,0-1 0 0 0,0 0-1 0 0,6-12 1 0 0,2-3-3862 0 0,-15 24 3513 0 0,1-3 566 0 0,-1-3-7189 0 0,-1-5 3975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27.4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94 908 0 0,'0'0'4310'0'0,"3"-9"-2841"0"0,-1 4 2667 0 0,4-3-3659 0 0,-4 7-26 0 0,8-8 939 0 0,9-4-318 0 0,-16 12-694 0 0,14-5-95 0 0,-1 3-246 0 0,-13 2-69 0 0,1 1-286 0 0,15 0 127 0 0,-14 0-45 0 0,11-2-417 0 0,-14 2 394 0 0,1-1 1 0 0,-1 0 0 0 0,1 0 0 0 0,-1 0-1 0 0,1 0 1 0 0,-1 0 0 0 0,0 0 0 0 0,0-1-1 0 0,1 1 1 0 0,-1-1 0 0 0,0 1 0 0 0,0-1 0 0 0,3-4-1 0 0,-1 2-118 0 0,-4 4 296 0 0,1-1-1 0 0,-1 1 1 0 0,0-1 0 0 0,0 1-1 0 0,1-1 1 0 0,-1 1-1 0 0,0-1 1 0 0,0 1-1 0 0,0-1 1 0 0,0 1 0 0 0,1-1-1 0 0,-1 1 1 0 0,0-1-1 0 0,0 1 1 0 0,0-1 0 0 0,0 1-1 0 0,0-1 1 0 0,0 1-1 0 0,-1-1 1 0 0,1 0-1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27.7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 50 336 0 0,'-9'-3'1538'0'0,"3"1"2337"0"0,-2-3-3115 0 0,6 3 1440 0 0,6-1-1524 0 0,4-1-251 0 0,1-1 0 0 0,-1 1 1 0 0,1 0-1 0 0,0 1 0 0 0,0 0 1 0 0,0 1-1 0 0,0 0 0 0 0,0 0 1 0 0,14 0-1 0 0,13 1 435 0 0,-25 0-813 0 0,0 0 1 0 0,0 1-1 0 0,-1 0 1 0 0,1 0-1 0 0,0 1 1 0 0,13 4-1 0 0,-21-4-686 0 0,2 10-2221 0 0,-5-11 2672 0 0,1 1 0 0 0,-1-1 0 0 0,0 1 0 0 0,1-1 0 0 0,-1 1 0 0 0,0-1 0 0 0,0 1 0 0 0,1-1 0 0 0,-1 1 0 0 0,0-1 0 0 0,0 1 0 0 0,0-1-1 0 0,0 1 1 0 0,0-1 0 0 0,0 1 0 0 0,0-1 0 0 0,0 1 0 0 0,0-1 0 0 0,0 1 0 0 0,0-1 0 0 0,0 1 0 0 0,0-1 0 0 0,0 1 0 0 0,0 0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36.8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1 335 340 0 0,'0'0'7217'0'0,"8"0"-6693"0"0,25 3-22 0 0,-25-2 422 0 0,-4-1-486 0 0,10 0-23 0 0,-11 0-29 0 0,1 0-24 0 0,104 18 1887 0 0,-68-16-2011 0 0,0-2 1 0 0,0-1 0 0 0,64-10 0 0 0,-100 10-200 0 0,-1 1-7 0 0,2-2-31 0 0,14-2 105 0 0,-6 3 8 0 0,-75 1-208 0 0,59 0 93 0 0,1 0-1 0 0,-1 0 1 0 0,0 0 0 0 0,1 0-1 0 0,-1 0 1 0 0,1 0 0 0 0,-1-1-1 0 0,1 1 1 0 0,-1-1 0 0 0,1 0 0 0 0,-1 0-1 0 0,1 0 1 0 0,-1 0 0 0 0,1 0-1 0 0,0 0 1 0 0,0-1 0 0 0,-1 1-1 0 0,1-1 1 0 0,0 0 0 0 0,0 1-1 0 0,-2-4 1 0 0,-8-6 8 0 0,8 7 10 0 0,-1 0 0 0 0,0 0 1 0 0,1 0-1 0 0,0 0 0 0 0,0-1 0 0 0,0 0 0 0 0,1 0 1 0 0,-1 0-1 0 0,1 0 0 0 0,-4-10 0 0 0,5 11-1 0 0,-3-2 1 0 0,0-3-11 0 0,4-9 43 0 0,1 16-48 0 0,0 0 0 0 0,0 0 0 0 0,0 0 0 0 0,1 0 0 0 0,-1 0 0 0 0,1 0 0 0 0,0 0 0 0 0,-1 0 0 0 0,1 0 0 0 0,2-2 0 0 0,2-8-3 0 0,-1-4-241 0 0,2 1 0 0 0,14-30 0 0 0,1 0-1217 0 0,-15 8-697 0 0,-5 35 1123 0 0,-7-9-3621 0 0,5 9 1988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38.2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1590 0 404 0 0,'-32'1'704'0'0,"-1"2"-1"0"0,-60 12 1 0 0,-61 26 631 0 0,82-20-732 0 0,5 0 16 0 0,-80 38 1 0 0,45-16-271 0 0,-29 12-6 0 0,87-37-162 0 0,2 3 0 0 0,0 1 1 0 0,-62 44-1 0 0,-103 100 727 0 0,183-144-796 0 0,1 0 0 0 0,1 1 0 0 0,0 1 0 0 0,3 1 0 0 0,0 1 0 0 0,1 1 0 0 0,1 1 0 0 0,-14 34 0 0 0,3 2 70 0 0,15-36-77 0 0,1-1 0 0 0,2 2 0 0 0,-8 30 0 0 0,7-8 52 0 0,1-9 62 0 0,1 2-1 0 0,-4 68 0 0 0,12-64-22 0 0,2 0 0 0 0,2 0 0 0 0,13 66 0 0 0,-10-84-77 0 0,1 9 128 0 0,2 1 1 0 0,2-2-1 0 0,29 71 0 0 0,-26-79-97 0 0,73 136 654 0 0,-45-101-376 0 0,4-1 1 0 0,92 100 0 0 0,-102-128-205 0 0,2 0 0 0 0,1-3 0 0 0,2-1 0 0 0,73 43 0 0 0,-32-29 230 0 0,138 54 1 0 0,-99-59-210 0 0,-73-26-156 0 0,-12-4-29 0 0,16 2 46 0 0,-17-5-25 0 0,-12-2-20 0 0,39 10 67 0 0,0-3 0 0 0,92 7 0 0 0,-77-14-28 0 0,-39-1 12 0 0,1-2-1 0 0,-1-2 1 0 0,75-8 0 0 0,-68 0-33 0 0,1-2 0 0 0,-1-3 0 0 0,0-1 0 0 0,-2-2 1 0 0,72-36-1 0 0,45-39 63 0 0,-41 26-36 0 0,247-154 127 0 0,-342 200-210 0 0,0-1-1 0 0,-2-2 0 0 0,-1 0 1 0 0,35-44-1 0 0,61-112 30 0 0,-111 169-49 0 0,47-83 13 0 0,44-108 0 0 0,-93 191-11 0 0,34-81 58 0 0,51-174 0 0 0,-85 242-46 0 0,-1 0 0 0 0,-1-1 0 0 0,-1 1 0 0 0,-2-37-1 0 0,-20-86 56 0 0,15 117-39 0 0,-17-46 0 0 0,4 20-6 0 0,10 28-11 0 0,-1 1 1 0 0,-1 1 0 0 0,-1 0-1 0 0,-2 0 1 0 0,0 1 0 0 0,-1 1-1 0 0,-22-24 1 0 0,12 18 0 0 0,-2 0 1 0 0,-1 2-1 0 0,0 0 1 0 0,-46-27 0 0 0,45 34-5 0 0,-41-18 0 0 0,16 10-26 0 0,0 1-99 0 0,0 2 0 0 0,-112-30 0 0 0,78 33-414 0 0,-116-11 0 0 0,86 19-841 0 0,-125 3-1 0 0,137 10-85 0 0,-129 7-6280 0 0,158-3 4000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42.9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0 824 424 0 0,'3'-3'627'0'0,"33"-19"1477"0"0,56-25-1 0 0,23-15-295 0 0,-104 56-1532 0 0,0 0 1 0 0,23-8-1 0 0,4-2 130 0 0,314-157 2993 0 0,-292 145-3034 0 0,-2 0 215 0 0,113-38 0 0 0,-25 20 12 0 0,77-30 313 0 0,-121 42-426 0 0,-68 26-275 0 0,-31 7-160 0 0,0 0-12 0 0,27-7 122 0 0,-27 8-118 0 0,13-7 68 0 0,-12 6-77 0 0,3-1-5 0 0,-1 0 1 0 0,1 0-1 0 0,0-1 0 0 0,-1 1 1 0 0,1-2-1 0 0,8-5 0 0 0,-13 8-11 0 0,2 1 31 0 0,10-2-24 0 0,-9 1-12 0 0,0 0-1 0 0,-1 0 1 0 0,1-1-1 0 0,0 0 0 0 0,-1 0 1 0 0,0 0-1 0 0,7-5 0 0 0,-8 5-12 0 0,-1 1-16 0 0,28-11-492 0 0,-27 11 356 0 0,20-6-216 0 0,-8 3 116 0 0,0-1 1 0 0,-1-1-1 0 0,17-8 0 0 0,-29 13 116 0 0,0 0-36 0 0,8-3-51 0 0,-7 3-50 0 0,1-13-2770 0 0,-2 4 2403 0 0,-2 7 14 0 0,-1 0-587 0 0,-5-10 649 0 0,4 10 17 0 0,-4 0-440 0 0,-4-5-1535 0 0,-10-2 881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43.4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23 140 0 0,'0'0'4137'0'0,"4"-3"-3764"0"0,13-8-29 0 0,-12 8-12 0 0,-1 2-4 0 0,31-3 613 0 0,-32 3-623 0 0,1 2 12 0 0,14 0-13 0 0,-14-1 335 0 0,0 0-329 0 0,7 0-75 0 0,-1 0 131 0 0,-1 0-1 0 0,1 0 1 0 0,13 3 0 0 0,-5 1 61 0 0,-3-1-93 0 0,-1 0 1 0 0,0 1-1 0 0,15 7 0 0 0,2 0 153 0 0,-28-11-466 0 0,-1 1 0 0 0,0 0 1 0 0,1-1-1 0 0,-1 1 0 0 0,0 0 1 0 0,1 0-1 0 0,-1 0 0 0 0,0 1 1 0 0,0-1-1 0 0,0 1 0 0 0,0-1 1 0 0,0 1-1 0 0,3 3 0 0 0,18 14 477 0 0,4 14 287 0 0,-26-31-765 0 0,-1 1 1 0 0,0-1-1 0 0,0 0 0 0 0,0 0 0 0 0,0 0 1 0 0,0 0-1 0 0,0 1 0 0 0,-1-1 0 0 0,1 0 1 0 0,-1 0-1 0 0,1 0 0 0 0,-1 0 0 0 0,-1 2 1 0 0,0 2 71 0 0,0 1-25 0 0,0 0 1 0 0,-1-1 0 0 0,0 1-1 0 0,-1-1 1 0 0,1 0-1 0 0,-1 0 1 0 0,-1 0 0 0 0,-7 9-1 0 0,-6 2 169 0 0,-23 20 0 0 0,12-12-65 0 0,-104 78 128 0 0,90-70-1601 0 0,19-14-3852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44.9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1 312 368 0 0,'6'-1'762'0'0,"125"-16"4157"0"0,-109 12-4218 0 0,0-1 1 0 0,-1 0 0 0 0,20-11-1 0 0,-4 3 67 0 0,453-154 1517 0 0,-445 154-2889 0 0,97-35-5510 0 0,-103 35 3192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45.3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70 4 504 0 0,'8'-1'849'0'0,"34"-2"734"0"0,-18 4-694 0 0,1 0 0 0 0,-1 2 0 0 0,43 11 1 0 0,-43-8-479 0 0,23 9 430 0 0,-44-13-758 0 0,0-1 0 0 0,0 1 0 0 0,0-1 0 0 0,-1 1 1 0 0,1 0-1 0 0,-1 0 0 0 0,1 0 0 0 0,-1 1 0 0 0,0-1 0 0 0,0 0 0 0 0,0 1 0 0 0,3 4 0 0 0,-4-4 14 0 0,0 1-1 0 0,0-1 1 0 0,0 1-1 0 0,0-1 1 0 0,-1 1-1 0 0,1-1 1 0 0,-1 1-1 0 0,0-1 1 0 0,0 1-1 0 0,-2 6 0 0 0,-6 33 560 0 0,2-27-499 0 0,0-1 0 0 0,-1 0 0 0 0,-1-1 0 0 0,0 0 1 0 0,-1 0-1 0 0,0-1 0 0 0,-1 0 0 0 0,0 0 1 0 0,-1-2-1 0 0,-1 1 0 0 0,-14 11 0 0 0,-18 11-539 0 0,-89 53 0 0 0,111-74-610 0 0,-10 6-4250 0 0,23-14 2188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45.6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0 276 160 0 0,'58'-24'2345'0'0,"0"3"0"0"0,112-25 0 0 0,-11 3-15 0 0,-22 5-283 0 0,-82 24-649 0 0,97-41 0 0 0,-152 55-1445 0 0,1 0 0 0 0,-1 0 0 0 0,1 0 0 0 0,-1-1 0 0 0,0 1 0 0 0,1 0 0 0 0,-1 0 0 0 0,0 0 0 0 0,1 0 0 0 0,-1-1 0 0 0,0 1 0 0 0,1 0 0 0 0,-1 0 0 0 0,0-1 0 0 0,1 1 0 0 0,-1 0 0 0 0,0 0 1 0 0,0-1-1 0 0,1 1 0 0 0,-1 0 0 0 0,0-1 0 0 0,0 1 0 0 0,0-1 0 0 0,0 1 0 0 0,1 0 0 0 0,-1-1 0 0 0,0 1 0 0 0,0 0 0 0 0,0-1 0 0 0,0 1 0 0 0,0-1 0 0 0,0 1 0 0 0,0 0 0 0 0,0-1 0 0 0,0 1 0 0 0,0-1 0 0 0,0 1 0 0 0,0 0 0 0 0,0-1 0 0 0,0 1 0 0 0,-1-1 0 0 0,1 1 0 0 0,0 0 0 0 0,0-1 0 0 0,0 1 0 0 0,-13-12-3157 0 0,11 10 3378 0 0,-9-5-3646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46.0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348 80 292 0 0,'0'-3'333'0'0,"1"0"-1"0"0,-1 0 1 0 0,1 0-1 0 0,-1 0 1 0 0,1 1 0 0 0,0-1-1 0 0,0 0 1 0 0,1 1-1 0 0,-1-1 1 0 0,0 0 0 0 0,1 1-1 0 0,0 0 1 0 0,-1-1-1 0 0,1 1 1 0 0,4-4 0 0 0,-2 2 69 0 0,0 1 0 0 0,0-1 0 0 0,1 1 0 0 0,-1 0 0 0 0,1 0 0 0 0,0 1 1 0 0,8-4-1 0 0,-2 4-43 0 0,-1 0 0 0 0,1 1 0 0 0,0 0 0 0 0,-1 1 0 0 0,1 0 0 0 0,20 4 0 0 0,-26-3-284 0 0,0 0-1 0 0,0 1 0 0 0,0-1 1 0 0,0 1-1 0 0,0 1 0 0 0,0-1 1 0 0,-1 0-1 0 0,1 1 0 0 0,-1 0 1 0 0,1 0-1 0 0,-1 1 0 0 0,0-1 1 0 0,-1 1-1 0 0,1 0 0 0 0,0-1 1 0 0,-1 2-1 0 0,0-1 1 0 0,0 0-1 0 0,0 1 0 0 0,2 5 1 0 0,0 0 25 0 0,-1 1 0 0 0,0 0 1 0 0,-1 0-1 0 0,0 0 0 0 0,0 0 1 0 0,-1 0-1 0 0,1 24 1 0 0,-4-14 35 0 0,0 0 0 0 0,-1 0 0 0 0,-1-1 0 0 0,-1 1 1 0 0,-1-1-1 0 0,-15 38 0 0 0,2-15 39 0 0,-1-1 0 0 0,-26 39 0 0 0,29-58-127 0 0,-2 1 0 0 0,0-2 0 0 0,-1-1 0 0 0,-30 26 0 0 0,2-1-159 0 0,17-17-421 0 0,-2-2-1 0 0,-59 38 1 0 0,0-10-2451 0 0,39-25-1436 0 0,8-5 866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57.5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1 294 224 0 0,'149'-96'4768'0'0,"70"-50"8"0"0,-129 95-1599 0 0,-87 50-1709 0 0,2 3-1102 0 0,-2-1-311 0 0,-1 0 1 0 0,1 0-1 0 0,0 0 1 0 0,-1 0-1 0 0,1 1 1 0 0,-1-1-1 0 0,1 1 1 0 0,-1-1-1 0 0,0 1 0 0 0,1 0 1 0 0,-1 0-1 0 0,0 0 1 0 0,0 1-1 0 0,0-1 1 0 0,-1 0-1 0 0,1 1 1 0 0,-1-1-1 0 0,3 5 1 0 0,55 127 1529 0 0,-55-124-1520 0 0,4 11-123 0 0,1 0 0 0 0,1 0 0 0 0,1-1 0 0 0,1 0 0 0 0,16 20 1 0 0,40 33-2444 0 0,-38-44-969 0 0,-7-7-1579 0 0,-12-10 1609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58.0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0 121 424 0 0,'0'0'907'0'0,"5"-2"-36"0"0,61-19 2956 0 0,79-20-1286 0 0,-94 25-1665 0 0,1 2-1 0 0,62-9 1 0 0,-109 22-817 0 0,4 0 119 0 0,-1 0-1 0 0,1 0 1 0 0,0 1 0 0 0,-1 0-1 0 0,13 2 1 0 0,-19-1-128 0 0,1-1 0 0 0,-1 1 0 0 0,0 0 1 0 0,1 0-1 0 0,-1-1 0 0 0,0 2 0 0 0,0-1 0 0 0,0 0 1 0 0,0 0-1 0 0,0 1 0 0 0,0-1 0 0 0,0 1 0 0 0,-1 0 1 0 0,1-1-1 0 0,0 1 0 0 0,-1 0 0 0 0,0 0 0 0 0,1 0 0 0 0,-1 0 1 0 0,0 0-1 0 0,0 0 0 0 0,0 1 0 0 0,0-1 0 0 0,1 4 1 0 0,2 11 259 0 0,0 1 1 0 0,-1 0-1 0 0,-1-1 1 0 0,-1 1-1 0 0,0 1 1 0 0,-4 34-1 0 0,-26 107 1079 0 0,21-123-1175 0 0,5-25-502 0 0,-1 1 0 0 0,0-1 0 0 0,0 0-1 0 0,-2 0 1 0 0,1-1 0 0 0,-13 19 0 0 0,8-16-2323 0 0,0-1-1 0 0,-18 17 1 0 0,11-12-1607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59.3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1414 24 0 0,'0'0'831'0'0,"-1"-7"-24"0"0,0-17 35 0 0,2 0 0 0 0,1 0 0 0 0,8-43 0 0 0,1-7 107 0 0,20-101 682 0 0,0-44-376 0 0,-3-64 135 0 0,-25 224-1083 0 0,-2 35-80 0 0,4-33-1 0 0,5-4 173 0 0,-6 27-295 0 0,1 1 0 0 0,2-1 1 0 0,2 1-1 0 0,1 0 0 0 0,20-44 0 0 0,-24 65-147 0 0,-4 6-39 0 0,0 1-1 0 0,1 0 1 0 0,0-1-1 0 0,0 1 1 0 0,1 0-1 0 0,-1 1 1 0 0,1-1-1 0 0,5-4 1 0 0,-4 1 188 0 0,-5 7-1138 0 0,-31 35-7588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3:59.8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8 299 76 0 0,'-3'-30'2454'0'0,"2"25"-2102"0"0,0-1-1 0 0,0 1 1 0 0,0 0 0 0 0,1 0 0 0 0,0-1 0 0 0,0 1-1 0 0,0 0 1 0 0,1-1 0 0 0,0 1 0 0 0,0 0 0 0 0,2-8-1 0 0,4-2 608 0 0,-5 11-783 0 0,0 0-1 0 0,0 1 0 0 0,0-1 0 0 0,0 1 0 0 0,1-1 0 0 0,3-2 0 0 0,9-11 242 0 0,2 0 0 0 0,0 2 0 0 0,1 0 0 0 0,0 1 0 0 0,1 1 0 0 0,1 0 0 0 0,0 2 0 0 0,0 0 0 0 0,2 2 0 0 0,25-9 0 0 0,-45 17-43 0 0,27 6-184 0 0,-27-5-176 0 0,0 1 0 0 0,0-1 0 0 0,0 1 0 0 0,0 0 0 0 0,1 0 0 0 0,-1 0 0 0 0,-1 0 0 0 0,1 0 0 0 0,0 1 0 0 0,0-1 0 0 0,0 0 0 0 0,-1 1 0 0 0,1 0 0 0 0,2 3 0 0 0,9 6 42 0 0,11 8-129 0 0,16 8-830 0 0,-19-19-221 0 0,-8-4-706 0 0,-2 1-2662 0 0,3 2 1153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0.4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258 131 364 0 0,'-2'-2'895'0'0,"-13"-10"76"0"0,-1 2 0 0 0,0-1 0 0 0,0 2 0 0 0,-1 0 0 0 0,0 1 0 0 0,-1 1 0 0 0,-35-10 0 0 0,19 6 201 0 0,30 9-813 0 0,-1 0 1 0 0,1 1 0 0 0,-1 0-1 0 0,1 0 1 0 0,-1 0 0 0 0,0 0-1 0 0,-8 0 1 0 0,5-2-172 0 0,8 1 81 0 0,5 2 1395 0 0,113 30-571 0 0,313 36 1201 0 0,-271-40-1734 0 0,-37-6-261 0 0,31-2-39 0 0,1-6-1 0 0,253-14 1 0 0,-392 1-876 0 0,0-1 1 0 0,0 0-1 0 0,23-7 1 0 0,-38 9 528 0 0,-1 0 0 0 0,1 0 1 0 0,0-1-1 0 0,0 1 0 0 0,-1 0 1 0 0,1-1-1 0 0,-1 1 0 0 0,1 0 1 0 0,0-1-1 0 0,-1 1 0 0 0,1-1 1 0 0,-1 1-1 0 0,1-1 1 0 0,-1 1-1 0 0,1-1 0 0 0,-1 1 1 0 0,1-1-1 0 0,-1 0 0 0 0,0 1 1 0 0,1-1-1 0 0,-1 0 0 0 0,0 1 1 0 0,1-2-1 0 0,-1 0-110 0 0,0 0 0 0 0,0 0 0 0 0,0 0-1 0 0,0 0 1 0 0,0 1 0 0 0,-1-1 0 0 0,1 0 0 0 0,-1 0 0 0 0,-1-3 0 0 0,-6-16-1336 0 0,-17-29 0 0 0,19 40 200 0 0,0 0 0 0 0,-1 1 0 0 0,-7-10-1 0 0,-7-4-1652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0.8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37 472 0 0,'-12'-11'367'0'0,"12"11"-230"0"0,0-1 0 0 0,-1 1 0 0 0,1 0 0 0 0,0 0 1 0 0,-1-1-1 0 0,1 1 0 0 0,0 0 0 0 0,-1 0 0 0 0,1-1 1 0 0,0 1-1 0 0,0 0 0 0 0,-1-1 0 0 0,1 1 0 0 0,0-1 1 0 0,0 1-1 0 0,-1 0 0 0 0,1-1 0 0 0,0 1 0 0 0,0-1 1 0 0,0 1-1 0 0,0 0 0 0 0,0-1 0 0 0,0 1 0 0 0,0-1 1 0 0,0 1-1 0 0,0-1 0 0 0,0 1 0 0 0,0 0 0 0 0,0-1 1 0 0,0 1-1 0 0,0-1 0 0 0,0 1 0 0 0,0-1 1 0 0,0 1-1 0 0,1 0 0 0 0,-1-1 0 0 0,0 1 0 0 0,0 0 1 0 0,0-1-1 0 0,1 0 0 0 0,2-1 52 0 0,-2 2-107 0 0,0-1 0 0 0,0 0 0 0 0,0 0 0 0 0,0 1-1 0 0,0-1 1 0 0,0 0 0 0 0,0 1 0 0 0,1-1 0 0 0,-1 1-1 0 0,0 0 1 0 0,0-1 0 0 0,3 1 0 0 0,2 2 519 0 0,15 7-55 0 0,-1 0 0 0 0,0 2-1 0 0,-1 0 1 0 0,0 2 0 0 0,32 26 0 0 0,82 86 1317 0 0,-118-110-1723 0 0,-1 1 1 0 0,0 0-1 0 0,-1 1 1 0 0,-1 0-1 0 0,-1 1 0 0 0,0 1 1 0 0,-1-1-1 0 0,7 21 1 0 0,-14-30-114 0 0,0 0 0 0 0,-1 0 0 0 0,0 0 0 0 0,-1 0 1 0 0,1 1-1 0 0,-2-1 0 0 0,1 0 0 0 0,-2 0 1 0 0,1 1-1 0 0,-1-1 0 0 0,0 0 0 0 0,-1 0 1 0 0,0 0-1 0 0,-1 0 0 0 0,0 0 0 0 0,0 0 0 0 0,0 0 1 0 0,-1-1-1 0 0,-1 0 0 0 0,-8 12 0 0 0,-1-1-156 0 0,0-2 0 0 0,-2 1-1 0 0,0-2 1 0 0,-1 0 0 0 0,-1-1 0 0 0,0-1-1 0 0,-1 0 1 0 0,0-2 0 0 0,-1 0-1 0 0,0-1 1 0 0,-1-1 0 0 0,-1-1-1 0 0,1-1 1 0 0,-39 9 0 0 0,15-11-1387 0 0,35-9 431 0 0,3-1 593 0 0,2 2-312 0 0,0-1 0 0 0,-1 0 1 0 0,1 0-1 0 0,0-1 0 0 0,-7-6 1 0 0,-1-8-2258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1.2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197 43 516 0 0,'10'-32'2936'0'0,"-9"30"-2432"0"0,0-5-220 0 0,1 6 594 0 0,1 6 4577 0 0,-1 4-5297 0 0,-1 1-1 0 0,1 0 1 0 0,-2 0-1 0 0,0-1 1 0 0,0 1 0 0 0,0 0-1 0 0,-1 0 1 0 0,-3 12 0 0 0,-22 87 707 0 0,21-93-808 0 0,-34 125 570 0 0,8-37-207 0 0,5 1 1 0 0,-15 122 0 0 0,31-153-457 0 0,5-47-610 0 0,1 0-1 0 0,2 0 1 0 0,1 53 0 0 0,2-73 147 0 0,-1-3 271 0 0,1 0 0 0 0,-1 0 0 0 0,0 0 0 0 0,0 0 0 0 0,0 0-1 0 0,-1 4 1 0 0,1-6-127 0 0,-1-1-1 0 0,1 0 0 0 0,-1 1 1 0 0,1-1-1 0 0,-1 0 0 0 0,0 1 1 0 0,1-1-1 0 0,-1 0 1 0 0,0 0-1 0 0,0 0 0 0 0,0 0 1 0 0,0 0-1 0 0,0 0 0 0 0,-1 1 1 0 0,-10 8-2317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1.5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23 252 256 0 0,'-1'-1'173'0'0,"0"0"-1"0"0,0 0 1 0 0,-1 0 0 0 0,1 1-1 0 0,0-1 1 0 0,-1 0-1 0 0,1 1 1 0 0,0-1 0 0 0,-1 1-1 0 0,1-1 1 0 0,-3 1 0 0 0,4 0-111 0 0,0 0 0 0 0,0 0 1 0 0,-1 0-1 0 0,1 0 1 0 0,0 0-1 0 0,0 0 0 0 0,-1 0 1 0 0,1 0-1 0 0,0 0 0 0 0,0 0 1 0 0,0 1-1 0 0,-1-1 1 0 0,1 0-1 0 0,0 0 0 0 0,0 0 1 0 0,0 0-1 0 0,-1 1 1 0 0,1-1-1 0 0,0 0 0 0 0,0 0 1 0 0,0 1-1 0 0,0-1 1 0 0,0 0-1 0 0,0 0 0 0 0,0 0 1 0 0,-1 1-1 0 0,1-1 1 0 0,0 0-1 0 0,0 0 0 0 0,0 1 1 0 0,0-1-1 0 0,0 0 0 0 0,0 0 1 0 0,0 1-1 0 0,0-1 1 0 0,0 0-1 0 0,0 0 0 0 0,1 1 1 0 0,-1 4 179 0 0,2 0 0 0 0,-1-1-1 0 0,1 1 1 0 0,-1-1 0 0 0,1 1 0 0 0,3 5 0 0 0,91 154 2724 0 0,-79-138-2547 0 0,1-1 0 0 0,1-1 0 0 0,2-1 1 0 0,27 25-1 0 0,-34-36-280 0 0,0-2 0 0 0,1 1 0 0 0,0-2 1 0 0,1 0-1 0 0,0 0 0 0 0,1-2 0 0 0,19 7 0 0 0,-26-11-88 0 0,1 0-1 0 0,-1-1 1 0 0,1 0-1 0 0,0 0 0 0 0,0-1 1 0 0,0-1-1 0 0,0 0 1 0 0,0 0-1 0 0,0-1 1 0 0,0 0-1 0 0,0-1 0 0 0,-1-1 1 0 0,14-3-1 0 0,-1-4-26 0 0,-1-1 0 0 0,0-1 0 0 0,0-1-1 0 0,-1 0 1 0 0,-1-2 0 0 0,0 0 0 0 0,-1-2 0 0 0,-1 0-1 0 0,32-38 1 0 0,-39 40-104 0 0,-1-1 0 0 0,0 0 0 0 0,-1 0 0 0 0,-1-1 0 0 0,0 0 0 0 0,5-20-1 0 0,0-5-322 0 0,10-64-1 0 0,-20 89-75 0 0,0-1 1 0 0,-1 1-1 0 0,-1-1 0 0 0,-1 1 1 0 0,0-1-1 0 0,-1 0 0 0 0,-1 1 0 0 0,-5-20 1 0 0,-5 14-2512 0 0,-4 4 227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1.9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1 404 0 0,'0'0'6490'0'0,"12"2"-5841"0"0,39 9-2 0 0,-48-9-560 0 0,0-1 0 0 0,0 1-1 0 0,0-1 1 0 0,0 1 0 0 0,0 0 0 0 0,-1 0-1 0 0,1 0 1 0 0,0 1 0 0 0,-1-1 0 0 0,0 1-1 0 0,1-1 1 0 0,-1 1 0 0 0,0 0 0 0 0,0 0-1 0 0,-1-1 1 0 0,1 2 0 0 0,-1-1 0 0 0,3 5-1 0 0,1 3 164 0 0,16 35 837 0 0,29 89 0 0 0,11 29 236 0 0,17-3-357 0 0,-58-121-579 0 0,38 58 0 0 0,-46-81-329 0 0,1 0-1 0 0,1-1 1 0 0,1 0-1 0 0,0-1 1 0 0,20 14-1 0 0,-21-17-212 0 0,1-2 1 0 0,0 0-1 0 0,0-1 0 0 0,34 15 0 0 0,-41-21-81 0 0,-1-1 0 0 0,1 0 0 0 0,-1 0 0 0 0,1 0-1 0 0,0-1 1 0 0,-1-1 0 0 0,1 1 0 0 0,0-1-1 0 0,0 0 1 0 0,0-1 0 0 0,-1 0 0 0 0,1 0-1 0 0,13-5 1 0 0,-18 6-67 0 0,-1-1 0 0 0,1 0 0 0 0,-1 0 0 0 0,1-1 0 0 0,-1 1 1 0 0,0 0-1 0 0,1-1 0 0 0,-1 1 0 0 0,0-1 0 0 0,0 0 0 0 0,0 0 0 0 0,0 0 0 0 0,-1 0 0 0 0,1 0 0 0 0,-1 0 0 0 0,1 0 0 0 0,-1-1 1 0 0,1 1-1 0 0,-1-1 0 0 0,1-3 0 0 0,7-18-2637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2.3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481 1 152 0 0,'7'4'757'0'0,"19"16"300"0"0,-1 1 0 0 0,22 24 0 0 0,-18-18-345 0 0,60 64 1066 0 0,-76-76-1517 0 0,-1 1 0 0 0,0 1-1 0 0,-1-1 1 0 0,11 26 0 0 0,-18-35-184 0 0,-1 0 1 0 0,-1 1-1 0 0,1-1 0 0 0,-1 1 1 0 0,-1-1-1 0 0,1 1 0 0 0,-1 0 0 0 0,-1 0 1 0 0,1 0-1 0 0,-1 0 0 0 0,-1-1 1 0 0,1 1-1 0 0,-1 0 0 0 0,-1 0 0 0 0,1-1 1 0 0,-1 1-1 0 0,-1-1 0 0 0,0 1 1 0 0,0-1-1 0 0,0 0 0 0 0,-1 0 0 0 0,1 0 1 0 0,-2 0-1 0 0,1-1 0 0 0,-6 6 1 0 0,-15 13 201 0 0,-1-2 1 0 0,-1 0 0 0 0,-49 30-1 0 0,-100 44 399 0 0,139-78-496 0 0,-17 6 58 0 0,-60 17 0 0 0,66-25-194 0 0,6-1-1217 0 0,-42 23 0 0 0,80-36 597 0 0,0 0 0 0 0,0 0 0 0 0,1 0 0 0 0,-1 0 0 0 0,1 0 0 0 0,-5 7 0 0 0,4-6-900 0 0,0 6-1088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2.7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1 765 884 0 0,'0'0'9441'0'0,"0"-1"-9399"0"0,0 0-1 0 0,0 0 1 0 0,-1 1 0 0 0,1-1-1 0 0,0 0 1 0 0,0 0 0 0 0,1 0-1 0 0,-1 0 1 0 0,0 0 0 0 0,0 0 0 0 0,0 0-1 0 0,1 0 1 0 0,-1 0 0 0 0,0 0-1 0 0,1 1 1 0 0,0-2 0 0 0,16-16 219 0 0,2 1 0 0 0,25-17 0 0 0,-2 1-40 0 0,115-96 683 0 0,301-190-1 0 0,-437 306-849 0 0,123-66 298 0 0,-91 52-206 0 0,47-22 110 0 0,-24 22-53 0 0,-73 26-174 0 0,8-2 660 0 0,-7 4-2642 0 0,-38 16-7143 0 0,25-13 6551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3.0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68 564 0 0,'14'-2'4732'0'0,"54"-14"-3644"0"0,-9 3-127 0 0,-10-1-327 0 0,-34 8-280 0 0,0 2 1 0 0,1 0-1 0 0,-1 1 1 0 0,27-2 0 0 0,43 5 917 0 0,-11 7-26 0 0,-73-7-1231 0 0,0 1 1 0 0,0-1 0 0 0,1 0-1 0 0,-1 0 1 0 0,0 1 0 0 0,0-1-1 0 0,0 1 1 0 0,1-1 0 0 0,-1 1-1 0 0,0-1 1 0 0,0 1 0 0 0,0 0-1 0 0,0 0 1 0 0,0-1 0 0 0,0 1-1 0 0,0 0 1 0 0,1 2 0 0 0,1 0 33 0 0,6 5-89 0 0,-1 0 0 0 0,0 0 1 0 0,-1 0-1 0 0,0 1 0 0 0,0 0 0 0 0,-1 0 0 0 0,0 1 0 0 0,0 0 0 0 0,-1 0 0 0 0,6 17 0 0 0,-4-10-532 0 0,2 0-1 0 0,15 25 1 0 0,-18-35-30 0 0,0 0 0 0 0,1-1 0 0 0,0 1-1 0 0,0-1 1 0 0,1-1 0 0 0,-1 1 0 0 0,1-1 0 0 0,0-1 0 0 0,11 5 0 0 0,10 3-1886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3.6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980 625 324 0 0,'7'16'5534'0'0,"-23"-28"192"0"0,7 4-7063 0 0,-80-71 2541 0 0,0 0-624 0 0,-162-103 280 0 0,177 135-538 0 0,-125-58 0 0 0,160 87-190 0 0,-30-13 222 0 0,-15-8 220 0 0,46 12-1823 0 0,35 26 820 0 0,-11-9-2387 0 0,2 8 2433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3.9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272 526 60 0 0,'0'0'3492'0'0,"-3"-7"-2975"0"0,-21-33 233 0 0,-39-49 0 0 0,49 71-630 0 0,-1 1 0 0 0,-1 1 0 0 0,-1 0 0 0 0,0 1 0 0 0,-23-15 0 0 0,-2-9 1253 0 0,29 27-868 0 0,11 9-173 0 0,0 1 117 0 0,2 2-427 0 0,-1 0 0 0 0,1 0 0 0 0,0 0 1 0 0,0 0-1 0 0,0-1 0 0 0,-1 1 0 0 0,1 0 0 0 0,0 0 0 0 0,0 0 0 0 0,0 0 0 0 0,0 0 0 0 0,0-1 1 0 0,-1 1-1 0 0,1 0 0 0 0,0 0 0 0 0,0 0 0 0 0,0 0 0 0 0,0-1 0 0 0,0 1 0 0 0,0 0 0 0 0,0 0 1 0 0,0 0-1 0 0,0-1 0 0 0,0 1 0 0 0,-1 0 0 0 0,1 0 0 0 0,0 0 0 0 0,0-1 0 0 0,0 1 0 0 0,0 0 1 0 0,1 0-1 0 0,-1-1 0 0 0,0 1 0 0 0,0 0 0 0 0,0 0 0 0 0,0 0 0 0 0,0-1 0 0 0,0 1 0 0 0,0 0 1 0 0,0 0-1 0 0,0 0 0 0 0,0 0 0 0 0,1-1 0 0 0,-1 1 0 0 0,0 0 0 0 0,0 0 0 0 0,0 0 0 0 0,1-1 1 0 0,8-7 188 0 0,1 1 0 0 0,-1 0 1 0 0,2 0-1 0 0,21-10 1 0 0,49-19 374 0 0,-64 29-546 0 0,23-10 247 0 0,1 2-1 0 0,72-16 1 0 0,-19 9-146 0 0,47-9-225 0 0,-117 28-692 0 0,1 0-1 0 0,0 1 0 0 0,42 4 0 0 0,-29 1-3944 0 0,-34-3 2017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4.5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1349 184 516 0 0,'0'0'529'0'0,"4"-1"5"0"0,42-11 4168 0 0,-42 12-1420 0 0,-1-3-2436 0 0,-3 3-803 0 0,0 0 1 0 0,0 0-1 0 0,1 0 0 0 0,-1 0 1 0 0,0 0-1 0 0,0 0 0 0 0,1 0 1 0 0,-1 0-1 0 0,0 0 0 0 0,0 0 0 0 0,0 0 1 0 0,1-1-1 0 0,-1 1 0 0 0,0 0 1 0 0,0 0-1 0 0,0 0 0 0 0,1 0 1 0 0,-1 0-1 0 0,0-1 0 0 0,0 1 1 0 0,0 0-1 0 0,0 0 0 0 0,0 0 1 0 0,1-1-1 0 0,-1 1 0 0 0,0 0 1 0 0,0 0-1 0 0,0-1 0 0 0,0 1 1 0 0,0 0-1 0 0,0 0 0 0 0,0 0 1 0 0,0-1-1 0 0,0 1 0 0 0,0 0 1 0 0,0 0-1 0 0,0-1 0 0 0,0 1 1 0 0,0 0-1 0 0,0 0 0 0 0,0-1 1 0 0,0 1-1 0 0,0 0 0 0 0,0 0 1 0 0,0 0-1 0 0,0-1 0 0 0,-1 1 1 0 0,1 0-1 0 0,-12-11 202 0 0,0 0 1 0 0,-1 1-1 0 0,0 1 0 0 0,-1 0 1 0 0,1 1-1 0 0,-2 1 0 0 0,-28-12 1 0 0,2 5-167 0 0,-1 2 0 0 0,-63-10 0 0 0,-89 0-125 0 0,-59 18-47 0 0,61 3 77 0 0,13 2 91 0 0,64 3 40 0 0,-16-6 35 0 0,126 2-137 0 0,1 0-39 0 0,-9 1-616 0 0,16 3-1287 0 0,36 7-50 0 0,-4-8-3931 0 0,-31-3 3410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4.9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475 15 640 0 0,'0'0'733'0'0,"2"-1"1"0"0,7-11 3967 0 0,-9 12-4644 0 0,0 0 0 0 0,0 0 0 0 0,0 0 0 0 0,0 0 0 0 0,0-1 0 0 0,0 1 0 0 0,0 0 0 0 0,0 0 0 0 0,0 0 1 0 0,0 0-1 0 0,0 0 0 0 0,0 0 0 0 0,0 0 0 0 0,0 0 0 0 0,0 0 0 0 0,0 0 0 0 0,0 0 0 0 0,0 0 0 0 0,0 0 0 0 0,1 0 172 0 0,-1-1-172 0 0,-21 12 3397 0 0,12-6-4335 0 0,-190 95 2175 0 0,138-73-1014 0 0,4-3 34 0 0,-27 28 269 0 0,80-48-538 0 0,-1-1-1 0 0,1 2 0 0 0,0-1 0 0 0,0 0 1 0 0,1 1-1 0 0,0-1 0 0 0,-1 1 1 0 0,1 0-1 0 0,1 0 0 0 0,-4 8 1 0 0,0 1 13 0 0,4-7-33 0 0,1 0 1 0 0,-1-1 0 0 0,1 1 0 0 0,0 0 0 0 0,1 0 0 0 0,0 0 0 0 0,0 0-1 0 0,0 0 1 0 0,1 0 0 0 0,0 0 0 0 0,0 0 0 0 0,3 9 0 0 0,0-4 13 0 0,1 0 1 0 0,0 0 0 0 0,0-1-1 0 0,1 0 1 0 0,15 21 0 0 0,-3-6 11 0 0,-11-15-34 0 0,0-1-1 0 0,1 0 1 0 0,0-1-1 0 0,0 1 1 0 0,11 7-1 0 0,-4-5-119 0 0,1 0-1 0 0,1-1 0 0 0,0-1 0 0 0,20 8 0 0 0,-27-13-247 0 0,1-1 0 0 0,0-1 1 0 0,0 0-1 0 0,1 0 0 0 0,-1-1 0 0 0,1 0 0 0 0,-1-1 0 0 0,16-1 0 0 0,-14 0-556 0 0,0-1 0 0 0,0 0 1 0 0,1-1-1 0 0,-2-1 0 0 0,1 0 1 0 0,14-6-1 0 0,2-2-1638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5.5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1046 510 516 0 0,'2'-1'591'0'0,"6"-6"405"0"0,-1 1 0 0 0,0-1-1 0 0,11-13 1 0 0,33-56-460 0 0,-11 16-501 0 0,-14 25-159 0 0,-2 0 0 0 0,-1-2-1 0 0,-2-1 1 0 0,30-75 0 0 0,-49 107 318 0 0,-1 0 1 0 0,-1 1-1 0 0,1-1 1 0 0,-1 1-1 0 0,-1-8 1 0 0,1 8 1 0 0,0 3 164 0 0,-1-8 980 0 0,0-3-131 0 0,1 13-1151 0 0,0 0 0 0 0,0 0 0 0 0,0 0 0 0 0,0 0 1 0 0,0 0-1 0 0,0-1 0 0 0,0 1 0 0 0,0 0 1 0 0,0 0-1 0 0,0 0 0 0 0,0 0 0 0 0,0 0 1 0 0,0-1-1 0 0,-1 1 0 0 0,1 0 0 0 0,0 0 1 0 0,0 0-1 0 0,0 0 0 0 0,0 0 0 0 0,0 0 1 0 0,0 0-1 0 0,0 0 0 0 0,0-1 0 0 0,-1 1 1 0 0,1 0-1 0 0,0 0 0 0 0,0 0 0 0 0,0 0 0 0 0,0 0 1 0 0,0 0-1 0 0,0 0 0 0 0,-1 0 0 0 0,1 0 1 0 0,0 0-1 0 0,0 0 0 0 0,0 0 0 0 0,0 0 1 0 0,0 0-1 0 0,-1 0 0 0 0,1 0 0 0 0,0 0 1 0 0,0 0-1 0 0,0 0 0 0 0,0 0 0 0 0,0 0 1 0 0,-1 0-1 0 0,1 0 0 0 0,0 0 0 0 0,0 0 1 0 0,0 0-1 0 0,0 1 0 0 0,0-1 0 0 0,0 0 0 0 0,-1 0 1 0 0,1 0-1 0 0,0 0 0 0 0,-23 21 541 0 0,-31 32 0 0 0,-8 9 65 0 0,-4-7-38 0 0,-99 61 0 0 0,75-55-306 0 0,-135 74 195 0 0,119-75-340 0 0,-32 11-46 0 0,-31 18 6 0 0,112-55-206 0 0,32-20-13 0 0,1 2 1 0 0,0 0-1 0 0,-30 27 1 0 0,45-35 17 0 0,6-6-70 0 0,1 1-1 0 0,-1-1 0 0 0,1 0 0 0 0,-1 1 0 0 0,1 0 0 0 0,0-1 1 0 0,0 1-1 0 0,0 0 0 0 0,0 0 0 0 0,-2 6 0 0 0,3-8-352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05.8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249 7 564 0 0,'5'-5'949'0'0,"-2"3"-190"0"0,-5 7 3805 0 0,-9 15-4185 0 0,0-1 1 0 0,-2 0-1 0 0,-1-1 0 0 0,-19 22 1 0 0,-8 9 189 0 0,5-6-79 0 0,-21 29 363 0 0,51-63-727 0 0,0 0 0 0 0,1 1-1 0 0,0-1 1 0 0,0 1 0 0 0,1 0 0 0 0,-3 14 0 0 0,6-20-98 0 0,1 0 0 0 0,0-1 1 0 0,0 1-1 0 0,1 0 0 0 0,-1 0 0 0 0,1 0 1 0 0,-1 0-1 0 0,1-1 0 0 0,0 1 0 0 0,1 0 1 0 0,-1-1-1 0 0,1 1 0 0 0,-1-1 1 0 0,1 1-1 0 0,4 4 0 0 0,-1 0 4 0 0,0-2 1 0 0,1 1-1 0 0,-1 0 1 0 0,1-1-1 0 0,13 10 0 0 0,-1-4-91 0 0,0-1-1 0 0,0 0 0 0 0,1-2 1 0 0,1 0-1 0 0,0-1 0 0 0,0-1 1 0 0,0-1-1 0 0,1 0 0 0 0,28 2 0 0 0,-25-5-1364 0 0,0-1-1 0 0,1-2 0 0 0,-1 0 0 0 0,35-6 0 0 0,-54 6-1082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10.2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181 62 104 0 0,'0'0'5256'0'0,"-1"5"-4933"0"0,-2 0-197 0 0,2-3-30 0 0,0-1 0 0 0,1 1 0 0 0,-1 0 0 0 0,0 0 0 0 0,1-1 1 0 0,-1 1-1 0 0,1 0 0 0 0,-1 0 0 0 0,1 0 0 0 0,0 2 1 0 0,-25 14 1562 0 0,12-5-1025 0 0,-18 23 750 0 0,29-34-1220 0 0,0 1-57 0 0,0-1-1 0 0,0 0 1 0 0,0 1-1 0 0,0 0 1 0 0,0-1-1 0 0,1 1 0 0 0,-1 0 1 0 0,1 0-1 0 0,-1 0 1 0 0,1 0-1 0 0,-1 6 1 0 0,-5 14 385 0 0,6-21-326 0 0,0 1-7 0 0,-1 8 4 0 0,1 1-1 0 0,1 0 1 0 0,-1-1 0 0 0,2 1-1 0 0,0 0 1 0 0,3 17-1 0 0,0-11-32 0 0,-4-16-119 0 0,0 1 1 0 0,0-1-1 0 0,1 1 1 0 0,-1-1-1 0 0,1 0 1 0 0,0 1-1 0 0,-1-1 1 0 0,1 0-1 0 0,0 1 1 0 0,3 3-1 0 0,23 38 84 0 0,-22-38-86 0 0,-1-1 0 0 0,0 0 0 0 0,1-1 0 0 0,0 1 0 0 0,0-1 0 0 0,9 6 0 0 0,-12-8-9 0 0,4 4 19 0 0,-1-5-16 0 0,23 5 27 0 0,-20-4-31 0 0,0 0 0 0 0,0-1 0 0 0,0 0 0 0 0,0 0 0 0 0,0-1-1 0 0,0 0 1 0 0,1 0 0 0 0,-1-1 0 0 0,0 0 0 0 0,12-3 0 0 0,83-47 29 0 0,-90 44-36 0 0,-1-1 1 0 0,0 0-1 0 0,-1-1 1 0 0,0 0-1 0 0,-1-1 1 0 0,16-17-1 0 0,-23 23 9 0 0,1 0 0 0 0,0 0 0 0 0,-1 0 0 0 0,0-1 0 0 0,0 1 0 0 0,0-1 0 0 0,-1 0 0 0 0,1 1 0 0 0,-1-1 0 0 0,2-8 0 0 0,-1 4 14 0 0,-2 7-16 0 0,-1 0 0 0 0,1-1 1 0 0,0 1-1 0 0,0-1 0 0 0,-1 1 1 0 0,0-1-1 0 0,1 1 0 0 0,-1-1 0 0 0,0 0 1 0 0,0 1-1 0 0,-1-5 0 0 0,-1-9-21 0 0,2 1 20 0 0,1 9 1 0 0,-1 1 1 0 0,1 0 0 0 0,-1-1-1 0 0,-1 1 1 0 0,1 0 0 0 0,-1-1 0 0 0,0 1-1 0 0,0 0 1 0 0,-3-7 0 0 0,3 10 2 0 0,-5-20 13 0 0,5 20-13 0 0,1 0 1 0 0,-1-1-1 0 0,0 1 1 0 0,0 0-1 0 0,0 0 1 0 0,0-1-1 0 0,0 1 1 0 0,0 0-1 0 0,-1 0 1 0 0,1 0-1 0 0,-1 0 0 0 0,1 0 1 0 0,-1 1-1 0 0,0-1 1 0 0,0 0-1 0 0,-4-2 1 0 0,-32-27 41 0 0,32 27-43 0 0,-5-4 16 0 0,-1 1 0 0 0,0 1 0 0 0,-1-1 0 0 0,-17-5 0 0 0,27 11-11 0 0,0 0 8 0 0,-12-2 4 0 0,-9-2 27 0 0,19 5-24 0 0,-28-7 136 0 0,30 6-107 0 0,-13 0 37 0 0,13 0 100 0 0,-3 2-160 0 0,-2 0-10 0 0,1 0-1 0 0,0 1 0 0 0,0 0 0 0 0,-1 0 0 0 0,-8 4 0 0 0,-90 44 241 0 0,104-49-247 0 0,0 0 0 0 0,1 0 0 0 0,-1 1 0 0 0,0-1 0 0 0,1 0 0 0 0,-1 1 0 0 0,1 0 0 0 0,-1-1 0 0 0,-1 3 0 0 0,0-1-6 0 0,-7 1-7 0 0,7-3 6 0 0,0 0-1 0 0,0 1 1 0 0,1 0 0 0 0,-1 0-1 0 0,0 0 1 0 0,1 0-1 0 0,-1 0 1 0 0,1 0 0 0 0,0 0-1 0 0,0 1 1 0 0,-3 3-1 0 0,5-2 6 0 0,-5 8 30 0 0,-4 9-56 0 0,-5 23-5 0 0,12-39 23 0 0,1-2 0 0 0,-1 1 0 0 0,1 0 1 0 0,0-1-1 0 0,0 1 1 0 0,0-1-1 0 0,0 6 0 0 0,1-2-28 0 0,1-1 0 0 0,0 1 0 0 0,0-1 0 0 0,4 13 0 0 0,-4-17-48 0 0,-1 1-1 0 0,1-1 1 0 0,0 0-1 0 0,0 0 1 0 0,0 1-1 0 0,1-1 1 0 0,-1 0-1 0 0,0 0 1 0 0,1 0-1 0 0,-1 0 1 0 0,1-1-1 0 0,0 1 1 0 0,0 0-1 0 0,-1-1 1 0 0,1 1-1 0 0,0-1 1 0 0,0 1-1 0 0,1-1 1 0 0,-1 0-1 0 0,3 1 1 0 0,3 1-607 0 0,0-1 1 0 0,1 0-1 0 0,-1-1 1 0 0,13 1-1 0 0,-2 0-1367 0 0,1 1-1147 0 0,-15-3 245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11.2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444 175 76 0 0,'0'0'531'0'0,"0"-3"-43"0"0,-16-37 1489 0 0,8 28-1466 0 0,-1 0 0 0 0,-1 0 0 0 0,1 1 0 0 0,-2 0 0 0 0,-17-15 0 0 0,14 14-329 0 0,13 11-156 0 0,-1 0-1 0 0,1 0 1 0 0,-1 0 0 0 0,0 0-1 0 0,1 0 1 0 0,-1 0 0 0 0,0 1-1 0 0,0-1 1 0 0,1 1 0 0 0,-1-1 0 0 0,-3 0-1 0 0,-12-4 131 0 0,8 1-51 0 0,-1 1 1 0 0,0 0 0 0 0,0 0-1 0 0,0 1 1 0 0,0 0-1 0 0,-1 1 1 0 0,-12 0-1 0 0,7 0 34 0 0,12 0-46 0 0,-1 3-5 0 0,-2 0-58 0 0,1-1-1 0 0,0 2 1 0 0,0-1-1 0 0,0 1 1 0 0,0 0-1 0 0,0 0 1 0 0,1 0-1 0 0,-1 1 1 0 0,1 0-1 0 0,0 0 1 0 0,0 1 0 0 0,-6 7-1 0 0,-5 11 154 0 0,-17 32 0 0 0,4-4 205 0 0,25-43-278 0 0,0 0 0 0 0,1 0 1 0 0,0 0-1 0 0,0 0 0 0 0,-2 14 0 0 0,5-19-87 0 0,-1 0 0 0 0,1-1 0 0 0,0 1-1 0 0,0 0 1 0 0,0-1 0 0 0,1 1 0 0 0,-1 0 0 0 0,1-1 0 0 0,-1 1 0 0 0,1-1 0 0 0,0 1 0 0 0,0-1-1 0 0,0 1 1 0 0,0-1 0 0 0,0 1 0 0 0,1-1 0 0 0,-1 0 0 0 0,1 0 0 0 0,0 0 0 0 0,-1 0 0 0 0,1 0-1 0 0,0 0 1 0 0,0 0 0 0 0,0 0 0 0 0,0-1 0 0 0,1 1 0 0 0,3 1 0 0 0,-1 0-8 0 0,1 0-1 0 0,-1-1 1 0 0,0 0 0 0 0,1 0 0 0 0,-1-1-1 0 0,1 0 1 0 0,0 0 0 0 0,-1 0 0 0 0,1 0-1 0 0,0-1 1 0 0,-1 0 0 0 0,9-1 0 0 0,-5 0-16 0 0,-1-1 0 0 0,0 0 1 0 0,0-1-1 0 0,0 1 0 0 0,0-2 1 0 0,0 1-1 0 0,-1-1 0 0 0,1 0 1 0 0,-1-1-1 0 0,0 1 0 0 0,9-10 1 0 0,30-28-25 0 0,-20 17 2251 0 0,-36 39-2083 0 0,0-1 0 0 0,1 2 1 0 0,1-1-1 0 0,0 1 1 0 0,1 0-1 0 0,1 1 1 0 0,1-1-1 0 0,-6 22 1 0 0,1 9 58 0 0,-1 10-30 0 0,-9 63 29 0 0,10-66-145 0 0,5-25-21 0 0,2-15-34 0 0,0 0-1 0 0,1 0 1 0 0,0 1 0 0 0,1-1-1 0 0,1 0 1 0 0,0 1 0 0 0,2 13-1 0 0,-1-26-7 0 0,-1 1-1 0 0,0-1 0 0 0,1 1 0 0 0,0 0 0 0 0,-1-1 1 0 0,1 1-1 0 0,0-1 0 0 0,0 0 0 0 0,0 1 0 0 0,0-1 1 0 0,0 0-1 0 0,0 1 0 0 0,0-1 0 0 0,0 0 0 0 0,0 0 1 0 0,1 0-1 0 0,-1 0 0 0 0,0 0 0 0 0,1 0 0 0 0,-1 0 1 0 0,1-1-1 0 0,-1 1 0 0 0,1 0 0 0 0,-1-1 1 0 0,1 1-1 0 0,0-1 0 0 0,-1 0 0 0 0,4 1 0 0 0,-3-1-16 0 0,7-3 0 0 0,9-4 6 0 0,0-1 0 0 0,0-1 0 0 0,21-14 0 0 0,71-57-43 0 0,57-40-97 0 0,-84 61-389 0 0,-82 57 413 0 0,6-1 302 0 0,-5 1-1434 0 0,-49 15-9161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11.6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79 140 0 0,'2'-2'381'0'0,"0"-1"-1"0"0,1 1 1 0 0,-1-1 0 0 0,1 1-1 0 0,-1 0 1 0 0,1 0 0 0 0,0 0-1 0 0,0 0 1 0 0,0 0 0 0 0,0 1-1 0 0,0-1 1 0 0,3 0-1 0 0,43-14 1872 0 0,-36 12-2108 0 0,29-6 939 0 0,7-4-80 0 0,-46 12-983 0 0,17 2-1144 0 0,-10-4 108 0 0,-6 3-2850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11.9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8 492 0 0,'0'0'2281'0'0,"7"-1"-1582"0"0,6 0-328 0 0,11-2 714 0 0,-1 1 1 0 0,32 2-1 0 0,-9 3-177 0 0,-41-3-975 0 0,-1 1-508 0 0,12 0-46 0 0,-12-1-628 0 0,2 10-2754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12.3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0 223 464 0 0,'32'-36'1746'0'0,"0"2"1"0"0,3 1-1 0 0,0 1 1 0 0,51-33-1 0 0,-39 42 1520 0 0,-31 34-2812 0 0,-11-9-366 0 0,-3 0-24 0 0,0 1 1 0 0,0-1 0 0 0,0 0-1 0 0,0 1 1 0 0,-1-1-1 0 0,1 1 1 0 0,-1 0 0 0 0,1 0-1 0 0,-1-1 1 0 0,0 1-1 0 0,0 0 1 0 0,-1 0 0 0 0,1 0-1 0 0,-1 0 1 0 0,1 0-1 0 0,-1 4 1 0 0,1-4-4 0 0,1 17 120 0 0,-1 1 0 0 0,-1-1-1 0 0,0 1 1 0 0,-7 40 0 0 0,-26 76-710 0 0,6-28-2280 0 0,23-66-4049 0 0,3-40 4119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12.7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256 31 124 0 0,'0'0'2926'0'0,"0"-3"-2028"0"0,0 2-783 0 0,0 0-1 0 0,0 0 0 0 0,0 0 0 0 0,-1 0 0 0 0,1 0 1 0 0,0 0-1 0 0,0 0 0 0 0,-1 0 0 0 0,1 0 1 0 0,0 0-1 0 0,-1 1 0 0 0,1-1 0 0 0,-1 0 0 0 0,1 0 1 0 0,-1 0-1 0 0,1 0 0 0 0,-1 0 0 0 0,0 1 1 0 0,0-1-1 0 0,1 0 0 0 0,-1 1 0 0 0,0-1 0 0 0,0 0 1 0 0,0 1-1 0 0,0-1 0 0 0,1 1 0 0 0,-1 0 1 0 0,0-1-1 0 0,0 1 0 0 0,0 0 0 0 0,0-1 0 0 0,0 1 1 0 0,0 0-1 0 0,0 0 0 0 0,0 0 0 0 0,0 0 1 0 0,-2 0-1 0 0,-12-3 486 0 0,11 3-21 0 0,-4 1-27 0 0,-7 2-170 0 0,1 1 1 0 0,-1 1 0 0 0,1 0-1 0 0,0 1 1 0 0,0 1 0 0 0,0 0 0 0 0,1 0-1 0 0,0 2 1 0 0,-15 12 0 0 0,22-16-206 0 0,1 1 0 0 0,0 0 0 0 0,1 1 0 0 0,-1-1 0 0 0,1 1 1 0 0,0 0-1 0 0,-5 13 0 0 0,8-16-131 0 0,0-1 0 0 0,0 1 0 0 0,0 0 0 0 0,0 0 0 0 0,0 0 0 0 0,1-1 0 0 0,-1 1 0 0 0,1 0 0 0 0,0 0 0 0 0,1 0 0 0 0,-1 0 1 0 0,0 0-1 0 0,1 0 0 0 0,0 0 0 0 0,0-1 0 0 0,3 7 0 0 0,-2-5-12 0 0,0 0 0 0 0,1 0 0 0 0,-1 0 0 0 0,1 0 1 0 0,0-1-1 0 0,0 1 0 0 0,1-1 0 0 0,-1 0 0 0 0,1 0 0 0 0,0-1 0 0 0,0 1 1 0 0,1-1-1 0 0,-1 1 0 0 0,1-1 0 0 0,-1-1 0 0 0,1 1 0 0 0,8 3 1 0 0,3-1-272 0 0,0-1 1 0 0,0 0 0 0 0,0-1 0 0 0,0-1-1 0 0,19 1 1 0 0,-31-3-329 0 0,1-1-148 0 0,36-3-2394 0 0,-38 3 1058 0 0,12-5-4365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26.6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76 0 0,'221'184'2728'0'0,"-115"-107"-1946"0"0,-99-71-716 0 0,9 7 105 0 0,-6-3-64 0 0,81 77 906 0 0,-81-78-968 0 0,0-1-1 0 0,1 0 1 0 0,13 8-1 0 0,-22-15-81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4:27.1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60 0 648 0 0,'0'0'2843'0'0,"8"5"-2190"0"0,17 12 80 0 0,0 2 0 0 0,-2 0 0 0 0,34 35-1 0 0,70 90 1315 0 0,5-11-384 0 0,-124-125-1493 0 0,-2-3-13 0 0,9 11 160 0 0,-5-3-71 0 0,-2 0 125 0 0,-5-4-13 0 0,-3-7-325 0 0,0 0-1 0 0,0 0 1 0 0,0 0 0 0 0,0 0 0 0 0,0 0 0 0 0,0 0 0 0 0,0 0-1 0 0,-1 0 1 0 0,1 0 0 0 0,-1-1 0 0 0,0 1 0 0 0,1 0 0 0 0,-1 0-1 0 0,0 0 1 0 0,0-1 0 0 0,0 1 0 0 0,-2 2 0 0 0,0 0 6 0 0,-1 0 1 0 0,0 0-1 0 0,0-1 1 0 0,0 1 0 0 0,0-1-1 0 0,-7 4 1 0 0,-7 2 45 0 0,-1 0-1 0 0,-29 9 1 0 0,46-17-72 0 0,-220 63 809 0 0,116-46-396 0 0,104-17-398 0 0,-2-1 9 0 0,-12 1-32 0 0,12-1-16 0 0,1 1-408 0 0,-12 0 237 0 0,12-1-50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19.5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0 108 0 0,'0'0'17744'0'0,"16"6"-20092"0"0,48 19 1283 0 0,-48-19-373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14.0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20 478 48 0 0,'-15'7'2110'0'0,"11"-6"2423"0"0,6-3-2676 0 0,13-9-2249 0 0,4-3 785 0 0,-10 6-266 0 0,-1 0 0 0 0,-1 0 1 0 0,8-11-1 0 0,3-2-9 0 0,83-88 383 0 0,-37 38-174 0 0,-9-1-27 0 0,0 11-34 0 0,-54 60-246 0 0,13-14 324 0 0,-13 14-282 0 0,-1 0 1 0 0,1 0-1 0 0,0 1 1 0 0,0-1 0 0 0,0 0-1 0 0,-1 0 1 0 0,1 0-1 0 0,-1 0 1 0 0,1 0 0 0 0,-1 0-1 0 0,1-1 1 0 0,-1 1-1 0 0,1 0 1 0 0,-1 0-1 0 0,0-2 1 0 0,-6-2-301 0 0,-1 1 0 0 0,0 0 0 0 0,0 1 0 0 0,-1 0 0 0 0,1 0 0 0 0,-1 0 1 0 0,1 1-1 0 0,-1 0 0 0 0,-12-1 0 0 0,-6-3-2023 0 0,6 2-501 0 0,2-2 209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8:25:14.9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144 89 388,'0'0'4259,"9"-12"-3729,30-36-32,-30 37 818,4 8-894,38-9-21,-38 9 975,81 3 24,-83 8-1185,35 24-28,-35-24 149,-7 2-194,10 28-1,-10-28-5,-5 0 5,0 29 0,1-29-2,-3 0-7,-7 30-6,8-30 109,-2-2-126,-8 27-1,8-26 2717,-23-13-2628,-82-8-6,84 9-100,15 7-7,1 1-33,-24 20 187,-8 11 35,-1 4-90,18-15-175,18-18-87,0 1-96,-16 25-89,16-25-116,2-1-125,-12 17-148,12-18-159,-2 0-3633,-21 17 772,20-17 280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8:25:15.3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184 16 1012,'0'0'1048,"-16"8"-6,-48 22-36,59-28-833,1 0-1,-1 0 0,1 0 0,0 0 0,-1 1 0,1-1 0,0 1 0,-5 5 1,1 0 112,1-3 515,0 2-83,-20 24-74,21-23 472,5-1-641,-2 24-38,2-23 605,71 22-512,-56-24 563,10-14-943,74-27 11,-73 26 8,-22 1 12,12-28 12,-12 27 243,-5-2-217,-8-31-10,7 31 463,-8 3-545,-2-2-87,5 5 2,0 0-1,1-1 0,-12-11 95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5.6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203 196 400 0 0,'0'0'1062'0'0,"-20"-4"-52"0"0,-4 0-674 0 0,-51-11 4361 0 0,61 23-4224 0 0,-41 21-59 0 0,41-22 404 0 0,14-3-774 0 0,0-1 0 0 0,0 1 0 0 0,0-1 0 0 0,1 0 0 0 0,-1 1 0 0 0,3 5 1 0 0,0 5-1431 0 0,-2 2-3006 0 0</inkml:trace>
  <inkml:trace contextRef="#ctx0" brushRef="#br0" timeOffset="1">255 0 192 0 0,'0'0'10164'0'0,"9"16"-9814"0"0,28 47-48 0 0,-28-47 56 0 0,-8-7-358 0 0,2 41-2363 0 0,-7-39 687 0 0,-15 32-1097 0 0,15-32 211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6.0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71 1 268 0 0,'0'0'13292'0'0,"21"8"-13193"0"0,63 25-17 0 0,-63-24 71 0 0,-28 4-91 0 0,-20 42-9 0 0,14-34-6 0 0,-22 23 40 0 0,13-19-37 0 0,17-18-22 0 0,-3-1-16 0 0,-23 20 14 0 0,23-20 100 0 0,1-1-66 0 0,-20 12 1 0 0,20-12 2185 0 0,31-1-1919 0 0,72 11-8 0 0,-73-11-19 0 0,-22-2-266 0 0,-1 0 0 0 0,1 0 0 0 0,-1 0 1 0 0,1 0-1 0 0,0 0 0 0 0,0 0 0 0 0,0 0 0 0 0,0 0 0 0 0,0 0 0 0 0,0 0 0 0 0,1 0 0 0 0,2 2 0 0 0,-3-2-4 0 0,1 0 1 0 0,0 0-1 0 0,-1 0 1 0 0,1 1-1 0 0,-1-1 1 0 0,0 1-1 0 0,1-1 1 0 0,-1 1-1 0 0,0-1 1 0 0,-1 1-1 0 0,1 0 1 0 0,0-1-1 0 0,0 5 1 0 0,6 27 449 0 0,-9-22-308 0 0,-1 3-142 0 0,1-5-93 0 0,0-1-1 0 0,1 1 0 0 0,0 19 0 0 0,-1-17-94 0 0,1 7-9 0 0,3 9-1591 0 0,1 3 259 0 0,-3-24-1370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6.6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119 39 392 0 0,'15'-5'890'0'0,"43"-17"-44"0"0,-43 17 1466 0 0,1 4-1628 0 0,50-3-43 0 0,-50 3 1189 0 0,0 9-1219 0 0,46 25-10 0 0,-60-32-559 0 0,-1-1 0 0 0,1 1 0 0 0,-1 0 0 0 0,1 0 0 0 0,-1-1 0 0 0,0 1 0 0 0,1 0 0 0 0,-1 0 0 0 0,0 0 0 0 0,0 0 0 0 0,0 0 0 0 0,0 1 0 0 0,2 1 1 0 0,23 36 1124 0 0,-9-12-620 0 0,-13-21-6 0 0,-2 7-11 0 0,5 37-17 0 0,-6-29 2 0 0,-1-11-345 0 0,0-6-92 0 0,0 0 0 0 0,0 0-1 0 0,0-1 1 0 0,-1 1-1 0 0,0 0 1 0 0,1-1-1 0 0,-1 1 1 0 0,0-1 0 0 0,-1 1-1 0 0,-1 3 1 0 0,0 4 81 0 0,2-5-30 0 0,-1 0-1 0 0,0 0 1 0 0,0-1 0 0 0,-1 1-1 0 0,-5 9 1 0 0,3-3 15 0 0,3-6-58 0 0,0-1 0 0 0,-1 1-1 0 0,0-1 1 0 0,0 0 0 0 0,0 0 0 0 0,0 0-1 0 0,-7 7 1 0 0,-33 43 601 0 0,36-45-589 0 0,4-4-40 0 0,-1-1 0 0 0,0 0 0 0 0,0 0 0 0 0,-1 0 0 0 0,0-1 0 0 0,-5 5 0 0 0,2-1-5 0 0,-27 22 80 0 0,27-23-142 0 0,5-3-19 0 0,-1-1 0 0 0,1 0 0 0 0,-1 0 0 0 0,0-1-1 0 0,1 1 1 0 0,-1-1 0 0 0,-8 4 0 0 0,-18 9-273 0 0,23-11-146 0 0,-6-2-167 0 0,-1 2 334 0 0,9-2-108 0 0,-1-1-1 0 0,0 1 1 0 0,0-1 0 0 0,0-1 0 0 0,0 1-1 0 0,-7-1 1 0 0,-6-7-1986 0 0,-54-24-1564 0 0,54 23 301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7.0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113 1172 388 0 0,'0'0'3626'0'0,"-18"8"-2830"0"0,-58 22 52 0 0,57-22 11567 0 0,30-29-11882 0 0,30-65-49 0 0,-38 81-397 0 0,-1 0 1 0 0,0 0 0 0 0,0 0-1 0 0,3-11 1 0 0,-4 11-54 0 0,11-43 313 0 0,-2 0-1 0 0,3-54 1 0 0,-10-10 109 0 0,3-54 54 0 0,-2 95-337 0 0,5-50 249 0 0,-8 110-410 0 0,4-29 109 0 0,1 1-1 0 0,2-1 0 0 0,23-69 1 0 0,-28 97-107 0 0,-1 7-4 0 0,0-1 1 0 0,-1 0-1 0 0,2 1 1 0 0,-1-1-1 0 0,1 1 1 0 0,5-8-1 0 0,-5 4 2 0 0,-1 6-10 0 0,-1 0 0 0 0,1 0 0 0 0,-1 0 0 0 0,1 0 1 0 0,0 0-1 0 0,0 0 0 0 0,0 0 0 0 0,0 0 0 0 0,1 1 0 0 0,2-3 0 0 0,18-19-42 0 0,-18 18-62 0 0,5 0-265 0 0,30-14 91 0 0,-30 15-75 0 0,4 21-2442 0 0,41 48 1972 0 0,-54-64 790 0 0,0 1 0 0 0,0 0 0 0 0,0-1 0 0 0,0 1-1 0 0,0 0 1 0 0,-1 0 0 0 0,1 0 0 0 0,0-1 0 0 0,-1 1 0 0 0,1 0 0 0 0,0 0 0 0 0,-1 0 0 0 0,1 0 0 0 0,-1 0 0 0 0,0 0-1 0 0,1 0 1 0 0,-1 0 0 0 0,0 0 0 0 0,0 0 0 0 0,1 1 0 0 0,-1-1 0 0 0,0 0 0 0 0,0 0 0 0 0,0 0 0 0 0,0 0-1 0 0,0 0 1 0 0,-1 0 0 0 0,1 0 0 0 0,0 0 0 0 0,-1 2 0 0 0,-9 34-943 0 0,-2 1 0 0 0,-2-2 1 0 0,-19 38-1 0 0,-32 50-5558 0 0,29-62 2798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7.4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1371 760 0 0,'0'0'16476'0'0,"9"-26"-15688"0"0,28-87-66 0 0,-30 90-382 0 0,-1 0-1 0 0,5-40 0 0 0,-7 33-114 0 0,-3 27-198 0 0,47-368 2062 0 0,-7-43-801 0 0,-19 210-1190 0 0,-22 199-121 0 0,1 1 0 0 0,-1-1 1 0 0,1 1-1 0 0,0 0 0 0 0,0-1 1 0 0,2-6-1 0 0,0 3-16 0 0,-1 1-100 0 0,1-1-456 0 0,10-24 362 0 0,-10 24 20 0 0,23 24-2018 0 0,75 48 1775 0 0,-79-49 211 0 0,-15-6-16 0 0,25 62-1037 0 0,-30-54 444 0 0,-1-4 530 0 0,0-6 53 0 0,0 0 0 0 0,-1-1-1 0 0,0 1 1 0 0,-1-1-1 0 0,0 1 1 0 0,-2 9 0 0 0,-1 9-1725 0 0,-15 43 1 0 0,7-48-1999 0 0,-34 48 306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7.7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600 1 336 0 0,'0'0'9678'0'0,"-10"8"-9018"0"0,-40 37 618 0 0,46-34-1095 0 0,1 1-156 0 0,1-7-39 0 0,1 1 1 0 0,-1-1 0 0 0,0 0-1 0 0,0 1 1 0 0,-1-1 0 0 0,-5 8-1 0 0,5-6-57 0 0,2-4 6 0 0,-1 0 1 0 0,1 0-1 0 0,-1 0 1 0 0,0 0-1 0 0,1-1 0 0 0,-1 1 1 0 0,0 0-1 0 0,-5 4 1 0 0,0 1-106 0 0,-22 22-802 0 0,23-22 756 0 0,3-5 101 0 0,1 1 0 0 0,-1-1 0 0 0,0 0-1 0 0,0-1 1 0 0,0 1 0 0 0,-1-1 0 0 0,1 1 0 0 0,-1-1-1 0 0,-5 3 1 0 0,-53 32-1227 0 0,49-28 1122 0 0,5-3 9 0 0,-1-1 0 0 0,1 0 0 0 0,-1-1 0 0 0,-15 6 0 0 0,-51 22-762 0 0,13-8 491 0 0,25-12 440 0 0,27-8 390 0 0,-3-3-118 0 0,-2 3-110 0 0,8-2 204 0 0,-1-1 0 0 0,1 0 1 0 0,-1 0-1 0 0,-13 0 0 0 0,21-16 46 0 0,-4-62 968 0 0,13 64-845 0 0,27-38 1 0 0,-28 38-18 0 0,-1 7-41 0 0,20-18-28 0 0,-20 18 643 0 0,3 1-768 0 0,30-11-23 0 0,-30 12 2507 0 0,-11 25-2552 0 0,-3 88 234 0 0,-3-98-200 0 0,-3 1-171 0 0,-26 38 332 0 0,0 8 28 0 0,28-45-360 0 0,3-5-28 0 0,-1 0 1 0 0,1 1-1 0 0,1 0 0 0 0,0 0 0 0 0,0 0 1 0 0,1 0-1 0 0,0 1 0 0 0,-2 12 0 0 0,-17 74 170 0 0,20-89-202 0 0,5 79-579 0 0,-2-56 130 0 0,0-23-189 0 0,1 3-1567 0 0,8 30-483 0 0,-7-31-1783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8.3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1109 368 0 0,'0'0'1680'0'0,"1"14"-880"0"0,4 45-32 0 0,-4-44-46 0 0,1-8-42 0 0,8 21-34 0 0,-7-21-28 0 0,1 0-15 0 0,11 21-1 0 0,-11-21 1163 0 0,2 1-1193 0 0,18 21-6 0 0,-18-21 1468 0 0,-1-2-1577 0 0,15 20-22 0 0,-15-20 5276 0 0,5-26-5502 0 0,28-59-23 0 0,-36 76-168 0 0,-1 0 0 0 0,1 0 0 0 0,-1 1 0 0 0,0-1 0 0 0,0 0 0 0 0,0 0 0 0 0,0 0-1 0 0,-1-1 1 0 0,1 1 0 0 0,-1-6 0 0 0,5-48 108 0 0,8-197 411 0 0,0-37-166 0 0,0 67-105 0 0,-11 203-206 0 0,0 1-36 0 0,-1 4-3 0 0,1 1 0 0 0,1 0 0 0 0,0 0 0 0 0,8-20 0 0 0,-8 25-5 0 0,12-30 51 0 0,1 5-43 0 0,-15 32-22 0 0,0-1 0 0 0,1 1-1 0 0,-1 0 1 0 0,1-1 0 0 0,0 1-1 0 0,0 0 1 0 0,0 0 0 0 0,1 0-1 0 0,-1 0 1 0 0,5-3 0 0 0,0-1 1 0 0,20-24 2 0 0,-20 24-7 0 0,-4 4-1 0 0,0-1-1 0 0,0 1 1 0 0,1 0 0 0 0,-1 0-1 0 0,1 0 1 0 0,0 0 0 0 0,7-4 0 0 0,-1 1-6 0 0,-7 3-2 0 0,1 0 1 0 0,0 1-1 0 0,0-1 0 0 0,0 1 0 0 0,0-1 0 0 0,0 1 1 0 0,9-2-1 0 0,-3 0-12 0 0,-1 0-75 0 0,4-1-99 0 0,41-14-97 0 0,-40 14-75 0 0,4 16-3363 0 0,56 32 2763 0 0,-58-32 441 0 0,-15 0-25 0 0,-6 34-774 0 0,4-42 1024 0 0,1 1 0 0 0,-1-1-1 0 0,0 0 1 0 0,0 0 0 0 0,0 0 0 0 0,0 0-1 0 0,-2 3 1 0 0,-28 69-3711 0 0,12-25 305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8.7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624 371 1044 0 0,'0'0'11444'0'0,"-16"6"-11031"0"0,-48 20-39 0 0,48-20 584 0 0,-9-11-701 0 0,-73-14-18 0 0,93 18-202 0 0,0 1 1 0 0,0-1 0 0 0,0-1 0 0 0,0 1 0 0 0,-7-4-1 0 0,-36-17 162 0 0,25 9-23 0 0,-21-16-21 0 0,25 14-21 0 0,11 7-88 0 0,0 1-2 0 0,1 0-1 0 0,0 0 1 0 0,1-1 0 0 0,-1 0 0 0 0,2 0 0 0 0,-10-17 0 0 0,9 16-9 0 0,3 5-16 0 0,0 0-1 0 0,1-1 1 0 0,-1 1 0 0 0,1 0 0 0 0,0-1-1 0 0,1 1 1 0 0,-3-10 0 0 0,-9-26 44 0 0,10 30-11 0 0,3 0-8 0 0,1-31-7 0 0,0 31 29 0 0,3 1-41 0 0,15-27 3 0 0,-14 27 115 0 0,11 31-116 0 0,51 67-16 0 0,-52-69-16 0 0,-14-8-11 0 0,-6 30-59 0 0,0-21-75 0 0,2-8 76 0 0,1-7-6 0 0,0 1 0 0 0,0-1-1 0 0,-1 0 1 0 0,0 1 0 0 0,0-1-1 0 0,-4 6 1 0 0,-7 11-572 0 0,-26 37 0 0 0,27-47-318 0 0,1-2 292 0 0,5-4 412 0 0,-1 0 1 0 0,-16 11 0 0 0,-22 5-5588 0 0,-12-1 2383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9.1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73 888 0 0,'0'0'5837'0'0,"9"-12"-4985"0"0,23-37-44 0 0,-23 37 2556 0 0,15 25-2822 0 0,76 37-28 0 0,-98-50-476 0 0,1 1 0 0 0,-1 0-1 0 0,0 0 1 0 0,1 0 0 0 0,-1 0 0 0 0,0 1-1 0 0,0-1 1 0 0,0 1 0 0 0,0-1 0 0 0,0 1-1 0 0,0-1 1 0 0,2 4 0 0 0,16 23 383 0 0,-13-13-31 0 0,-3-6-279 0 0,-2-5-49 0 0,0 0-1 0 0,-1 1 0 0 0,1-1 1 0 0,-1 1-1 0 0,0 0 1 0 0,0 6-1 0 0,5 24 69 0 0,-6-34-125 0 0,0 1 0 0 0,1 0 0 0 0,-1 0 0 0 0,0 0 0 0 0,0 0 0 0 0,0 0 0 0 0,-1-1 1 0 0,1 1-1 0 0,-1 3 0 0 0,-9 48-51 0 0,3-28-113 0 0,2-11 37 0 0,2-4-3 0 0,-1-1 1 0 0,1 0-1 0 0,-2 0 0 0 0,1 0 1 0 0,-1 0-1 0 0,0-1 1 0 0,-1 1-1 0 0,-7 7 1 0 0,-20 23-584 0 0,31-35 529 0 0,-1 0-1 0 0,0-1 1 0 0,1 0 0 0 0,-2 1-1 0 0,1-1 1 0 0,0 0 0 0 0,-1-1-1 0 0,-4 4 1 0 0,0-1-246 0 0,-8 5-1572 0 0,-20 5-1272 0 0,26-11 249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9.4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372 837 268 0 0,'0'0'11343'0'0,"-7"20"-10640"0"0,-21 59-70 0 0,27-77-602 0 0,1-1 1 0 0,0 1-1 0 0,0-1 1 0 0,-1 1-1 0 0,1-1 1 0 0,-1 1-1 0 0,0-1 1 0 0,1 0-1 0 0,-1 1 1 0 0,0-1 0 0 0,0 0-1 0 0,0 0 1 0 0,0 1-1 0 0,0-1 1 0 0,0 0-1 0 0,0 0 1 0 0,0 0-1 0 0,-2 1 1 0 0,-33 23 524 0 0,27-19-60 0 0,-2-1-46 0 0,-33 14-25 0 0,33-14 1108 0 0,-13-16-1344 0 0,-77-38-22 0 0,97 47-154 0 0,1 0 0 0 0,-1-1 0 0 0,0 1-1 0 0,1-1 1 0 0,-1 0 0 0 0,1 0 0 0 0,0 0 0 0 0,0 0-1 0 0,0-1 1 0 0,-3-4 0 0 0,-3-16 85 0 0,1 5-69 0 0,3 7-5 0 0,1-1-1 0 0,0 0 0 0 0,0 0 1 0 0,2-1-1 0 0,-1 1 0 0 0,0-26 1 0 0,2 18 4 0 0,0-1-10 0 0,0 0 0 0 0,2 0 1 0 0,0 0-1 0 0,1 0 0 0 0,8-31 1 0 0,-3 22-5 0 0,2 0 0 0 0,2 1 0 0 0,0 0 0 0 0,2 1 0 0 0,1 0 0 0 0,2 1 0 0 0,30-43 0 0 0,-30 51-5 0 0,0-1 0 0 0,1 0 1 0 0,0 2 0 0 0,2 0-1 0 0,0 1 1 0 0,2 1 0 0 0,30-21-1 0 0,61-41-295 0 0,-101 71 222 0 0,-7 4 15 0 0,0 1 0 0 0,1-1 0 0 0,0 1-1 0 0,0 1 1 0 0,0-1 0 0 0,0 0 0 0 0,9-2 0 0 0,17-8-272 0 0,-23 10-61 0 0,-23 23-10323 0 0,-60 81 7348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19.87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845 459 1088 0 0,'0'0'6317'0'0,"-2"14"-5352"0"0,-6 40-89 0 0,6-28-73 0 0,3-12-554 0 0,0-5-58 0 0,0-1 0 0 0,-1 1 0 0 0,0-1 0 0 0,0 1 0 0 0,-3 10 0 0 0,2-4-75 0 0,-3 24 422 0 0,-1-1-1 0 0,-1 0 1 0 0,-3 0-1 0 0,-15 44 1 0 0,-32 48-607 0 0,45-113-233 0 0,5-8 169 0 0,4-5 33 0 0,0-1-1 0 0,-1 1 1 0 0,0-1-1 0 0,0 1 1 0 0,0-1-1 0 0,0 0 1 0 0,0 0-1 0 0,-7 4 1 0 0,-14 12-686 0 0,18-14-265 0 0,-8-3-4379 0 0,-55 6 2297 0 0</inkml:trace>
  <inkml:trace contextRef="#ctx0" brushRef="#br0" timeOffset="1">449 957 132 0 0,'-3'-15'571'0'0,"-7"-42"25"0"0,8 42-19 0 0,1-18-30 0 0,-1-2 3692 0 0,1 25-4015 0 0,1-5-27 0 0,-1-1 3632 0 0,-11 40-3319 0 0,-36 73-21 0 0,29-63-32 0 0,-6 2-30 0 0,23-33-363 0 0,0 1 0 0 0,-1-1 0 0 0,1 0 0 0 0,-1 0 0 0 0,0 0 1 0 0,0 0-1 0 0,0 0 0 0 0,0 0 0 0 0,-6 3 0 0 0,0 0 55 0 0,-26 22 422 0 0,25-22-440 0 0,3 0 192 0 0,-6-2-22 0 0,-36 14-48 0 0,36-14 494 0 0,-7-13-584 0 0,20 9-133 0 0,-23-9 55 0 0,-39-24 1 0 0,60 31-50 0 0,-1 0-1 0 0,1 0 1 0 0,0 0 0 0 0,-1 0 0 0 0,1 0-1 0 0,0 0 1 0 0,0 0 0 0 0,1-1 0 0 0,-1 1 0 0 0,0-1-1 0 0,1 1 1 0 0,0-1 0 0 0,-1 0 0 0 0,1 0-1 0 0,0 0 1 0 0,0 1 0 0 0,0-6 0 0 0,-5-19 23 0 0,1 1 1 0 0,1-1-1 0 0,1 0 1 0 0,2 0-1 0 0,0-1 1 0 0,2 1-1 0 0,1 0 1 0 0,2 0-1 0 0,0 0 1 0 0,16-49-1 0 0,-20 75-28 0 0,49-142 102 0 0,-37 114-64 0 0,2 0-1 0 0,28-46 1 0 0,-32 60-22 0 0,9-15 29 0 0,2 0 1 0 0,39-43 0 0 0,-19 29 24 0 0,-28 30-71 0 0,2-3-29 0 0,1 1 1 0 0,31-23 0 0 0,-19 18-108 0 0,-21 15-77 0 0,0 1-87 0 0,20-15-84 0 0,-20 15-80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0.2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49 92 0 0,'0'0'2406'0'0,"16"-6"-1254"0"0,50-17-62 0 0,-50 17-73 0 0,-2 4-88 0 0,41-7-86 0 0,-41 7 1241 0 0,9 6-1516 0 0,70 14-64 0 0,-90-18-454 0 0,0 1 0 0 0,0-1 0 0 0,0 1 0 0 0,0 0 0 0 0,0 0 0 0 0,0 0-1 0 0,0 0 1 0 0,4 2 0 0 0,24 15 335 0 0,-17-8-82 0 0,8 15-95 0 0,-16-19-114 0 0,-1 4-126 0 0,17 33-136 0 0,-22-42 142 0 0,1 0 0 0 0,0 0 0 0 0,-1 0 0 0 0,1 1 1 0 0,-1-1-1 0 0,1 0 0 0 0,-1 1 0 0 0,1-1 0 0 0,-1 0 0 0 0,0 1 0 0 0,0-1 1 0 0,0 3-1 0 0,2 30-482 0 0,-2-25-155 0 0,-7 5-266 0 0,1-1 511 0 0,-3 8-1006 0 0,-2 0 0 0 0,-14 20-1 0 0,21-36-1276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0.6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513 410 876 0 0,'0'0'10492'0'0,"-5"22"-9262"0"0,-54 332 4005 0 0,30-189-2959 0 0,-57 182-1 0 0,50-211-2134 0 0,13-46-512 0 0,-42 144-5205 0 0,63-229 3954 0 0</inkml:trace>
  <inkml:trace contextRef="#ctx0" brushRef="#br0" timeOffset="1">99 93 304 0 0,'0'0'962'0'0,"-2"-15"-56"0"0,-3-47-10 0 0,3 47 6722 0 0,2 44-7125 0 0,-4 189 406 0 0,3-210-854 0 0,-35 432 1949 0 0,28-362-1803 0 0,3-15-310 0 0,5-51 62 0 0,-1-4-30 0 0,1 0 1 0 0,-1-1 0 0 0,0 1-1 0 0,-3 10 1 0 0,3-9-111 0 0,-2 7 100 0 0,-5 6-2783 0 0,-5 6 1829 0 0,10-21-731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0.9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235 0 412 0 0,'0'0'9224'0'0,"3"26"-8476"0"0,8 75-55 0 0,-8-61-62 0 0,-7 167 1343 0 0,2-179-1800 0 0,1-1 120 0 0,-7 30-1 0 0,-10 44-317 0 0,17-95-164 0 0,-1 5-148 0 0,-2 0 8 0 0,-1 8 195 0 0,3 2-7814 0 0</inkml:trace>
  <inkml:trace contextRef="#ctx0" brushRef="#br0" timeOffset="1">37 31 448 0 0,'0'0'9595'0'0,"-2"23"-10161"0"0,-4 68-178 0 0,7-89 621 0 0,-1 0-1 0 0,0 0 1 0 0,0 0-1 0 0,0 0 0 0 0,-1 1 1 0 0,1-1-1 0 0,0 0 0 0 0,-1 0 1 0 0,0 0-1 0 0,1 0 0 0 0,-1 0 1 0 0,-2 3-1 0 0,-15 27-2572 0 0,13-24 202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1.3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758 611 716 0 0,'0'0'973'0'0,"-16"13"-71"0"0,-45 38-59 0 0,59-49-755 0 0,-1 0 0 0 0,1 0-1 0 0,-1 0 1 0 0,1 0 0 0 0,-1 0 0 0 0,0-1 0 0 0,0 1 0 0 0,-4 1 0 0 0,-7 3 157 0 0,-45 17 873 0 0,46-17-917 0 0,7-3-69 0 0,0-1 0 0 0,0 0 0 0 0,-1 0 0 0 0,1 0 0 0 0,0 0 0 0 0,-12 0 0 0 0,5 1 31 0 0,7-1-37 0 0,0 0 0 0 0,1-1 0 0 0,-1 0 0 0 0,0-1-1 0 0,-9 1 1 0 0,-72-4 622 0 0,69 2-408 0 0,2-4-28 0 0,-46-17-34 0 0,60 21-257 0 0,0 1 0 0 0,-1-1 0 0 0,1 0-1 0 0,0 0 1 0 0,0 0 0 0 0,0 0 0 0 0,0 0 0 0 0,0-1 0 0 0,1 1 0 0 0,-1 0 0 0 0,-3-4 0 0 0,-4-3 34 0 0,0 1-3 0 0,0-1 1 0 0,0-1 0 0 0,1 1-1 0 0,0-2 1 0 0,1 1-1 0 0,-12-19 1 0 0,10 9 23 0 0,0-1-1 0 0,1 0 1 0 0,2 0-1 0 0,-7-32 1 0 0,-9-85 174 0 0,8 37-63 0 0,13 98-174 0 0,1-1 0 0 0,-1 1 0 0 0,1 0 1 0 0,0-1-1 0 0,0 1 0 0 0,0 0 0 0 0,0-1 1 0 0,1-3-1 0 0,6-52 127 0 0,-1 34 23 0 0,-2 11-105 0 0,-3 8-16 0 0,1 0 0 0 0,0 0 0 0 0,0 0-1 0 0,0 0 1 0 0,1 0 0 0 0,-1 0 0 0 0,8-8-1 0 0,24-39 400 0 0,-18 27-216 0 0,-13 19 1509 0 0,19 21-1407 0 0,63 44 25 0 0,-66-45-170 0 0,-13 0-3 0 0,1 5-37 0 0,-2-4 12 0 0,0 1-1 0 0,-1-1 1 0 0,-1 1 0 0 0,3 27 0 0 0,5 64 295 0 0,-11-85-257 0 0,0-4-143 0 0,0-7-35 0 0,0 0 0 0 0,-1 0 0 0 0,0 0 0 0 0,-1 0 0 0 0,0-1 0 0 0,0 1 0 0 0,-2 0 0 0 0,-6 17 1 0 0,-15 26-464 0 0,-40 64 1 0 0,13-48-966 0 0,35-55 417 0 0,-6 2 23 0 0,-44 25 0 0 0,49-32-1713 0 0,-38 13 0 0 0,49-21-771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1.7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0 200 8 0 0,'0'0'1035'0'0,"1"-13"-80"0"0,4-42-74 0 0,-4 41-22 0 0,4 4-16 0 0,15-28-40 0 0,-15 28-52 0 0,1 4-60 0 0,18-18-60 0 0,-18 18 487 0 0,4 2-635 0 0,30-11-43 0 0,-30 11 1560 0 0,13 14-1749 0 0,73 31-28 0 0,-94-41-209 0 0,0 1 0 0 0,0 0-1 0 0,0-1 1 0 0,0 1 0 0 0,0 0 0 0 0,0 0 0 0 0,0 0 0 0 0,0 0 0 0 0,0 1 0 0 0,0-1 0 0 0,-1 0 0 0 0,1 1 0 0 0,1 1-1 0 0,16 22 163 0 0,-15-19-18 0 0,1 3-7 0 0,13 30-10 0 0,-16-37-124 0 0,-1 0 0 0 0,1 1-1 0 0,-1-1 1 0 0,0 1 0 0 0,0 0 0 0 0,0-1 0 0 0,0 1 0 0 0,-1 0 0 0 0,1 0 0 0 0,-1-1-1 0 0,1 6 1 0 0,-1 0 18 0 0,2-1 164 0 0,-5 5-127 0 0,-5 36-14 0 0,6-37 7 0 0,-4-4-51 0 0,-15 22-6 0 0,16-22 964 0 0,30-10-772 0 0,74-7 14 0 0,-76 8-101 0 0,-15 7 0 0 0,18 17 117 0 0,-15-9 30 0 0,6 21 21 0 0,-12-17-16 0 0,1 41 226 0 0,-3-12-287 0 0,-4-23-18 0 0,-6 23-44 0 0,1-26-65 0 0,-67 105-810 0 0,58-110 217 0 0,-19 9-197 0 0,14-13-220 0 0,-25 7-342 0 0,43-17 1088 0 0,0-1 1 0 0,0 1 0 0 0,1-1 0 0 0,-1 1 0 0 0,0-1 0 0 0,0 1 0 0 0,0-1 0 0 0,0 0-1 0 0,0 0 1 0 0,0 0 0 0 0,1 0 0 0 0,-5-1 0 0 0,-59-3-3828 0 0,48 3 305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2.1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1 160 76 0 0,'3'-13'925'0'0,"8"-37"-66"0"0,-8 38-56 0 0,1 3-38 0 0,15-24-45 0 0,-15 25-52 0 0,3 2-49 0 0,18-17-37 0 0,-18 17 925 0 0,11 7-1062 0 0,75 2 425 0 0,-79 5-454 0 0,43 26-31 0 0,-32-17-33 0 0,-10-5-219 0 0,-3-4-8 0 0,-1 1-1 0 0,-1 0 0 0 0,1 1 0 0 0,-1 0 0 0 0,13 18 0 0 0,68 108 686 0 0,-80-115-686 0 0,4 22-62 0 0,-13-39-72 0 0,0-1 0 0 0,-1 1 1 0 0,1 0-1 0 0,-1 0 0 0 0,0 1 1 0 0,0-1-1 0 0,-1 0 0 0 0,1 0 1 0 0,-1 5-1 0 0,0 1-38 0 0,5 42-404 0 0,-5-39 331 0 0,1-9 32 0 0,-1 1 0 0 0,1-1 0 0 0,-1 0 0 0 0,0 0-1 0 0,-1 1 1 0 0,1-1 0 0 0,-1 0 0 0 0,-1 7 0 0 0,0-2-99 0 0,1 0-470 0 0,-3-1-205 0 0,-8 24-745 0 0,8-24-1055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2.4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694 613 116 0 0,'0'0'10035'0'0,"4"21"-9522"0"0,11 64-70 0 0,-11-64 288 0 0,-7 10-206 0 0,0-21-1836 0 0,1 8-4982 0 0</inkml:trace>
  <inkml:trace contextRef="#ctx0" brushRef="#br0" timeOffset="1">1 0 600 0 0,'0'0'9468'0'0,"6"19"-9076"0"0,21 55-95 0 0,-20-55-132 0 0,-7-7-195 0 0,0 61-641 0 0,1-60 470 0 0,0-7 7 0 0,-1 0 0 0 0,1 0 0 0 0,-2 0 1 0 0,1 0-1 0 0,-1 0 0 0 0,-2 10 0 0 0,2-3-259 0 0,-2 9-196 0 0,-3 9-2538 0 0,-3 10 725 0 0</inkml:trace>
  <inkml:trace contextRef="#ctx0" brushRef="#br0" timeOffset="2">33 672 932 0 0,'0'0'4448'0'0,"15"77"-2071"0"0,4-29-2917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4.6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0 459 276 0 0,'0'0'9892'0'0,"17"-11"-9556"0"0,52-33-22 0 0,-52 34 764 0 0,-2 9-858 0 0,48-3 1 0 0,-48 3 303 0 0,-1 0-373 0 0,42-5-10 0 0,-42 5 257 0 0,1 0-270 0 0,44-6-8 0 0,-44 6 274 0 0,0 0-262 0 0,45-2-4 0 0,-45 3 237 0 0,-1-2-260 0 0,77-5 345 0 0,-18 2-394 0 0,-55 3 70 0 0,-3 2-82 0 0,47 0-10 0 0,-47 0 52 0 0,2 0-52 0 0,88-4 117 0 0,-36 3-126 0 0,-51 1 12 0 0,-4-1-16 0 0,45 0 4 0 0,-45 1 28 0 0,3-2-28 0 0,52-6-11 0 0,-52 6 19 0 0,1 1-11 0 0,53-1-8 0 0,-54 1 22 0 0,5 2-18 0 0,63 0-6 0 0,-64-1 6 0 0,-6 0-2 0 0,45-3-3 0 0,-45 2 6 0 0,0 0 10 0 0,46-2-14 0 0,-45 2-12 0 0,1 0 27 0 0,4 2-14 0 0,1-1 16 0 0,38-4 0 0 0,-42 2-28 0 0,-3 0 2 0 0,1 0 1 0 0,28 2 0 0 0,60-1 50 0 0,-83 2-53 0 0,-2-1 2 0 0,0-1 0 0 0,26-3 1 0 0,41-6 44 0 0,0 2-20 0 0,-35-1 4 0 0,-36 6-33 0 0,0 0 0 0 0,29 0 1 0 0,26 0-3 0 0,20 0 12 0 0,7-2 13 0 0,-45 6-18 0 0,41-2 31 0 0,18-4 7 0 0,-29-1-20 0 0,-25 1-5 0 0,-43 4-9 0 0,6 0 8 0 0,3 0-14 0 0,66-6 17 0 0,0-2-11 0 0,2 3 1 0 0,-11 4-4 0 0,-60 1-4 0 0,0 0 6 0 0,96-3 17 0 0,-29-2 0 0 0,4 0-9 0 0,31 0 18 0 0,-68 4-23 0 0,-41 2-11 0 0,8 0-8 0 0,63 0 8 0 0,-49-1-5 0 0,37-4 31 0 0,-51 6-24 0 0,80 0-2 0 0,-3-2-13 0 0,13-5 3 0 0,-35 2 3 0 0,34 2 3 0 0,-12 1-25 0 0,-1-3 24 0 0,5-4 1 0 0,-4-1-19 0 0,0 2-6 0 0,-78 5 26 0 0,56-4 12 0 0,-3 2-1 0 0,0-2-7 0 0,-58 5 6 0 0,6 0 11 0 0,103-2-12 0 0,-64 1-2 0 0,-43 2-3 0 0,1-1 0 0 0,18-3 0 0 0,-22 2 2 0 0,1 1-1 0 0,-1 1 0 0 0,18 1 0 0 0,-14 0 5 0 0,-4 0 7 0 0,0 0 1 0 0,28-4-1 0 0,16-1 15 0 0,-43 3-4 0 0,5 1-5 0 0,98-4 56 0 0,-28 2-30 0 0,-29 0-41 0 0,-45 1-6 0 0,6 0 21 0 0,66-5-12 0 0,-51 5-12 0 0,-20 2 2 0 0,-5 0-1 0 0,0-1 0 0 0,0 0 0 0 0,23-3 0 0 0,26-4 24 0 0,-46 6-9 0 0,7 0 3 0 0,103-1 21 0 0,-35 0-12 0 0,-30 1-13 0 0,-45 1-7 0 0,7 0 26 0 0,69 1-23 0 0,-52-1-23 0 0,58-1 36 0 0,-78 3-13 0 0,-1-1 6 0 0,0-1 1 0 0,25-2-1 0 0,41-2-12 0 0,3 1 5 0 0,-49 2-6 0 0,-5 1-1 0 0,130-8 8 0 0,-144 5-10 0 0,59-3 4 0 0,-6 2 16 0 0,-37 3 5 0 0,71 0-1 0 0,-1-2 14 0 0,-17 2-11 0 0,12-4-17 0 0,-63 3-1 0 0,63 1 31 0 0,18 3-6 0 0,-51-1-22 0 0,-30-1 24 0 0,81-2 1 0 0,-14-2-40 0 0,179-3 102 0 0,-245 6-75 0 0,30-4-14 0 0,-29 2 16 0 0,47-2 14 0 0,-48 3 11 0 0,28-2-22 0 0,-29 4-22 0 0,45 7 13 0 0,-44-6 0 0 0,66-7 0 0 0,-22 2-4 0 0,-44 3 17 0 0,67 4 22 0 0,9 2 29 0 0,-9-3-56 0 0,-23-1-2 0 0,-41-1-3 0 0,77-2 23 0 0,-17 0-29 0 0,-31-2-24 0 0,-35 3 28 0 0,38 2 9 0 0,-35 0 2 0 0,43 2-1 0 0,-44-3 26 0 0,-18-2-44 0 0,-2 0-2 0 0,1 1 0 0 0,25 1 0 0 0,50 2 21 0 0,8-3 20 0 0,0 0 22 0 0,-3 3-11 0 0,-2-2 27 0 0,-1 4-49 0 0,4-4-14 0 0,-1 4-30 0 0,6-3 37 0 0,-1-1 7 0 0,-82 1-30 0 0,61-3 37 0 0,-62 1-37 0 0,60-2 44 0 0,18 2 16 0 0,3-1-2 0 0,21 1 44 0 0,-22 1-31 0 0,2 1 9 0 0,-35-2-57 0 0,-28 2-5 0 0,85 4 32 0 0,-28-2 7 0 0,-1-2-34 0 0,-74 1-24 0 0,62-1 44 0 0,-62-2-38 0 0,60 1 20 0 0,-17 3-31 0 0,-48-3-7 0 0,6 1 18 0 0,102 6 28 0 0,-44-5 20 0 0,-2 1-20 0 0,-58-2 0 0 0,-3-1-8 0 0,53 3 29 0 0,-52-3 15 0 0,-3 1-9 0 0,48 3-19 0 0,-48-3-7 0 0,2 0 7 0 0,2-1-35 0 0,-3-1 12 0 0,0 2-1 0 0,30 4 1 0 0,15 3-130 0 0,-46-6-88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5.9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0 461 816 0 0,'0'0'10434'0'0,"18"-14"-9868"0"0,51-39-35 0 0,-42 29-36 0 0,43-65 371 0 0,-33 43-156 0 0,104-145 620 0 0,-139 187-1279 0 0,1 0-1 0 0,0 0 1 0 0,0 0 0 0 0,1 0 0 0 0,-1 0-1 0 0,5-3 1 0 0,0 0 15 0 0,-3 1 2019 0 0,-1 27-1822 0 0,-3-15-235 0 0,2 15 63 0 0,0 1 0 0 0,-1-1 1 0 0,-2 0-1 0 0,0 1 0 0 0,-4 32 0 0 0,-10 25 505 0 0,-22 142 398 0 0,35-208-915 0 0,-1 0 0 0 0,0 0 0 0 0,-4 15 0 0 0,0-6-20 0 0,-16 98 340 0 0,7-20-111 0 0,11-19-770 0 0,2-46 127 0 0,1-26-101 0 0,0 0-1389 0 0,-1 1 1357 0 0,-1 7 203 0 0,3-9-3427 0 0,0 1-3290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5:26.3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2120 0 0,'0'0'11877'0'0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24.9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135 31 400 0 0,'0'0'4595'0'0,"17"-5"-3910"0"0,53-15-27 0 0,-53 14 1734 0 0,4 18-1848 0 0,65 38-36 0 0,-80-47-392 0 0,-1 1 0 0 0,0 1 0 0 0,0-1 0 0 0,0 1-1 0 0,0 0 1 0 0,0 0 0 0 0,-1 0 0 0 0,0 1 0 0 0,0 0 0 0 0,-1 0 0 0 0,5 10-1 0 0,-4-8-93 0 0,0-3 85 0 0,-1 1-1 0 0,1 0 1 0 0,-2 0 0 0 0,1 0 0 0 0,4 12 0 0 0,-4-6 7 0 0,3 8 207 0 0,-1 37 204 0 0,-3-21-286 0 0,-2-27-14 0 0,-3 5-23 0 0,-1 2-143 0 0,-9 45 188 0 0,7-26-135 0 0,6-32-100 0 0,0-1 0 0 0,-1 1 0 0 0,1 0-1 0 0,-1 0 1 0 0,0 0 0 0 0,0-1 0 0 0,0 1 0 0 0,0 0-1 0 0,0-1 1 0 0,0 1 0 0 0,-4 4 0 0 0,1 0 8 0 0,0 0 61 0 0,0-1-62 0 0,-15 21-8 0 0,15-20-22 0 0,-10-26 41 0 0,-42-55 116 0 0,42 56 710 0 0,10 12-424 0 0,-13-17 58 0 0,13 17 2254 0 0,-15 21-2382 0 0,-61 50-27 0 0,65-51-136 0 0,1 0-1 0 0,0 0 0 0 0,-20 29 1 0 0,25-30-201 0 0,-42 58 32 0 0,46-65-306 0 0,1 1-870 0 0,-12 22 221 0 0,12-22-245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25.2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670 0 976 0 0,'0'0'9556'0'0,"-16"17"-8550"0"0,-48 49-80 0 0,61-63-820 0 0,1 0 0 0 0,-1-1-1 0 0,1 1 1 0 0,-1 0-1 0 0,1 0 1 0 0,0 0 0 0 0,-3 6-1 0 0,-63 143 2518 0 0,29-76-1263 0 0,35-68-1024 0 0,0 1-44 0 0,-12 28-54 0 0,12-28 29 0 0,1-2-196 0 0,-11 18 1 0 0,10-18 16 0 0,-15-21-382 0 0,-60-43 292 0 0,60 43 24 0 0,14 8 66 0 0,-15-21 10 0 0,15 20 1074 0 0,-1 2-795 0 0,-20-17 11 0 0,20 16 976 0 0,-7 19-1016 0 0,-35 38 16 0 0,46-49-320 0 0,0 0 1 0 0,0 0 0 0 0,0 0 0 0 0,1 0 0 0 0,-1 1-1 0 0,1-1 1 0 0,-3 5 0 0 0,-23 46 615 0 0,-5 7-117 0 0,27-47-464 0 0,3-6-28 0 0,-1-1 1 0 0,1 0 0 0 0,-1 0 0 0 0,-1 0-1 0 0,1-1 1 0 0,-6 7 0 0 0,4-6 7 0 0,2-4-44 0 0,1 0 1 0 0,0 1 0 0 0,1-1-1 0 0,-1 1 1 0 0,0-1 0 0 0,1 1-1 0 0,-1 0 1 0 0,1-1 0 0 0,0 1 0 0 0,-1 3-1 0 0,-9 23-101 0 0,8-22-180 0 0,-1 0-884 0 0,-10 22 316 0 0,10-21-147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25.7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407 666 872 0 0,'0'0'11074'0'0,"-15"19"-10264"0"0,-71 80 637 0 0,56-66-787 0 0,28-29-563 0 0,-1-1 0 0 0,1-1 0 0 0,-1 1 0 0 0,0 0-1 0 0,1-1 1 0 0,-1 1 0 0 0,0-1 0 0 0,-1 0 0 0 0,-5 4 0 0 0,0-2 78 0 0,2 1 321 0 0,-5-1-56 0 0,-37 10-47 0 0,37-10 797 0 0,-7-14-940 0 0,-58-27-38 0 0,76 37-205 0 0,0 0 1 0 0,-1-1 0 0 0,1 1 0 0 0,0-1-1 0 0,0 1 1 0 0,0-1 0 0 0,-1 1 0 0 0,1-1-1 0 0,0 0 1 0 0,0 0 0 0 0,0 1 0 0 0,0-1-1 0 0,0 0 1 0 0,0 0 0 0 0,0 0 0 0 0,0 0-1 0 0,1 0 1 0 0,-1 0 0 0 0,0 0 0 0 0,1-1-1 0 0,-1 1 1 0 0,0 0 0 0 0,0-2 0 0 0,-31-86 274 0 0,32 87-271 0 0,0 0 0 0 0,-1 0 1 0 0,1 0-1 0 0,0 0 0 0 0,0 0 1 0 0,0 0-1 0 0,0 0 0 0 0,1 0 1 0 0,-1 0-1 0 0,2-3 0 0 0,1-21 34 0 0,3-17 24 0 0,1 1 0 0 0,3-1-1 0 0,24-68 1 0 0,-20 83-45 0 0,1 1 0 0 0,1 0 0 0 0,1 1 1 0 0,2 1-1 0 0,0 1 0 0 0,44-41 0 0 0,-19 25-100 0 0,1 3 0 0 0,88-57 0 0 0,-127 91-177 0 0,4-3-87 0 0,30-17-79 0 0,-30 17-81 0 0,-35 28-9430 0 0,-82 72 6751 0 0,47-47 243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26.0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834 81 536 0 0,'0'0'7769'0'0,"-15"-8"-7001"0"0,-48-25-77 0 0,47 24 1475 0 0,-3 20-1718 0 0,-59 31-19 0 0,75-41-388 0 0,0 1 1 0 0,0-1-1 0 0,1 1 0 0 0,-1-1 0 0 0,0 1 0 0 0,1 0 1 0 0,0 0-1 0 0,-1 0 0 0 0,-1 3 0 0 0,-107 139 1356 0 0,62-59-608 0 0,47-81-802 0 0,-14 34 361 0 0,13-28-295 0 0,0-3 162 0 0,4 3-161 0 0,5 28-38 0 0,-4-28-21 0 0,27-24-155 0 0,91-44 140 0 0,-90 44-2 0 0,-29 5 5 0 0,3-27 2 0 0,-3 27-11 0 0,-5-3-52 0 0,-15-37 19 0 0,14 37-12 0 0,-1 4-23 0 0,-21-21-27 0 0,20 22-58 0 0,-3 0-69 0 0,-28-20-77 0 0,35 24 260 0 0,0 1 0 0 0,0 0 0 0 0,-1-1 0 0 0,1 1 0 0 0,-1 0 0 0 0,1 1 0 0 0,-1-1 0 0 0,1 1 0 0 0,-1-1 0 0 0,-4 0 0 0 0,-2 0-97 0 0,1-2-390 0 0,-3 0-49 0 0,-36-14-30 0 0,36 13-19 0 0,1 0 6 0 0,-32-15 20 0 0,33 15 47 0 0,3-1 46 0 0,-20-17 73 0 0,20 17 82 0 0,1 0 45 0 0,-16-20 410 0 0,16 20 3896 0 0,-5 30-3250 0 0,7-15-631 0 0,-8 18 202 0 0,1-1 1 0 0,1 2-1 0 0,1-1 1 0 0,-8 55-1 0 0,-35 451 5486 0 0,11-151-3140 0 0,33-316-2942 0 0,-4 36-787 0 0,12-97 898 0 0,-1-1 1 0 0,1 1-1 0 0,-1-1 0 0 0,1 1 1 0 0,-1-1-1 0 0,-1 1 0 0 0,-1 5 1 0 0,0 0-177 0 0,0-1-945 0 0,-3 0-414 0 0,-18 26-1321 0 0,18-26-1959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26.5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1 102 1000 0 0,'0'0'3753'0'0,"9"-11"-2595"0"0,30-34-81 0 0,-30 34-74 0 0,3 6-67 0 0,33-15-76 0 0,-34 14 665 0 0,4 6-851 0 0,43-3-60 0 0,-43 3 936 0 0,2 8-1129 0 0,53 27-28 0 0,-68-35-368 0 0,-1 1 0 0 0,1-1 0 0 0,0 1 0 0 0,-1 0 0 0 0,1 0 0 0 0,-1 0 0 0 0,1 0 0 0 0,-1 0 0 0 0,0 0 0 0 0,1 0 0 0 0,-1 0-1 0 0,0 0 1 0 0,2 3 0 0 0,4 4 82 0 0,-4-5-45 0 0,0 0-1 0 0,-1 1 1 0 0,1 0-1 0 0,-1-1 0 0 0,0 1 1 0 0,1 0-1 0 0,1 7 0 0 0,2-2 26 0 0,-4-5-43 0 0,1 0-1 0 0,-1 0 0 0 0,0 0 0 0 0,-1 0 1 0 0,1 0-1 0 0,-1 1 0 0 0,1-1 0 0 0,0 8 0 0 0,11 38 150 0 0,-10-26-58 0 0,-3 20-76 0 0,-3-20-57 0 0,-4 7-28 0 0,-38 149-1255 0 0,43-175 1136 0 0,1 0-1 0 0,-1 0 1 0 0,1 0 0 0 0,0 0 0 0 0,-1 8 0 0 0,1-4-58 0 0,0-1-485 0 0,-2 1-2335 0 0,-1 1 2449 0 0,-1 6-235 0 0,-2 1-3108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26.8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435 106 212 0 0,'0'0'12719'0'0,"-13"19"-11920"0"0,-38 58-64 0 0,50-75-678 0 0,-1-1 0 0 0,1 1 0 0 0,-1 0 0 0 0,1 1 0 0 0,0-1-1 0 0,0 0 1 0 0,0 0 0 0 0,0 0 0 0 0,0 1 0 0 0,0-1 0 0 0,0 4-1 0 0,-1 7 157 0 0,2-4 25 0 0,-2-1 1 0 0,1 1 0 0 0,-6 15-1 0 0,3-11-70 0 0,-8 37 536 0 0,0 12-398 0 0,11-53-330 0 0,0-5-38 0 0,1 1 0 0 0,-1 0 0 0 0,0 0 0 0 0,0-1 0 0 0,-4 9 0 0 0,-5 17-396 0 0,7-23-210 0 0,0 1-1487 0 0,-11 21-400 0 0,10-22-1706 0 0</inkml:trace>
  <inkml:trace contextRef="#ctx0" brushRef="#br0" timeOffset="1">145 0 548 0 0,'0'0'10647'0'0,"-14"19"-10011"0"0,-43 57-88 0 0,55-75-516 0 0,1 1 1 0 0,-1-1-1 0 0,1 1 0 0 0,0 0 1 0 0,0-1-1 0 0,-1 1 0 0 0,1 0 1 0 0,0 0-1 0 0,0 0 0 0 0,1 0 1 0 0,-1 0-1 0 0,-1 4 0 0 0,-6 44 368 0 0,7-40-404 0 0,1-4-49 0 0,-1 0 0 0 0,0 0 1 0 0,0 0-1 0 0,-1-1 0 0 0,-2 7 1 0 0,-6 22-438 0 0,8-26-257 0 0,-3-1-347 0 0,-13 20-882 0 0,13-21-1269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27.2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229 1 1108 0 0,'0'0'6047'0'0,"-5"22"-4827"0"0,-13 66 30 0 0,11-51-36 0 0,2 5-459 0 0,-11 92 1746 0 0,16-124-2209 0 0,-1-1 0 0 0,0 1-1 0 0,0 0 1 0 0,-6 16 0 0 0,1-2-20 0 0,1 5 123 0 0,-14 55 1202 0 0,12-62-1397 0 0,-2 10 170 0 0,-6 34 0 0 0,14-53-372 0 0,0-6-47 0 0,0 0-1 0 0,0-1 1 0 0,0 1-1 0 0,-1 0 1 0 0,-4 10-1 0 0,-6 16-343 0 0,10-24-179 0 0,-3 0-190 0 0,-14 30-203 0 0,15-30-381 0 0,-5-3-1322 0 0,-25 15-1778 0 0,26-15 335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27.56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233 0 196 0 0,'0'0'8789'0'0,"26"10"-7986"0"0,76 28-57 0 0,-98-37-662 0 0,-1 0 1 0 0,1 1 0 0 0,-1-1 0 0 0,0 1-1 0 0,1-1 1 0 0,-1 1 0 0 0,6 4 0 0 0,35 31 1057 0 0,-35-30-978 0 0,25 26 567 0 0,-24-23-601 0 0,23 29 479 0 0,-27-32-503 0 0,-2-3-24 0 0,-1 0-1 0 0,1 1 0 0 0,-1-1 0 0 0,0 1 0 0 0,2 6 0 0 0,0-5 12 0 0,-3-4-44 0 0,-1 0-1 0 0,1 0 0 0 0,0 1 1 0 0,-1-1-1 0 0,0 1 1 0 0,0-1-1 0 0,0 1 1 0 0,0-1-1 0 0,0 1 1 0 0,0 0-1 0 0,0 4 0 0 0,2 1 13 0 0,-1-5-6 0 0,-1 0 0 0 0,0 0 0 0 0,0 0 0 0 0,0 0 0 0 0,-1 1 0 0 0,1-1 0 0 0,-1 0 0 0 0,1 5 0 0 0,-1-3-33 0 0,0 0-1 0 0,-1 0 1 0 0,1-1 0 0 0,-1 1 0 0 0,0 0 0 0 0,-3 8 0 0 0,0-2 6 0 0,2 0 2460 0 0,-31-18-2142 0 0,-101-18-32 0 0,100 18-21 0 0,29 17-25 0 0,-43 65 180 0 0,40-59-252 0 0,-17 43 128 0 0,21-48-286 0 0,-14 27 36 0 0,2-10-163 0 0,12-21-80 0 0,1 1-168 0 0,-11 24-129 0 0,10-24-91 0 0</inkml:trace>
  <inkml:trace contextRef="#ctx0" brushRef="#br0" timeOffset="1">41 181 676 0 0,'-1'-23'366'0'0,"-1"0"179"0"0,0-8 4665 0 0,0 11-5371 0 0,1 13 1496 0 0,0 15 5872 0 0,1 101-7214 0 0,0-82-191 0 0,-2-15-212 0 0,-8 49-1379 0 0,9-58 1328 0 0,1-1 1 0 0,-1 0-1 0 0,0 1 0 0 0,1-1 1 0 0,-1 0-1 0 0,0 0 0 0 0,0 1 1 0 0,-1-1-1 0 0,1 0 0 0 0,-2 3 1 0 0,-1 1-774 0 0,0 1-2407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27.9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16 1188 0 0,'0'0'2835'0'0,"24"-2"-1508"0"0,73-7-48 0 0,-59 7-86 0 0,35 0 911 0 0,-49 3-1188 0 0,73 4-78 0 0,-52 0-87 0 0,122 23 430 0 0,-148-25-1184 0 0,-5-1-166 0 0,1 0 0 0 0,25 9-1 0 0,6 2-807 0 0,-35-10-1249 0 0,2 1-1522 0 0,51 19 290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3.9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1419 187 428 0 0,'0'0'6665'0'0,"9"-9"-6095"0"0,28-27-28 0 0,-28 27 933 0 0,1 5-1057 0 0,30-13-40 0 0,-30 13 1758 0 0,6 18-1985 0 0,48 39-11 0 0,-63-52-135 0 0,0 0 1 0 0,0-1 0 0 0,0 1-1 0 0,1 0 1 0 0,-1-1 0 0 0,0 1-1 0 0,0 0 1 0 0,0 0 0 0 0,-1 0-1 0 0,1 0 1 0 0,0 0 0 0 0,0 0-1 0 0,0 0 1 0 0,-1 1 0 0 0,1-1-1 0 0,-1 0 1 0 0,1 0 0 0 0,-1 1-1 0 0,1-1 1 0 0,-1 0 0 0 0,1 2-1 0 0,0 10 34 0 0,9 37 153 0 0,-6-39-161 0 0,-2-6-12 0 0,0 0-1 0 0,-1 0 1 0 0,0 0-1 0 0,0 0 0 0 0,0 0 1 0 0,0 0-1 0 0,-1 9 1 0 0,4 48 135 0 0,-3-28-84 0 0,0-25-4 0 0,-4 2-8 0 0,-10 34-4 0 0,10-34-7 0 0,0-4 2 0 0,-9 20 5 0 0,10-21 35 0 0,-6 0-50 0 0,-22 19 4 0 0,23-19 226 0 0,-19-15-220 0 0,-78-27 19 0 0,78 27 9 0 0,20 3 16 0 0,-18-18 32 0 0,18 18 1020 0 0,-11 17-1038 0 0,-48 35-8 0 0,63-45-93 0 0,0 0 0 0 0,0 1 1 0 0,0-1-1 0 0,1 0 0 0 0,-1 1 0 0 0,0-1 0 0 0,1 1 0 0 0,-1-1 1 0 0,1 1-1 0 0,-1 0 0 0 0,0 2 0 0 0,-66 104 133 0 0,64-101-243 0 0,0 0-60 0 0,-12 21-67 0 0,12-21-73 0 0,-4-2-1851 0 0,-26 14 1354 0 0,25-14-40 0 0,-8-21-2285 0 0,-51-45 2550 0 0,65 59 515 0 0,0-1 0 0 0,0 1 0 0 0,0-1 1 0 0,1 0-1 0 0,-1 0 0 0 0,1 0 0 0 0,-2-3 1 0 0,-16-26-341 0 0,1-1 0 0 0,-25-61 0 0 0,40 84 389 0 0,-10-32 49 0 0,7 13 61 0 0,6 21 296 0 0,-1 0-118 0 0,-5-25 48 0 0,5 24 5611 0 0,2 36-5434 0 0,0 82-13 0 0,-2-72-42 0 0,-9 21 316 0 0,4-26-434 0 0,6-24-39 0 0,-2 1-42 0 0,-7 25-14 0 0,8-25 237 0 0,-3-2-422 0 0,2 1-44 0 0,2-5-23 0 0,-1 0 0 0 0,1 0 0 0 0,-1-1 0 0 0,1 1 0 0 0,-1 0 0 0 0,0-1 0 0 0,0 1 0 0 0,-3 2 0 0 0,-17-18 10 0 0,-66-40-5 0 0,59 34 27 0 0,2-5 22 0 0,20 18 492 0 0,-6 16-452 0 0,-41 29 15 0 0,52-38-84 0 0,1 0 0 0 0,-1 0 0 0 0,1 0 0 0 0,-1 1-1 0 0,1-1 1 0 0,-1 0 0 0 0,1 1 0 0 0,0-1 0 0 0,0 0 0 0 0,0 1-1 0 0,0-1 1 0 0,0 1 0 0 0,0 0 0 0 0,0-1 0 0 0,0 3 0 0 0,-49 103 195 0 0,45-94-169 0 0,-15 26 127 0 0,12-26-127 0 0,3-6-15 0 0,1-1 0 0 0,0 1 0 0 0,0 0 0 0 0,1 1 0 0 0,-4 9 0 0 0,-4 13-11 0 0,8-23-78 0 0,0 1-72 0 0,-8 24-73 0 0,8-24-87 0 0,-17-23-8862 0 0,-61-47 8385 0 0,79 61 741 0 0,0 0-1 0 0,0 0 1 0 0,1 0 0 0 0,-1 0-1 0 0,1 0 1 0 0,-1 0 0 0 0,1-1-1 0 0,-1 1 1 0 0,1 0 0 0 0,0-1-1 0 0,0 1 1 0 0,-1-1 0 0 0,1 0-1 0 0,0 1 1 0 0,-1-4 0 0 0,-17-46-684 0 0,8 19 567 0 0,8 24 108 0 0,1 0 91 0 0,-8-24 77 0 0,7 24 6176 0 0,-16 23-6004 0 0,-58 44-34 0 0,58-45 193 0 0,7-12-261 0 0,-3 1-126 0 0,7-2 30 0 0,0 1 1 0 0,0-1-1 0 0,1-1 1 0 0,-10 1 0 0 0,6-12-30 0 0,7 7-58 0 0,-4-4 3 0 0,0 0 0 0 0,0 0 1 0 0,1-1-1 0 0,0 0 0 0 0,0 0 1 0 0,1-1-1 0 0,-8-17 0 0 0,10 0 2 0 0,4-24-11 0 0,2 1-1 0 0,14-89 1 0 0,-4 93-1 0 0,2 0 1 0 0,2 0 0 0 0,2 2 0 0 0,2 0 0 0 0,31-49-1 0 0,-36 76-7 0 0,-6 8 6 0 0,13-12-4 0 0,21-26 0 0 0,-31 38-25 0 0,21-10-16 0 0,-25 14-28 0 0,3 2-459 0 0,2-1 319 0 0,6-1 53 0 0,2 0-5588 0 0,-28 28 2841 0 0,-28 92 221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4.3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864 185 420 0 0,'0'0'4214'0'0,"-27"2"-3476"0"0,-87 12-45 0 0,100-11-541 0 0,-12 5 13 0 0,-4 18 788 0 0,-110 128 1288 0 0,134-147-2107 0 0,1 0 0 0 0,-1 0 0 0 0,1 0 0 0 0,1 1 0 0 0,-5 8 1 0 0,2-1 16 0 0,4-11-77 0 0,0-1 1 0 0,1 1 0 0 0,-1 0 0 0 0,1 0-1 0 0,0 0 1 0 0,0 1 0 0 0,1-1 0 0 0,-2 8 0 0 0,0-2 45 0 0,2-8-79 0 0,0 0-1 0 0,0 1 1 0 0,0-1-1 0 0,0 0 1 0 0,0 1-1 0 0,1-1 1 0 0,-1 1 0 0 0,1-1-1 0 0,0 1 1 0 0,0-1-1 0 0,0 1 1 0 0,0 2-1 0 0,0 3 54 0 0,0-2 813 0 0,10 3-724 0 0,31 24-23 0 0,-30-25 336 0 0,8-24-490 0 0,61-48-39 0 0,-62 49 0 0 0,-16 6-10 0 0,-2-35-203 0 0,-7 29 83 0 0,5 10 143 0 0,-15-32-182 0 0,-23-36 1 0 0,8 19-309 0 0,-37-51-107 0 0,35 57-181 0 0,-8-4-88 0 0,16 23 492 0 0,20 21 34 0 0,-1 2 27 0 0,-18-18 45 0 0,18 18 625 0 0,0 27 105 0 0,-24 70 67 0 0,29-83-425 0 0,0 0 1 0 0,1 0-1 0 0,0 1 1 0 0,1-1-1 0 0,0 0 1 0 0,0 1-1 0 0,1-1 1 0 0,0 0-1 0 0,2 12 0 0 0,2 14 237 0 0,-1 35 600 0 0,-3 0-1 0 0,-4 0 0 0 0,-15 99 0 0 0,10-122-499 0 0,-5 30 723 0 0,-33 112-1 0 0,-62 174 456 0 0,87-287-2364 0 0,-1 4-1693 0 0,19-71 1006 0 0,-3-1-1221 0 0,-18 20-1741 0 0,18-20 336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4.8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851 100 760 0 0,'0'0'1049'0'0,"-10"10"-64"0"0,-3 1-669 0 0,-34 29 1202 0 0,19-19-687 0 0,22-16-66 0 0,-7 1-68 0 0,-61 30 528 0 0,24-13-703 0 0,23-13-52 0 0,-31 6-43 0 0,28-9-43 0 0,-30 2-29 0 0,31-7-30 0 0,-26 0-28 0 0,41-2 213 0 0,-6-4-284 0 0,-63-10-9 0 0,62 11-28 0 0,12-4-31 0 0,-30-21-22 0 0,38 27-125 0 0,0 0 0 0 0,-1 0 0 0 0,1 0 0 0 0,0 0 0 0 0,0 0 0 0 0,0 0 0 0 0,0 0 0 0 0,0-1 0 0 0,0 1 0 0 0,-2-3 0 0 0,-15-25 96 0 0,11 13-15 0 0,3 7-65 0 0,2 6-14 0 0,1-1 0 0 0,-1 1 0 0 0,1-1 0 0 0,0 0 0 0 0,0 1-1 0 0,1-1 1 0 0,-1 0 0 0 0,1 0 0 0 0,-1-4 0 0 0,-1-25 48 0 0,1 25 56 0 0,6-5-91 0 0,15-37 1 0 0,-15 38 92 0 0,7 9-48 0 0,36-7 27 0 0,-36 7 322 0 0,3 18-317 0 0,41 41-7 0 0,-54-55-91 0 0,-1 0 0 0 0,0-1 1 0 0,0 1-1 0 0,0 1 0 0 0,1-1 0 0 0,-1 0 1 0 0,0 0-1 0 0,0 0 0 0 0,-1 0 1 0 0,1 1-1 0 0,0-1 0 0 0,0 0 0 0 0,-1 1 1 0 0,1-1-1 0 0,-1 1 0 0 0,1 1 0 0 0,2 6 24 0 0,-1-5-15 0 0,-1 0 1 0 0,0-1-1 0 0,0 1 1 0 0,0 0-1 0 0,-1 0 1 0 0,1 1-1 0 0,-1-1 1 0 0,0 5-1 0 0,1 32 39 0 0,-1-31-60 0 0,-4 3-71 0 0,-15 37-85 0 0,8-27-114 0 0,-46 57-661 0 0,44-68 263 0 0,5-3 410 0 0,4-5 57 0 0,-1 0 1 0 0,1 0-1 0 0,-1 0 0 0 0,1-1 1 0 0,-1 0-1 0 0,0 0 1 0 0,-8 4-1 0 0,-39 22-1707 0 0,50-27 1523 0 0,-1-1-1 0 0,1 1 0 0 0,-1-1 1 0 0,0 0-1 0 0,0 0 1 0 0,0 0-1 0 0,-5 1 1 0 0,-65 16-2510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5.2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0 899 76 0 0,'0'0'11942'0'0,"22"-18"-11249"0"0,63-54-27 0 0,-66 55-344 0 0,-14 6-11 0 0,0-4-72 0 0,-2 6-70 0 0,0 0 0 0 0,-1 0 0 0 0,0-1 0 0 0,0 1 0 0 0,-1-1 0 0 0,0 1 0 0 0,-1-14 0 0 0,-11-198 1401 0 0,5 176-1396 0 0,3 21 135 0 0,-1-37 0 0 0,2 41-215 0 0,1 7-20 0 0,0 0 0 0 0,1 0-1 0 0,0 0 1 0 0,1 0 0 0 0,4-22 0 0 0,-4 24-34 0 0,-1 7-20 0 0,0 0-1 0 0,1-1 1 0 0,0 1-1 0 0,-1-1 1 0 0,2 1-1 0 0,-1 0 1 0 0,0 0-1 0 0,4-7 1 0 0,-2 2 9 0 0,-1 3-11 0 0,0 1 0 0 0,0-1-1 0 0,0 1 1 0 0,1 0 0 0 0,3-6 0 0 0,10-17 4 0 0,-12 21-8 0 0,5 0-24 0 0,28-21-8 0 0,-28 21-10 0 0,2 3-32 0 0,33-10-49 0 0,-33 11-48 0 0,4 2-291 0 0,45-3 178 0 0,-45 3-41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5.5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543 516 100 0 0,'0'0'10051'0'0,"-1"13"-9734"0"0,-4 41-112 0 0,1-33-142 0 0,2-12-84 0 0,-14 27-355 0 0,12-26 230 0 0,2-5-10 0 0,-1 1-1 0 0,0-1 0 0 0,1 0 0 0 0,-2 0 1 0 0,1 0-1 0 0,-4 5 0 0 0,-50 62-4327 0 0,52-67 1888 0 0</inkml:trace>
  <inkml:trace contextRef="#ctx0" brushRef="#br0" timeOffset="1">54 1017 264 0 0,'-9'9'771'0'0,"-26"28"-41"0"0,26-28 8112 0 0,33-28-8375 0 0,77-64-55 0 0,-90 72-324 0 0,6-8 12 0 0,-7-17 445 0 0,-2-3-327 0 0,-1 0 1 0 0,-2-1-1 0 0,-1 0 0 0 0,-4-57 1 0 0,-6 13 201 0 0,-13-73-78 0 0,16 94-70 0 0,-4-44-70 0 0,6 100-122 0 0,2-4-12 0 0,2-49 74 0 0,-2 58-136 0 0,-1 0 1 0 0,0 0-1 0 0,1-1 0 0 0,-1 1 0 0 0,1 0 0 0 0,-1 0 0 0 0,1 0 0 0 0,0 0 0 0 0,0 0 0 0 0,0 0 0 0 0,2-3 1 0 0,0 0 4 0 0,-1-2 22 0 0,6 1-10 0 0,20-18 2 0 0,-21 18 5 0 0,6-1-12 0 0,1-1-13 0 0,-4 3 0 0 0,0-1 0 0 0,0 2 0 0 0,21-8 0 0 0,-16 6-4 0 0,-5 1 1 0 0,0 1-1 0 0,0 1 1 0 0,1-1-1 0 0,10-1 1 0 0,26-6-23 0 0,-35 8-52 0 0,7 10-1205 0 0,54 23 802 0 0,-57-22 197 0 0,-15 2-33 0 0,-10 35-413 0 0,1-21-152 0 0,-1-6 276 0 0,-1 0 0 0 0,-1-1 0 0 0,0 0 0 0 0,-25 26 0 0 0,5-11-2440 0 0,26-26 231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5.9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105 0 544 0 0,'0'0'6021'0'0,"-79"85"-7546"0"0,54-54-575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6.3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0 248 0 0,'0'0'8695'0'0,"26"1"-7695"0"0,80 3-85 0 0,-65-3-105 0 0,19 0-79 0 0,-45 0-69 0 0,7-1-98 0 0,66 3-151 0 0,-66-2-218 0 0,-6 0-233 0 0,48 2-294 0 0,-48-2-364 0 0,-6 2-6442 0 0,40 10 3745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5.7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20 139 444 0 0,'0'0'4400'0'0,"7"-13"-3646"0"0,23-41-39 0 0,-22 41 650 0 0,2 8-704 0 0,33-14-17 0 0,-32 14-26 0 0,-1 2-19 0 0,31-10-1 0 0,-30 10 497 0 0,3 1-581 0 0,45-4-26 0 0,-45 4 904 0 0,1 8-946 0 0,43 20-10 0 0,-43-20-2 0 0,-8 4-22 0 0,23 27-43 0 0,-20-20-21 0 0,-5-3-203 0 0,-1 0 1 0 0,-1 0-1 0 0,0 0 1 0 0,-1 0-1 0 0,0 24 1 0 0,-4-16-36 0 0,0 1 1 0 0,-2-1-1 0 0,-1 0 1 0 0,0 0-1 0 0,-2 0 0 0 0,-1-1 1 0 0,0 1-1 0 0,-1-2 1 0 0,-2 0-1 0 0,0 0 1 0 0,-23 30-1 0 0,9-17-46 0 0,-1-2 0 0 0,-1-1 1 0 0,-2-2-1 0 0,-1 0 0 0 0,-56 38 0 0 0,77-59-100 0 0,-1-1 1 0 0,1 0-1 0 0,-1 0 1 0 0,-1-1-1 0 0,1 0 0 0 0,-13 4 1 0 0,20-9-7 0 0,0-3-78 0 0,2 2 114 0 0,0 0-1 0 0,-1 0 1 0 0,1 0-1 0 0,0-1 0 0 0,0 1 1 0 0,0 0-1 0 0,0-1 1 0 0,1 1-1 0 0,-1-1 0 0 0,0 1 1 0 0,0-1-1 0 0,1 1 1 0 0,-1-1-1 0 0,1 1 0 0 0,0-1 1 0 0,-1 0-1 0 0,1 1 1 0 0,0-1-1 0 0,0 0 0 0 0,0 1 1 0 0,0-1-1 0 0,0 0 1 0 0,0 1-1 0 0,1-1 0 0 0,-1 1 1 0 0,0-1-1 0 0,1 0 1 0 0,0 1-1 0 0,0-3 0 0 0,3-2 28 0 0,0 1 1 0 0,0-1-1 0 0,0 0 0 0 0,1 1 0 0 0,0 0 0 0 0,0 0 0 0 0,1 1 0 0 0,-1-1 0 0 0,1 1 0 0 0,0 0 0 0 0,0 1 1 0 0,0-1-1 0 0,11-3 0 0 0,7-2 311 0 0,0 2 0 0 0,40-7 0 0 0,-29 9 115 0 0,0 3-1 0 0,36 0 0 0 0,-7 1 126 0 0,-45 2-416 0 0,0 1-1 0 0,-1 1 0 0 0,0 0 0 0 0,1 1 0 0 0,22 9 1 0 0,2-1 12 0 0,-20-4-88 0 0,-18-6-78 0 0,1 0-1 0 0,-1-1 1 0 0,1 1-1 0 0,-1-1 0 0 0,1 0 1 0 0,7 0-1 0 0,73 3-1275 0 0,-62-6 298 0 0,-21 2 450 0 0,1-1-40 0 0,10-3-53 0 0,-10 3-70 0 0,-60-7-14888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6.1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77 0 492 0 0,'0'0'18140'0'0,"-1"1"-17366"0"0,-7 2-416 0 0,3 1 265 0 0,-26 23-1617 0 0,19-18-2200 0 0,0 2-4324 0 0,4-4 2637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7.9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406 114 688 0 0,'-5'-27'1806'0'0,"5"25"-904"0"0,2-2-23 0 0,0 2-442 0 0,3-7-368 0 0,-3 1 3930 0 0,14 0-3336 0 0,48-24-30 0 0,-48 24 535 0 0,-1 6-643 0 0,45-7-60 0 0,-45 7-45 0 0,-6 2-39 0 0,31 4-36 0 0,-36-3-275 0 0,-1 0-1 0 0,1 0 1 0 0,0 0-1 0 0,0 0 1 0 0,-1 1 0 0 0,1-1-1 0 0,-1 1 1 0 0,1 0-1 0 0,-1 0 1 0 0,0 1 0 0 0,0-1-1 0 0,0 1 1 0 0,0-1 0 0 0,3 4-1 0 0,-1 1 79 0 0,1 0 0 0 0,-1 0-1 0 0,0 0 1 0 0,5 11 0 0 0,-7-10-87 0 0,0-1-1 0 0,0 1 1 0 0,-1-1 0 0 0,0 1 0 0 0,0 0 0 0 0,-1 0 0 0 0,0 0 0 0 0,0 0 0 0 0,-1 0-1 0 0,0 0 1 0 0,-1 0 0 0 0,0 0 0 0 0,0 0 0 0 0,0 0 0 0 0,-1 0 0 0 0,0-1 0 0 0,-1 1-1 0 0,0-1 1 0 0,0 1 0 0 0,0-1 0 0 0,-8 11 0 0 0,0-1 22 0 0,-1 0-1 0 0,0 0 1 0 0,-2-1 0 0 0,0-1-1 0 0,-1 0 1 0 0,0-2 0 0 0,-23 17 0 0 0,20-17-115 0 0,-1-1 1 0 0,-1-1 0 0 0,0 0 0 0 0,0-2-1 0 0,-1 0 1 0 0,0-1 0 0 0,-1-1-1 0 0,-32 5 1 0 0,37-9-241 0 0,1-1-1 0 0,-1-1 1 0 0,0 0-1 0 0,0-1 1 0 0,0-1-1 0 0,1-1 1 0 0,-1 0-1 0 0,0-1 0 0 0,1-1 1 0 0,0-1-1 0 0,-30-11 1 0 0,34 9-602 0 0,-1-1 0 0 0,1 0 0 0 0,0-1 0 0 0,1 0 0 0 0,0-1-1 0 0,1 0 1 0 0,0 0 0 0 0,-14-19 0 0 0,-5-8-2359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8.3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700 129 428 0 0,'-2'-33'8046'0'0,"2"23"-7328"0"0,0-33-24 0 0,0 33 1994 0 0,-3 19-2062 0 0,-16 37 507 0 0,-2-1 1 0 0,-2 0-1 0 0,-31 44 1 0 0,21-33-375 0 0,31-53-681 0 0,0 0 0 0 0,0 0-1 0 0,0 0 1 0 0,-1 0 0 0 0,1 0 0 0 0,-1-1 0 0 0,1 1 0 0 0,-1-1-1 0 0,0 1 1 0 0,0-1 0 0 0,0 0 0 0 0,0 0 0 0 0,-4 1-1 0 0,4-2 13 0 0,-17-17-88 0 0,17 14-3 0 0,1 0 0 0 0,-1 0-1 0 0,0 0 1 0 0,0-1-1 0 0,1 1 1 0 0,0-1-1 0 0,-1 0 1 0 0,1 1-1 0 0,0-1 1 0 0,-1-3-1 0 0,-81-163-54 0 0,82 164 60 0 0,0 0-1 0 0,0 0 0 0 0,-1 0 0 0 0,0 0 0 0 0,0 0 0 0 0,-7-9 0 0 0,2 4 7 0 0,-23-36 120 0 0,26 38 149 0 0,1 2-107 0 0,-13-20-6 0 0,13 20 262 0 0,0 8-326 0 0,0 0-78 0 0,0 0 1 0 0,1 1 0 0 0,-1-1 0 0 0,0 1 0 0 0,1 0 0 0 0,0 0 0 0 0,0 0-1 0 0,0 1 1 0 0,0-1 0 0 0,0 1 0 0 0,-1 3 0 0 0,-30 54 31 0 0,15-26-136 0 0,-34 69-1120 0 0,48-97 964 0 0,-31 42-1692 0 0,33-46 1279 0 0,0 1 1 0 0,-1-1-1 0 0,1 0 1 0 0,-1 0 0 0 0,0 0-1 0 0,0 0 1 0 0,0-1-1 0 0,0 1 1 0 0,-9 2-1 0 0,4-4-3639 0 0,-19-3 324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8.6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288 20 304 0 0,'0'0'9589'0'0,"4"-3"-8708"0"0,13-10-17 0 0,-13 10-20 0 0,-6 14-35 0 0,1 1-623 0 0,-4 19 825 0 0,-12 47 1 0 0,6-42-367 0 0,6-19-275 0 0,0 0-1 0 0,-15 30 1 0 0,-79 121 1070 0 0,86-148-1938 0 0,3-4 265 0 0,-2 0 1 0 0,-22 26 0 0 0,29-38-364 0 0,0 1 1 0 0,0-1 0 0 0,0 0 0 0 0,-10 5-1 0 0,10-7-459 0 0,0 1 0 0 0,0-2-1 0 0,0 1 1 0 0,0 0 0 0 0,0-1 0 0 0,-9 1-1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9.0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1549 1 468 0 0,'0'0'1222'0'0,"6"5"-103"0"0,88 97 5794 0 0,-72-78-6593 0 0,-36-35-1457 0 0,3 1 1271 0 0,1 0 0 0 0,-16-20 1 0 0,25 29 31 0 0,1 0 1 0 0,-1-1 0 0 0,0 1-1 0 0,1 0 1 0 0,-1 0 0 0 0,0 0 0 0 0,0 0-1 0 0,0 0 1 0 0,0 0 0 0 0,0 0-1 0 0,0 1 1 0 0,0-1 0 0 0,0 0 0 0 0,0 0-1 0 0,-1 1 1 0 0,1-1 0 0 0,0 1 0 0 0,0-1-1 0 0,-1 1 1 0 0,1-1 0 0 0,0 1-1 0 0,-1 0 1 0 0,1 0 0 0 0,0 0 0 0 0,-3 0-1 0 0,1 0 172 0 0,-1 1 1 0 0,1-1-1 0 0,-1 1 0 0 0,1 0 0 0 0,0 1 0 0 0,-7 2 1 0 0,3-1-718 0 0,-6 4 898 0 0,0 0 0 0 0,0 0 0 0 0,1 2 0 0 0,-1-1 0 0 0,-15 16-1 0 0,-21 15 644 0 0,27-27-849 0 0,1 0 0 0 0,-1-1 1 0 0,-1-1-1 0 0,0-2 0 0 0,0 0 0 0 0,-1-1 1 0 0,0-1-1 0 0,0-2 0 0 0,-39 4 0 0 0,26-7-377 0 0,0-1-1 0 0,0-2 1 0 0,0-1-1 0 0,0-2 1 0 0,-56-15-1 0 0,-214-55-2912 0 0,72 18-640 0 0,72 23-984 0 0,91 20 452 0 0,-5-2 38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9.3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20 532 0 0,'0'0'3540'0'0,"18"-3"-2652"0"0,56-10 18 0 0,-55 10 887 0 0,9 10-941 0 0,90 27-15 0 0,-101-29-477 0 0,0 0 0 0 0,-1 2 0 0 0,1 0 0 0 0,-1 1-1 0 0,-1 0 1 0 0,1 1 0 0 0,-1 1 0 0 0,-1 1 0 0 0,21 19 0 0 0,-25-22-158 0 0,-2 0 0 0 0,1 1 0 0 0,-1 0 1 0 0,0 0-1 0 0,-1 1 0 0 0,0 0 1 0 0,-1 0-1 0 0,0 1 0 0 0,0-1 0 0 0,-2 1 1 0 0,5 13-1 0 0,-6-14-206 0 0,-1-1 0 0 0,0 0 0 0 0,-1 1 0 0 0,0-1 0 0 0,-1 1 1 0 0,0-1-1 0 0,0 1 0 0 0,-1-1 0 0 0,0 1 0 0 0,-1-1 0 0 0,0 0 0 0 0,0 1 0 0 0,-1-1 0 0 0,-6 14 0 0 0,-2 0-820 0 0,-21 34 0 0 0,27-49-124 0 0,0-1 0 0 0,-1 0 0 0 0,0 0 0 0 0,0 0 0 0 0,0-1 0 0 0,-1 0 0 0 0,-13 10 0 0 0,0-6-2471 0 0</inkml:trace>
  <inkml:trace contextRef="#ctx0" brushRef="#br0" timeOffset="1.01">242 390 256 0 0,'-5'-9'2164'0'0,"2"5"1769"0"0,-1 0-3705 0 0,4 4-128 0 0,0 0 1 0 0,0 0-1 0 0,-1 0 1 0 0,1-1-1 0 0,0 1 1 0 0,0 0 0 0 0,-1 0-1 0 0,1 0 1 0 0,0 0-1 0 0,0 0 1 0 0,-1 0-1 0 0,1 0 1 0 0,0 0 0 0 0,0 0-1 0 0,-1 0 1 0 0,1 0-1 0 0,0 0 1 0 0,0 0-1 0 0,-1 0 1 0 0,1 0 0 0 0,0 0-1 0 0,0 0 1 0 0,-1 0-1 0 0,1 0 1 0 0,0 1-1 0 0,0-1 1 0 0,0 0 0 0 0,-1 0-1 0 0,1 0 1 0 0,0 0-1 0 0,0 0 1 0 0,0 1-1 0 0,-1-1 1 0 0,1 0 0 0 0,0 0-1 0 0,0 0 1 0 0,0 1-1 0 0,0-1 1 0 0,-1 0-1 0 0,1 0 1 0 0,0 1 0 0 0,0-1-1 0 0,0 0 1 0 0,0 1-1 0 0,-65 128 3341 0 0,45-93-3484 0 0,4-16-4597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0.3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82 236 0 0,'0'0'5541'0'0,"12"-12"-4699"0"0,37-34-33 0 0,-37 34 761 0 0,3 11-817 0 0,44-7-38 0 0,-44 6 1720 0 0,-7 6-2283 0 0,-1-1 0 0 0,1 0 0 0 0,0 0 0 0 0,13 2 0 0 0,0 1-3 0 0,-18-5-98 0 0,0 0-1 0 0,-1 0 1 0 0,1 0 0 0 0,0 1-1 0 0,-1-1 1 0 0,1 1 0 0 0,-1-1-1 0 0,1 1 1 0 0,-1 0-1 0 0,0 0 1 0 0,0 0 0 0 0,0 0-1 0 0,0 0 1 0 0,0 1 0 0 0,-1-1-1 0 0,1 1 1 0 0,0-1 0 0 0,-1 1-1 0 0,0 0 1 0 0,0-1 0 0 0,0 1-1 0 0,0 0 1 0 0,0 0 0 0 0,0 3-1 0 0,4 11-11 0 0,-3-12-140 0 0,0 1 0 0 0,-1 0-1 0 0,0 0 1 0 0,0 0-1 0 0,0 0 1 0 0,-1 0-1 0 0,0 0 1 0 0,0 0 0 0 0,-1 0-1 0 0,1 0 1 0 0,-1 0-1 0 0,-1 0 1 0 0,1-1-1 0 0,-4 10 1 0 0,0-3-1092 0 0,0-1 0 0 0,0 0 1 0 0,-1 0-1 0 0,-1-1 0 0 0,1 0 0 0 0,-11 11 0 0 0,8-10-1755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0.6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544 42 184 0 0,'-53'-27'4685'0'0,"51"26"-3751"0"0,-7-6 302 0 0,1 3 2625 0 0,0 2 1479 0 0,2 7-3638 0 0,-2 13-2299 0 0,6-13 1312 0 0,-2 5-83 0 0,0 1 1 0 0,1 0-1 0 0,-3 21 0 0 0,-3 6 218 0 0,-21 58 1081 0 0,-45 97 0 0 0,19-55-899 0 0,-27 55-477 0 0,70-168-582 0 0,-79 175-2602 0 0,89-192 2267 0 0,0 2-553 0 0,-1 1 0 0 0,0-1-1 0 0,-1 0 1 0 0,0-1 0 0 0,-9 14-1 0 0,-21-47-13790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1.0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628 182 460 0 0,'0'-53'1032'0'0,"0"42"-72"0"0,-2 1-50 0 0,2-2-420 0 0,-2-8-247 0 0,-5-6 7360 0 0,0 9-7063 0 0,7 17-523 0 0,0 0-1 0 0,-1 0 1 0 0,1 0 0 0 0,0-1 0 0 0,0 1 0 0 0,0 0 0 0 0,0 0 0 0 0,0 0 0 0 0,0 0 0 0 0,0 0 0 0 0,-1 0 0 0 0,1 0 0 0 0,0 0 0 0 0,0 0 0 0 0,0 0 0 0 0,0 0 0 0 0,0 0 0 0 0,0 0 0 0 0,0 0 0 0 0,-1 0 0 0 0,1 0 0 0 0,0 0 0 0 0,0 0 0 0 0,0 0 0 0 0,0 0 0 0 0,0 0-1 0 0,0 0 1 0 0,-1 0 0 0 0,1 0 0 0 0,0 1 0 0 0,0-1 0 0 0,0 0 0 0 0,0 0 0 0 0,0 0 0 0 0,0 0 0 0 0,0 0 0 0 0,0 0 0 0 0,0 0 0 0 0,0 0 0 0 0,-1 0 0 0 0,1 0 0 0 0,0 1 0 0 0,0-1 0 0 0,0 0 0 0 0,0 0 0 0 0,0 0 0 0 0,0 0 0 0 0,0 0 0 0 0,0 0 0 0 0,0 0-1 0 0,0 1 1 0 0,0-1 0 0 0,0 0 0 0 0,0 0 0 0 0,0 0 0 0 0,0 0 0 0 0,0 1 0 0 0,-4 34 1298 0 0,4-24-1506 0 0,-6 52 922 0 0,-3 0-1 0 0,-2 0 1 0 0,-27 83-1 0 0,16-83-1312 0 0,-38 79-1 0 0,54-127 148 0 0,3-8-364 0 0,0 0-1 0 0,-1-1 0 0 0,1 1 0 0 0,-1-1 0 0 0,-1 1 0 0 0,-6 7 0 0 0</inkml:trace>
  <inkml:trace contextRef="#ctx0" brushRef="#br0" timeOffset="1">284 32 340 0 0,'0'0'4957'0'0,"1"-7"-4045"0"0,2-11-519 0 0,-1 11 105 0 0,-1 12 1258 0 0,-1 20-1065 0 0,1 9 220 0 0,-2-1 0 0 0,0 1-1 0 0,-3-1 1 0 0,-10 47 0 0 0,7-55-402 0 0,0 1-110 0 0,-1-1-1 0 0,0-1 1 0 0,-2 0 0 0 0,-14 25 0 0 0,6-18-204 0 0,5-9-278 0 0,-24 32 0 0 0,33-49-229 0 0,-1 0 0 0 0,0 0 0 0 0,0 0 1 0 0,0-1-1 0 0,0 1 0 0 0,0-1 1 0 0,-1 0-1 0 0,0-1 0 0 0,0 1 1 0 0,-9 2-1 0 0,7-7-1025 0 0,3-1 1002 0 0,2 1-127 0 0,-1 0 0 0 0,1 0-1 0 0,-1-1 1 0 0,1 1 0 0 0,0-1 0 0 0,-1 0-1 0 0,1 0 1 0 0,0 0 0 0 0,0 0 0 0 0,0-1-1 0 0,-4-4 1 0 0,-9-15-2903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1.4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538 66 796 0 0,'0'0'6373'0'0,"3"-10"-5603"0"0,8-26-51 0 0,-7 28-594 0 0,-4 19 2807 0 0,-1-3-2890 0 0,0-1-13 0 0,0 0 0 0 0,0 0-1 0 0,-1 0 1 0 0,0-1 0 0 0,0 1 0 0 0,0 0-1 0 0,-1-1 1 0 0,0 1 0 0 0,-7 10-1 0 0,3-8-277 0 0,0-1-1 0 0,-1 1 0 0 0,0-1 1 0 0,-1-1-1 0 0,1 0 0 0 0,-1 0 1 0 0,-18 9-1 0 0,7-6-1218 0 0,0 0 1 0 0,-1-2-1 0 0,-22 7 0 0 0,12-7-880 0 0</inkml:trace>
  <inkml:trace contextRef="#ctx0" brushRef="#br0" timeOffset="1">177 221 880 0 0,'-4'-4'187'0'0,"0"-1"1"0"0,0 0-1 0 0,0 0 0 0 0,0 0 1 0 0,1 0-1 0 0,0 0 1 0 0,0-1-1 0 0,0 0 0 0 0,1 1 1 0 0,-1-1-1 0 0,1 0 0 0 0,1 0 1 0 0,-1 0-1 0 0,1 0 0 0 0,0-1 1 0 0,1 1-1 0 0,0-7 0 0 0,2-2 475 0 0,2 7 1789 0 0,6-3-1959 0 0,30-33-20 0 0,-30 33 1217 0 0,-2 7-1314 0 0,26-13-6 0 0,-25 13 418 0 0,-9 4-756 0 0,1 0-1 0 0,-1 0 1 0 0,0 0-1 0 0,1 0 1 0 0,-1 0 0 0 0,1 0-1 0 0,-1 0 1 0 0,0 0-1 0 0,1 1 1 0 0,-1-1 0 0 0,1 0-1 0 0,-1 0 1 0 0,0 0-1 0 0,1 0 1 0 0,-1 1-1 0 0,0-1 1 0 0,1 0 0 0 0,-1 0-1 0 0,0 1 1 0 0,1-1-1 0 0,-1 0 1 0 0,0 0 0 0 0,1 1-1 0 0,-4 8 2720 0 0,-22 28-2338 0 0,1 2 0 0 0,2 0 0 0 0,2 1 0 0 0,2 2 0 0 0,2 0 0 0 0,-15 57 0 0 0,-24 155-1017 0 0,45-185-1705 0 0,10-66 1998 0 0,-1 0 1 0 0,1 0-1 0 0,-1-1 0 0 0,1 1 0 0 0,-1 0 1 0 0,0-1-1 0 0,0 1 0 0 0,0-1 0 0 0,-2 4 1 0 0,-9 9-4648 0 0,-2-6 1065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4.4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49 166 944 0 0,'19'-20'3143'0'0,"36"-30"-1"0"0,-38 36-2182 0 0,1 1 1 0 0,1 1-1 0 0,-1 1 1 0 0,41-18-1 0 0,-45 23-468 0 0,-11 5-372 0 0,0-1 0 0 0,0 1 0 0 0,0 0 0 0 0,0-1 1 0 0,0 1-1 0 0,0 1 0 0 0,0-1 0 0 0,0 0 0 0 0,0 1 1 0 0,0 0-1 0 0,1 0 0 0 0,-1 0 0 0 0,0 0 1 0 0,0 0-1 0 0,4 1 0 0 0,-4 0-88 0 0,-1 0 0 0 0,1 0 0 0 0,-1 0 0 0 0,0 0 0 0 0,1 0 0 0 0,-1 0 0 0 0,0 1 0 0 0,0-1 0 0 0,0 1 1 0 0,0 0-1 0 0,0 0 0 0 0,-1-1 0 0 0,1 1 0 0 0,0 0 0 0 0,-1 0 0 0 0,1 1 0 0 0,-1-1 0 0 0,0 0 0 0 0,0 0 0 0 0,0 1 0 0 0,0-1 0 0 0,0 1 0 0 0,0-1 0 0 0,0 4 0 0 0,-1 5 15 0 0,0-1 0 0 0,-1 1 0 0 0,0 0 0 0 0,-1-1-1 0 0,0 1 1 0 0,-1-1 0 0 0,0 0 0 0 0,-5 13 0 0 0,-42 80 132 0 0,40-84-130 0 0,-22 32 32 0 0,1-7 67 0 0,30-42-149 0 0,-1-1 8 0 0,-5 6-16 0 0,5-6 2 0 0,2 2-8 0 0,-1-3 15 0 0,1 0 1 0 0,0 1-1 0 0,0-1 0 0 0,0 0 1 0 0,0 1-1 0 0,-1-1 0 0 0,1 1 1 0 0,0-1-1 0 0,0 0 0 0 0,0 1 0 0 0,0-1 1 0 0,0 1-1 0 0,0-1 0 0 0,0 1 1 0 0,0-1-1 0 0,0 0 0 0 0,0 1 1 0 0,0-1-1 0 0,1 1 0 0 0,-1-1 0 0 0,0 0 1 0 0,0 1-1 0 0,0-1 0 0 0,0 1 1 0 0,1-1-1 0 0,-1 0 0 0 0,0 1 1 0 0,0-1-1 0 0,1 0 0 0 0,-1 1 1 0 0,1-1-1 0 0,3 2-1 0 0,86 43 18 0 0,-77-38-14 0 0,-1 1 0 0 0,-1 0 1 0 0,0 1-1 0 0,0 1 0 0 0,14 15 1 0 0,-13-11 22 0 0,4 2 174 0 0,-2 1 0 0 0,0 1 0 0 0,-2 1 1 0 0,13 21-1 0 0,-23-36-159 0 0,1 1 0 0 0,-1 1 0 0 0,0-1 0 0 0,-1 0 0 0 0,1 0 0 0 0,-1 1 0 0 0,0-1 1 0 0,0 1-1 0 0,0-1 0 0 0,-1 1 0 0 0,0-1 0 0 0,0 1 0 0 0,-1-1 0 0 0,1 1 0 0 0,-1-1 0 0 0,0 1 0 0 0,-1-1 0 0 0,1 0 0 0 0,-1 1 0 0 0,0-1 0 0 0,0 0 0 0 0,-4 5 0 0 0,-5 5 90 0 0,0 0 0 0 0,-1-1 0 0 0,0-1 0 0 0,-2 0 0 0 0,1-1-1 0 0,-1 0 1 0 0,-1-1 0 0 0,0 0 0 0 0,-1-2 0 0 0,0 1 0 0 0,0-2-1 0 0,-1 0 1 0 0,0-2 0 0 0,0 1 0 0 0,-23 4 0 0 0,34-10-196 0 0,1 0 0 0 0,-1 0 0 0 0,1-1 0 0 0,-1 1 0 0 0,0-1 0 0 0,1-1 0 0 0,-1 1 0 0 0,0-1 0 0 0,1 0-1 0 0,-1 0 1 0 0,1 0 0 0 0,-1-1 0 0 0,1 0 0 0 0,0 0 0 0 0,0 0 0 0 0,0-1 0 0 0,0 0 0 0 0,0 0 0 0 0,-8-6 0 0 0,9 4-112 0 0,0 1 1 0 0,0-1-1 0 0,0 0 0 0 0,0 0 1 0 0,1 0-1 0 0,-1-1 1 0 0,1 0-1 0 0,1 1 0 0 0,-1-1 1 0 0,1 0-1 0 0,-2-7 0 0 0,1 4-289 0 0,0 1 0 0 0,-1-1-1 0 0,0 1 1 0 0,-5-9-1 0 0,-1 3-576 0 0,7 8-61 0 0,0 1 1 0 0,-1-1-1 0 0,0 1 0 0 0,0 0 0 0 0,-1 1 0 0 0,-5-6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4.7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 1 808 0 0,'0'0'3526'0'0,"-7"4"-1669"0"0,3-1-3538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5.6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 52 340 0 0,'-1'-1'193'0'0,"1"0"1"0"0,-1 0-1 0 0,1 1 0 0 0,-1-1 0 0 0,1 0 0 0 0,-1 0 1 0 0,1 0-1 0 0,-1 0 0 0 0,1 0 0 0 0,0 0 1 0 0,0 0-1 0 0,0 0 0 0 0,-1 0 0 0 0,1 0 1 0 0,0 0-1 0 0,0 0 0 0 0,0 0 0 0 0,0 0 1 0 0,1 0-1 0 0,-1 0 0 0 0,0-1 0 0 0,0 1 1 0 0,1 0-1 0 0,-1 1 0 0 0,0-1 0 0 0,1 0 1 0 0,-1 0-1 0 0,1 0 0 0 0,-1 0 0 0 0,1 0 0 0 0,0 0 1 0 0,-1 0-1 0 0,1 1 0 0 0,0-1 0 0 0,-1 0 1 0 0,1 1-1 0 0,0-1 0 0 0,2-1 0 0 0,-1 1-12 0 0,0-1 1 0 0,1 0-1 0 0,-1 1 0 0 0,1-1 0 0 0,0 1 0 0 0,-1 0 0 0 0,1 0 0 0 0,0 0 0 0 0,0 0 0 0 0,0 1 0 0 0,-1-1 0 0 0,1 1 0 0 0,0 0 0 0 0,0 0 1 0 0,4 0-1 0 0,11 3 43 0 0,-1 1 0 0 0,0 1 0 0 0,0 1 0 0 0,-1 0 0 0 0,1 1 0 0 0,-2 1 0 0 0,1 0-1 0 0,-1 2 1 0 0,0-1 0 0 0,-1 2 0 0 0,0 0 0 0 0,0 1 0 0 0,-1 0 0 0 0,-1 0 0 0 0,12 17 0 0 0,-6-7 23 0 0,-1 1 0 0 0,0 1 0 0 0,19 39 0 0 0,-32-54-249 0 0,0 0-1 0 0,0 1 0 0 0,-1-1 1 0 0,0 1-1 0 0,-1 0 0 0 0,0 0 0 0 0,0 0 1 0 0,-1 0-1 0 0,-1 0 0 0 0,0 0 1 0 0,0 0-1 0 0,-1 0 0 0 0,-3 18 0 0 0,1-15-117 0 0,2-6-67 0 0,-1 1 0 0 0,0-1 1 0 0,0 1-1 0 0,-1-1 0 0 0,0 0 0 0 0,0 0 0 0 0,-1-1 0 0 0,1 1 0 0 0,-7 7 1 0 0,5-8-383 0 0,0 0 1 0 0,0-1-1 0 0,-1 1 1 0 0,-9 6-1 0 0,-15 3-4695 0 0,15-9 2332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6.0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755 285 268 0 0,'-15'-26'1659'0'0,"7"16"584"0"0,2-2 4257 0 0,3 18-5848 0 0,-10 41 791 0 0,7-25-1022 0 0,-1 1-1 0 0,0-2 0 0 0,-2 1 1 0 0,-13 23-1 0 0,19-39-576 0 0,-1 0 0 0 0,1-1 0 0 0,-1 0 0 0 0,-1 1 0 0 0,1-2 0 0 0,-1 1 0 0 0,0 0 0 0 0,0-1 0 0 0,0 0 0 0 0,0 0 0 0 0,-1-1 1 0 0,0 1-1 0 0,0-1 0 0 0,0 0 0 0 0,0-1 0 0 0,0 1 0 0 0,0-1 0 0 0,-1-1 0 0 0,-11 3 0 0 0,-6-2-1995 0 0,1-1 0 0 0,-42-4-1 0 0,24-1-826 0 0</inkml:trace>
  <inkml:trace contextRef="#ctx0" brushRef="#br0" timeOffset="1">0 18 828 0 0,'1'-1'161'0'0,"0"-1"0"0"0,0 1 1 0 0,0 0-1 0 0,0 0 0 0 0,0 0 0 0 0,0-1 0 0 0,0 1 0 0 0,1 0 1 0 0,-1 1-1 0 0,0-1 0 0 0,1 0 0 0 0,-1 0 0 0 0,1 0 0 0 0,-1 1 1 0 0,0-1-1 0 0,1 1 0 0 0,0-1 0 0 0,-1 1 0 0 0,1 0 0 0 0,-1 0 1 0 0,1-1-1 0 0,-1 1 0 0 0,1 0 0 0 0,-1 0 0 0 0,4 1 0 0 0,44 5 2118 0 0,-40-5-2136 0 0,9 3 682 0 0,1 0 1 0 0,35 13-1 0 0,-45-13-615 0 0,-1-1 0 0 0,0 2 0 0 0,1-1 0 0 0,-1 1-1 0 0,-1 1 1 0 0,1-1 0 0 0,9 11 0 0 0,-14-13-236 0 0,1 1 0 0 0,-1 0 0 0 0,-1-1 0 0 0,1 1 0 0 0,-1 1 0 0 0,1-1 0 0 0,-1 0 0 0 0,-1 0 0 0 0,1 1 0 0 0,0 0 0 0 0,-1-1 0 0 0,0 1 0 0 0,0-1 0 0 0,0 1 0 0 0,-1 0 0 0 0,0 0 0 0 0,0-1 0 0 0,0 1 0 0 0,0 0 0 0 0,-1 0 0 0 0,0-1 0 0 0,0 1 0 0 0,0 0 0 0 0,0-1 0 0 0,-3 6 0 0 0,-2 4-901 0 0,0-1 1 0 0,-1 1 0 0 0,-1-1-1 0 0,0 0 1 0 0,-1-1 0 0 0,-17 19-1 0 0,1-3-1571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6.4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572 411 368 0 0,'-3'-3'846'0'0,"-36"-38"6733"0"0,31 36 699 0 0,-2 30-7112 0 0,-8 31 0 0 0,0 0 156 0 0,-66 238 1799 0 0,70-240-2940 0 0,-22 54 0 0 0,-7 24-3331 0 0,42-128 2862 0 0,-1 0 0 0 0,1 0 0 0 0,-1 0 0 0 0,0 0 1 0 0,0 0-1 0 0,0 0 0 0 0,0-1 0 0 0,-5 5 0 0 0,-13 12-6003 0 0</inkml:trace>
  <inkml:trace contextRef="#ctx0" brushRef="#br0" timeOffset="1">156 36 584 0 0,'1'-2'1089'0'0,"12"-30"4670"0"0,-12 30-3567 0 0,1 9-1716 0 0,2 4-271 0 0,0 1-1 0 0,-1-1 1 0 0,-1 1-1 0 0,0 0 1 0 0,-1 0-1 0 0,0 0 1 0 0,-1 16-1 0 0,-7 18 120 0 0,-2-1-1 0 0,-2 0 1 0 0,-29 75-1 0 0,20-72-1293 0 0,-38 64-1 0 0,47-91 195 0 0,7-12-618 0 0,0-1 1 0 0,-1 0-1 0 0,-7 9 0 0 0,4-10-1272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6.7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135 10 408 0 0,'-2'-7'941'0'0,"2"5"238"0"0,1 8 5966 0 0,4 19-6455 0 0,-2 0 1 0 0,0 1-1 0 0,-2 30 0 0 0,-9 86 1419 0 0,7-131-2207 0 0,0 1 0 0 0,-2 0 0 0 0,1-1-1 0 0,-1 0 1 0 0,-1 1 0 0 0,0-1 0 0 0,0-1-1 0 0,-1 1 1 0 0,-1-1 0 0 0,0 1 0 0 0,0-1 0 0 0,-1-1-1 0 0,0 0 1 0 0,-12 13 0 0 0,15-19-296 0 0,0 0 1 0 0,0-1-1 0 0,0 1 1 0 0,-1-1-1 0 0,1 0 1 0 0,-7 3-1 0 0,-12 0-4377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7.2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580 11 1188 0 0,'0'0'1114'0'0,"1"-8"3"0"0,0 6-216 0 0,-1 7 4601 0 0,0 7-5169 0 0,0 0-1 0 0,-1 0 1 0 0,0 0-1 0 0,-6 23 1 0 0,5-28-305 0 0,0 1 0 0 0,-1-1 0 0 0,0 0 0 0 0,0 0 0 0 0,-1 0 0 0 0,1-1-1 0 0,-1 1 1 0 0,-1-1 0 0 0,1 0 0 0 0,-8 7 0 0 0,-3 0-713 0 0,0-1-1 0 0,-1-1 0 0 0,0 0 1 0 0,0-1-1 0 0,-1-1 1 0 0,-1-1-1 0 0,1 0 0 0 0,-1-1 1 0 0,-1-1-1 0 0,-20 4 0 0 0,-2 0-1708 0 0</inkml:trace>
  <inkml:trace contextRef="#ctx0" brushRef="#br0" timeOffset="1">108 266 40 0 0,'-9'-6'349'0'0,"-1"0"0"0"0,1 0 0 0 0,1-1 0 0 0,-1 0 1 0 0,1 0-1 0 0,0-1 0 0 0,-8-11 0 0 0,15 18-301 0 0,1 0 1 0 0,-1 0 0 0 0,1 0-1 0 0,0 0 1 0 0,-1 0-1 0 0,1 0 1 0 0,0 0-1 0 0,0 0 1 0 0,0 0-1 0 0,0 0 1 0 0,0 0-1 0 0,0 0 1 0 0,0 0-1 0 0,0-1 1 0 0,0 1-1 0 0,0 0 1 0 0,1-1 0 0 0,-1 0 86 0 0,1-2 18 0 0,-1 0-1 0 0,1 0 1 0 0,0 0 0 0 0,0 0 0 0 0,0 0 0 0 0,1 0-1 0 0,-1 1 1 0 0,1-1 0 0 0,0 0 0 0 0,0 1 0 0 0,0 0 0 0 0,4-6-1 0 0,1 1 178 0 0,0 0-1 0 0,0 1 0 0 0,12-10 0 0 0,-8 10 48 0 0,1 0 0 0 0,-1 0 0 0 0,1 1-1 0 0,1 1 1 0 0,-1 0 0 0 0,1 0 0 0 0,0 2 0 0 0,15-4-1 0 0,-25 7 836 0 0,10 8-673 0 0,-12-7-454 0 0,0 0-68 0 0,-1-1 0 0 0,0 0 0 0 0,0 1 0 0 0,1-1 0 0 0,-1 0 0 0 0,0 1 0 0 0,0-1 0 0 0,0 0-1 0 0,0 1 1 0 0,0-1 0 0 0,0 1 0 0 0,0-1 0 0 0,0 0 0 0 0,0 1 0 0 0,0-1 0 0 0,0 1-1 0 0,0-1 1 0 0,0 0 0 0 0,0 1 0 0 0,0-1 0 0 0,0 1 0 0 0,0-1 0 0 0,0 0 0 0 0,0 1-1 0 0,-1 0 1 0 0,-2 5 92 0 0,2-4-72 0 0,1 0 1 0 0,-1 0 0 0 0,0-1-1 0 0,0 1 1 0 0,0 0-1 0 0,-1 0 1 0 0,1 0 0 0 0,0-1-1 0 0,-1 1 1 0 0,-2 2-1 0 0,-3 4 46 0 0,-18 33 248 0 0,2 0 1 0 0,-20 49-1 0 0,-26 92 64 0 0,64-169-370 0 0,-5 19-57 0 0,0 0 0 0 0,-7 54-1 0 0,14-65-513 0 0,1 0 0 0 0,1 1-1 0 0,1-1 1 0 0,1 1-1 0 0,5 28 1 0 0,-4-41-145 0 0,0 2-411 0 0,-2 0-3324 0 0,0 3 1478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7.6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0 989 436 0 0,'18'77'6893'0'0,"-16"-74"-6660"0"0,-1 0 0 0 0,1-1-1 0 0,0 1 1 0 0,0-1 0 0 0,0 1-1 0 0,0-1 1 0 0,0 0-1 0 0,0 0 1 0 0,1 0 0 0 0,-1 0-1 0 0,5 3 1 0 0,-4-4 178 0 0,2-1-15 0 0,6-3-259 0 0,-7 2-43 0 0,-1-1 1 0 0,0 1-1 0 0,1-1 0 0 0,-1 0 1 0 0,0 0-1 0 0,0-1 0 0 0,0 1 1 0 0,0-1-1 0 0,0 1 0 0 0,-1-1 1 0 0,5-5-1 0 0,4-9 223 0 0,6-17 149 0 0,-1-2 0 0 0,18-58 0 0 0,-24 51-190 0 0,-2 1-1 0 0,-1-1 1 0 0,0-86-1 0 0,-5 81-121 0 0,-1-79 172 0 0,-3 81-211 0 0,3-1 0 0 0,1 2 0 0 0,10-50 1 0 0,-6 67-43 0 0,1-8 45 0 0,13-38 0 0 0,-3 33-6 0 0,-2 16-18 0 0,-15 24-90 0 0,1 0 0 0 0,0 0 0 0 0,0 0 0 0 0,-1 0 0 0 0,1 0 0 0 0,0 0 0 0 0,0 1 0 0 0,0-1 0 0 0,0 0 0 0 0,0 0 0 0 0,0 1 1 0 0,0-1-1 0 0,0 0 0 0 0,3 0 0 0 0,-2 0-32 0 0,3 6-206 0 0,-2-2 181 0 0,0 0 0 0 0,0 0 0 0 0,-1 1 0 0 0,1-1 0 0 0,-1 1 0 0 0,0-1-1 0 0,0 1 1 0 0,0 0 0 0 0,0 0 0 0 0,-1 0 0 0 0,0 0 0 0 0,1 0 0 0 0,-2 0 0 0 0,1 0-1 0 0,0 1 1 0 0,-1 7 0 0 0,0 11-409 0 0,-1 1 0 0 0,-1-1 1 0 0,-1 0-1 0 0,-1 0 0 0 0,-13 40 0 0 0,6-32-1311 0 0,-1 0 0 0 0,-2-1 0 0 0,-25 42 0 0 0,11-27-1326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7.9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755 48 368 0 0,'-17'7'660'0'0,"1"1"0"0"0,-1 0-1 0 0,1 1 1 0 0,1 1 0 0 0,0 1 0 0 0,0 0-1 0 0,1 1 1 0 0,-23 24 0 0 0,20-17 32 0 0,1 1 0 0 0,1 1 0 0 0,1 0 0 0 0,1 0 0 0 0,-20 44 0 0 0,32-61-565 0 0,-1-1-1 0 0,1 1 0 0 0,0 0 1 0 0,0 0-1 0 0,0 0 0 0 0,0 0 1 0 0,1-1-1 0 0,0 1 0 0 0,0 7 1 0 0,0-9-57 0 0,0 1 0 0 0,1-1 1 0 0,-1 0-1 0 0,1 1 0 0 0,0-1 1 0 0,0 0-1 0 0,0 0 0 0 0,0 0 1 0 0,0 0-1 0 0,1 0 0 0 0,-1 0 1 0 0,0 0-1 0 0,1 0 0 0 0,0 0 1 0 0,2 2-1 0 0,-3-3 86 0 0,-78-170-229 0 0,58 125-49 0 0,12 25 69 0 0,-1 1 1 0 0,-1 0 0 0 0,0 1 0 0 0,-1 0-1 0 0,-1 0 1 0 0,-15-17 0 0 0,-12-7 323 0 0,3 26 1272 0 0,29 18-1366 0 0,1-2-126 0 0,3 0-38 0 0,1-1 1 0 0,-1 0-1 0 0,1 1 1 0 0,-1-1-1 0 0,1 1 1 0 0,-1 0-1 0 0,1-1 1 0 0,-1 1-1 0 0,1 0 1 0 0,0 0-1 0 0,-1 0 1 0 0,1 0-1 0 0,0 0 1 0 0,0 0-1 0 0,0 1 1 0 0,0-1-1 0 0,0 0 0 0 0,0 1 1 0 0,0-1-1 0 0,0 0 1 0 0,0 1-1 0 0,1-1 1 0 0,-2 3-1 0 0,-8 48 655 0 0,-5 76 0 0 0,11-83-477 0 0,-1 0 0 0 0,-20 75 0 0 0,19-99-614 0 0,-1-2 1 0 0,-1 1 0 0 0,-1-1 0 0 0,-19 32 0 0 0,22-42-341 0 0,-2 0-1 0 0,1 0 0 0 0,-13 11 1 0 0,-11 5-4561 0 0,13-13 1821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8.3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1084 800 0 0,'2'-12'770'0'0,"0"0"0"0"0,1 1-1 0 0,0-1 1 0 0,7-13 0 0 0,7-26 826 0 0,-10 29-616 0 0,13-27 0 0 0,4-12 680 0 0,-18 43-1188 0 0,-1 0 0 0 0,-1 0 0 0 0,-1-1 0 0 0,-1 0 0 0 0,0 1 0 0 0,-1-1 0 0 0,-3-27 0 0 0,-4-12 999 0 0,-16-76-1 0 0,19 114-1217 0 0,0-1-1 0 0,1 1 1 0 0,2 0 0 0 0,0-1-1 0 0,1 1 1 0 0,1 0-1 0 0,1 0 1 0 0,10-39 0 0 0,-9 47-185 0 0,0-1-1 0 0,1 1 1 0 0,1 0 0 0 0,0 0 0 0 0,0 1-1 0 0,1-1 1 0 0,1 1 0 0 0,0 1 0 0 0,0 0 0 0 0,1 0-1 0 0,11-10 1 0 0,-7 9-68 0 0,0 0 1 0 0,1 0-1 0 0,0 1 0 0 0,1 1 0 0 0,0 0 0 0 0,0 2 1 0 0,0-1-1 0 0,18-4 0 0 0,-27 10-103 0 0,0 0 0 0 0,1 1 0 0 0,-1 0 0 0 0,0 0 0 0 0,1 0 0 0 0,-1 1 0 0 0,0 0 0 0 0,1 1 0 0 0,-1-1 0 0 0,7 2 0 0 0,-10-1 29 0 0,0 0 0 0 0,0-1 0 0 0,-1 1 0 0 0,1 1 0 0 0,-1-1 0 0 0,1 0 0 0 0,-1 0 1 0 0,1 1-1 0 0,-1 0 0 0 0,0-1 0 0 0,0 1 0 0 0,0 0 0 0 0,0 0 0 0 0,0 0 0 0 0,0 0 0 0 0,0 0 0 0 0,-1 1 0 0 0,1-1 0 0 0,-1 1 0 0 0,0-1 0 0 0,0 1 0 0 0,0-1 0 0 0,0 1 0 0 0,0-1 0 0 0,1 4 1 0 0,-1 6-227 0 0,0-1 1 0 0,0 1 0 0 0,-1 0 0 0 0,0-1 0 0 0,-1 1 0 0 0,0-1-1 0 0,-1 1 1 0 0,-1-1 0 0 0,0 0 0 0 0,0 0 0 0 0,-8 18 0 0 0,-2 0-2024 0 0,-2-1 0 0 0,-34 51 1 0 0,10-21-1088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8.7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231 163 876 0 0,'-4'1'950'0'0,"-15"0"-70"0"0,14-1 724 0 0,5 0-1566 0 0,0 0 1 0 0,0-1 0 0 0,0 1 0 0 0,0 0-1 0 0,0 0 1 0 0,-1-1 0 0 0,1 1-1 0 0,0 0 1 0 0,0 0 0 0 0,0-1-1 0 0,0 1 1 0 0,-1 0 0 0 0,1 0 0 0 0,0 0-1 0 0,0-1 1 0 0,-1 1 0 0 0,1 0-1 0 0,0 0 1 0 0,-1 0 0 0 0,1 0 0 0 0,0 0-1 0 0,0 0 1 0 0,-1-1 0 0 0,1 1-1 0 0,0 0 1 0 0,-1 0 0 0 0,1 0-1 0 0,-1 0 1 0 0,1 0-9 0 0,-1 0-1 0 0,1 0 1 0 0,0 0 0 0 0,-1 0-1 0 0,1 0 1 0 0,-1 0 0 0 0,1 0-1 0 0,0 0 1 0 0,-1 0 0 0 0,1-1-1 0 0,0 1 1 0 0,-1 0 0 0 0,1 0-1 0 0,0 0 1 0 0,-1-1 0 0 0,1 1-1 0 0,0 0 1 0 0,-1 0 0 0 0,1-1-1 0 0,0 1 1 0 0,0 0 0 0 0,-1-1-1 0 0,1 1 1 0 0,0 0-1 0 0,0-1 1 0 0,0 1 0 0 0,-1 0-1 0 0,1-1 1 0 0,0 1 0 0 0,0-1-1 0 0,0 1 1 0 0,0 0 0 0 0,0-1-1 0 0,0 1 1 0 0,0-1 0 0 0,0 1-1 0 0,1-7 272 0 0,1 0 0 0 0,0 0-1 0 0,0 1 1 0 0,0-1-1 0 0,1 1 1 0 0,0-1 0 0 0,1 1-1 0 0,4-6 1 0 0,0-1 521 0 0,1 1 0 0 0,21-21 0 0 0,-26 30-663 0 0,0 0 0 0 0,1-1 0 0 0,0 2 0 0 0,-1-1 0 0 0,7-2 0 0 0,-6 2-25 0 0,-2 2 70 0 0,0 0-6 0 0,13-1-12 0 0,-12 1 406 0 0,0 4-454 0 0,10 9-22 0 0,-14-12-111 0 0,0 0 0 0 0,0 0 0 0 0,1 1 0 0 0,-1-1 0 0 0,0 0 0 0 0,0 1-1 0 0,0-1 1 0 0,0 0 0 0 0,0 1 0 0 0,0-1 0 0 0,0 0 0 0 0,0 1 0 0 0,0-1 0 0 0,0 1-1 0 0,0-1 1 0 0,0 0 0 0 0,0 1 0 0 0,0-1 0 0 0,0 0 0 0 0,0 1 0 0 0,0-1 0 0 0,0 0-1 0 0,0 1 1 0 0,0-1 0 0 0,-1 0 0 0 0,1 0 0 0 0,0 1 0 0 0,0-1 0 0 0,0 0 0 0 0,-1 1-1 0 0,1-1 1 0 0,-5 5 28 0 0,1 1 1 0 0,-1 0-1 0 0,0 0 1 0 0,0-1 0 0 0,0 1 0 0 0,-1-1-1 0 0,0-1 1 0 0,0 1 0 0 0,0-1-1 0 0,-13 7 1 0 0,2-4 104 0 0,0-1 0 0 0,-26 7-1 0 0,14-5 150 0 0,26-7-132 0 0,0 0 16 0 0,2-1-133 0 0,-1 1 0 0 0,1 0 0 0 0,0 0 0 0 0,-1 0 0 0 0,1 0 0 0 0,0 0 0 0 0,-1 0 0 0 0,1 0 0 0 0,0 0 0 0 0,0 0 0 0 0,0 0 0 0 0,0 1 1 0 0,0-1-1 0 0,0 0 0 0 0,0 1 0 0 0,1-1 0 0 0,-1 1 0 0 0,1-1 0 0 0,-1 1 0 0 0,1-1 0 0 0,-1 1 0 0 0,1-1 0 0 0,0 1 0 0 0,-1 0 0 0 0,1-1 0 0 0,0 3 0 0 0,-1 9 166 0 0,1 0-1 0 0,2 18 0 0 0,-1-6 188 0 0,2 24 207 0 0,-2-31-322 0 0,0 36 0 0 0,-4-28-176 0 0,3-14-399 0 0,0 0 0 0 0,-1 0 0 0 0,-1 0 0 0 0,0-1 0 0 0,-1 1 0 0 0,0-1 0 0 0,-1 1 0 0 0,0-1 0 0 0,-1 0 0 0 0,0 0 0 0 0,-6 10 0 0 0,8-17-94 0 0,0 0 0 0 0,0 0 0 0 0,-1 0 0 0 0,1 0 0 0 0,-1-1 0 0 0,1 0 0 0 0,-1 1 0 0 0,-7 3 0 0 0,-25 11-5509 0 0,12-9 2512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9.1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109 242 1068 0 0,'-45'14'2376'0'0,"8"-4"430"0"0,11-3 1842 0 0,79-14 152 0 0,85-7-3957 0 0,-97 10-218 0 0,186-19 811 0 0,774-82 1475 0 0,-852 87-2695 0 0,414-28 516 0 0,-438 40-515 0 0,-48 1-24 0 0,-54 5-62 0 0,-19 0-64 0 0,-1 0 1 0 0,1 0 0 0 0,-1 0 0 0 0,1 0-1 0 0,-1 0 1 0 0,1-1 0 0 0,-1 0 0 0 0,1 1 0 0 0,-1-1-1 0 0,0-1 1 0 0,6-2 0 0 0,-7 3-41 0 0,-10-1-1087 0 0,-64-23-2148 0 0,72 24 3107 0 0,-1 1 0 0 0,0-1-1 0 0,0 1 1 0 0,0 0 0 0 0,1-1-1 0 0,-1 1 1 0 0,0 0-1 0 0,0 0 1 0 0,0 0 0 0 0,0-1-1 0 0,0 1 1 0 0,0 0 0 0 0,1 0-1 0 0,-1 0 1 0 0,0 0-1 0 0,-1 1 1 0 0,-16-3-1968 0 0,12 1 831 0 0,1 0 0 0 0,-1 1-1 0 0,0-1 1 0 0,0 1 0 0 0,0 0-1 0 0,-11 2 1 0 0,-3 2-2764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44.16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1 791 1636 0 0,'0'0'7728'0'0,"17"5"-7786"0"0,70 19-357 0 0,-61-26 101 0 0,-9 1 246 0 0,19-2-113 0 0,1-2 0 0 0,-1-1 1 0 0,41-12-1 0 0,53-27-1111 0 0,237-118 0 0 0,160-150 1794 0 0,-235 130 2877 0 0,-206 134-1830 0 0,-78 44-1081 0 0,0 1-30 0 0,25-14-25 0 0,-25 13 1518 0 0,-12 27-1800 0 0,1-3-106 0 0,-1 0 0 0 0,0 0 0 0 0,-2 0 0 0 0,0 0 0 0 0,-1-1 1 0 0,-1 0-1 0 0,-1 0 0 0 0,-11 17 0 0 0,-186 230 203 0 0,-19-14-123 0 0,222-247-104 0 0,-501 482 276 0 0,497-480 182 0 0,51-23-409 0 0,147-58-8 0 0,-148 56-33 0 0,-2-1 0 0 0,64-44-1 0 0,-64 38-7 0 0,110-71-30 0 0,162-101-105 0 0,68-39-363 0 0,-263 162 194 0 0,-26 12-259 0 0,-86 59 177 0 0,0 0-131 0 0,20-14-166 0 0,-20 13-334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5:14.8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442 88 192 0 0,'-8'-13'2434'0'0,"-13"0"-174"0"0,18 12 28 0 0,-1 2-2105 0 0,-1-1-28 0 0,1 1 0 0 0,0 0 0 0 0,0 0 0 0 0,0 0 1 0 0,0 1-1 0 0,0-1 0 0 0,0 1 0 0 0,-4 3 0 0 0,4-3-22 0 0,-1 1 1 0 0,-1 0-1 0 0,1 0 1 0 0,0 0-1 0 0,0 1 1 0 0,0 0-1 0 0,0 0 1 0 0,1 0-1 0 0,-7 7 1 0 0,-3 3 242 0 0,0-1 0 0 0,-1 0 0 0 0,-22 13 0 0 0,24-15-302 0 0,0 1 1 0 0,0 1-1 0 0,1 0 0 0 0,1 1 1 0 0,0 0-1 0 0,-9 16 0 0 0,10-16-32 0 0,0 4 6 0 0,0 0 0 0 0,0 1 0 0 0,-11 36-1 0 0,13-34 11 0 0,0 0 0 0 0,-19 33 0 0 0,23-47-30 0 0,0 1 0 0 0,1 0-1 0 0,0 1 1 0 0,0-1 0 0 0,1 0-1 0 0,0 1 1 0 0,0-1 0 0 0,1 1-1 0 0,0 0 1 0 0,0 9 0 0 0,-5 35 73 0 0,6-51-98 0 0,0-1-1 0 0,0 1 1 0 0,0 0-1 0 0,0-1 1 0 0,0 1 0 0 0,0-1-1 0 0,1 1 1 0 0,-1-1-1 0 0,0 1 1 0 0,1-1 0 0 0,0 1-1 0 0,0 1 1 0 0,3 10 4 0 0,0 2 8 0 0,-1 0 1 0 0,2-1-1 0 0,0 0 0 0 0,14 26 0 0 0,-14-29-4 0 0,5 12 15 0 0,-6-13-11 0 0,1 0-1 0 0,0 0 1 0 0,1 0-1 0 0,0-1 1 0 0,11 15 0 0 0,-3-5 39 0 0,-11-15-43 0 0,0 0 1 0 0,0 0 0 0 0,0-1 0 0 0,0 1 0 0 0,0-1 0 0 0,1 1 0 0 0,0-1 0 0 0,4 3 0 0 0,14 8 65 0 0,34 15 1 0 0,-47-25-51 0 0,0-1 0 0 0,0 0-1 0 0,1 0 1 0 0,-1-1 0 0 0,1 0 0 0 0,-1-1 0 0 0,15 1 0 0 0,64 0 148 0 0,142-30-11 0 0,-217 26-154 0 0,12-4 24 0 0,-1 0 0 0 0,-1-2-1 0 0,27-12 1 0 0,-40 15-32 0 0,2-1 24 0 0,0-2 0 0 0,-1 1-1 0 0,0-1 1 0 0,-1-1 0 0 0,1 0 0 0 0,-2 0 0 0 0,1-1-1 0 0,14-21 1 0 0,5-2 41 0 0,-5 4 19 0 0,25-39-1 0 0,1-2-31 0 0,-32 45-37 0 0,-1-1-1 0 0,-2 0 1 0 0,-1-1-1 0 0,0 0 1 0 0,-3-1-1 0 0,10-30 1 0 0,-18 44 15 0 0,0 0 0 0 0,-1-1 1 0 0,0 1-1 0 0,-2-30 0 0 0,0 43-27 0 0,-1-6 31 0 0,-1 0 0 0 0,1 0-1 0 0,-2 0 1 0 0,1 0 0 0 0,-1 1 0 0 0,0-1 0 0 0,-5-7-1 0 0,5 8-7 0 0,-6-8 52 0 0,-1 1 1 0 0,0-1-1 0 0,-1 1 1 0 0,-20-17-1 0 0,25 24-63 0 0,-12-11 33 0 0,0 1 0 0 0,-1 0 0 0 0,-1 2-1 0 0,-1 0 1 0 0,0 1 0 0 0,0 1 0 0 0,-1 2-1 0 0,-1 0 1 0 0,-25-8 0 0 0,26 11 3 0 0,4 1 28 0 0,-1 0 0 0 0,-22-3 0 0 0,34 8-79 0 0,-1 0 28 0 0,0-1 1 0 0,0 1-1 0 0,0 1 0 0 0,0-1 1 0 0,0 2-1 0 0,-17 1 1 0 0,-20 9-7 0 0,0 3 1 0 0,1 1-1 0 0,1 3 1 0 0,0 1-1 0 0,1 2 1 0 0,2 2-1 0 0,-42 30 1 0 0,68-43-10 0 0,0 0 1 0 0,0 1-1 0 0,1 1 1 0 0,1 0-1 0 0,-20 25 1 0 0,27-31-15 0 0,1 0 0 0 0,0 0 0 0 0,0 1 0 0 0,1 0 1 0 0,0 0-1 0 0,0 0 0 0 0,0 0 0 0 0,1 0 0 0 0,0 0 0 0 0,0 1 0 0 0,1-1 0 0 0,0 1 1 0 0,0-1-1 0 0,1 1 0 0 0,1 13 0 0 0,2 2-16 0 0,-2-10 21 0 0,0-1 0 0 0,2 0 0 0 0,-1 0 1 0 0,5 11-1 0 0,-5-17-16 0 0,17 44-22 0 0,32 63-1 0 0,-43-97 39 0 0,2-1 0 0 0,-1 0-1 0 0,2 0 1 0 0,0-1 0 0 0,1-1-1 0 0,0 0 1 0 0,1 0 0 0 0,15 11 0 0 0,-27-24-7 0 0,9 8-5 0 0,1 0-1 0 0,-1 0 0 0 0,1-1 0 0 0,1 0 1 0 0,-1-1-1 0 0,1-1 0 0 0,0 0 1 0 0,0 0-1 0 0,23 4 0 0 0,-25-7 0 0 0,-5-1 6 0 0,1 0-1 0 0,-1-1 0 0 0,1 1 1 0 0,-1-1-1 0 0,10-1 1 0 0,14-3-1 0 0,0-1 1 0 0,28-9 0 0 0,-16 0 3 0 0,-1-3 1 0 0,58-33 0 0 0,-75 38-21 0 0,1-1 8 0 0,0 0-1 0 0,-2-1 1 0 0,0-1-1 0 0,0-1 1 0 0,-1-1-1 0 0,27-30 1 0 0,-43 39 7 0 0,1 0 1 0 0,-1 0-1 0 0,-1-1 1 0 0,0 0-1 0 0,0 0 0 0 0,-1 0 1 0 0,0 0-1 0 0,0-1 1 0 0,-1 1-1 0 0,0-1 1 0 0,0-16-1 0 0,-1-2-25 0 0,-1 0-1 0 0,-7-49 1 0 0,4 47-5 0 0,0-1-10 0 0,-2 1 0 0 0,-14-51 1 0 0,11 53 27 0 0,-8-5-7 0 0,4 17 5 0 0,11 15 91 0 0,-2 0-108 0 0,3 1 102 0 0,-1 0-140 0 0,0 0-1 0 0,1-1 1 0 0,-1 1-1 0 0,0 0 1 0 0,1 0 0 0 0,-1-1-1 0 0,1 1 1 0 0,-1 0-1 0 0,0-1 1 0 0,1 1-1 0 0,-1-1 1 0 0,1 1-1 0 0,-1-1 1 0 0,1 1-1 0 0,-1-1 1 0 0,1 1 0 0 0,0-1-1 0 0,-1 0 1 0 0,1 1-1 0 0,0-1 1 0 0,-1 1-1 0 0,1-1 1 0 0,0 0-1 0 0,0 1 1 0 0,-1-1-1 0 0,1 0 1 0 0,0 0 0 0 0,0 1-1 0 0,0-1 1 0 0,0 0-1 0 0,0 1 1 0 0,0-1-1 0 0,0 0 1 0 0,0 1-1 0 0,1-2 1 0 0,-9-10-1634 0 0,-5-11-711 0 0,6 10-3018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2.4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28 0 0,'0'0'1788'0'0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2.8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0 256 0 0,'0'0'11705'0'0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3.8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1 160 92 0 0,'0'0'890'0'0,"7"-12"-483"0"0,20-34-17 0 0,-21 35 375 0 0,0 4-377 0 0,15-23-5 0 0,-16 23 806 0 0,-1-1-796 0 0,16-30 10553 0 0,-20 54-10861 0 0,0 0 0 0 0,4 18-1 0 0,-2-14-211 0 0,0 0 0 0 0,-2 22-1 0 0,0-3-251 0 0,0-29-105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4.2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94 0 1092 0 0,'0'0'12773'0'0,"-5"22"-12117"0"0,-17 65-27 0 0,16-51-24 0 0,-6 153 1374 0 0,2-127-1247 0 0,-6 136 256 0 0,14-188-1009 0 0,0-5-32 0 0,1 1-1 0 0,1 0 0 0 0,-1-1 1 0 0,1 1-1 0 0,0 6 0 0 0,0 21-333 0 0,0-24-143 0 0,-1 3-128 0 0,-9 54-1065 0 0,5-36 672 0 0,4-23-114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4.6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142 223 32 0 0,'0'0'1063'0'0,"-8"-11"-85"0"0,-22-36-83 0 0,23 36 1656 0 0,5 2-1766 0 0,-3-25-28 0 0,3 25 579 0 0,11-1-722 0 0,27-30-48 0 0,-35 39-519 0 0,0 0 0 0 0,0-1 0 0 0,0 1 0 0 0,0 0 1 0 0,1 0-1 0 0,-1-1 0 0 0,1 1 0 0 0,-1 0 0 0 0,1 0 0 0 0,2-1 1 0 0,28-14 436 0 0,-23 12-33 0 0,2 1-32 0 0,34-9-29 0 0,-33 9 1856 0 0,10 10-2043 0 0,68 22-19 0 0,-68-22 190 0 0,-20 3-216 0 0,2 2-109 0 0,-2-7-16 0 0,-1 0 0 0 0,0 0 1 0 0,0 0-1 0 0,0-1 0 0 0,0 1 0 0 0,-1 9 1 0 0,-4-2 87 0 0,-10 38-12 0 0,11-37-20 0 0,-4-2 1 0 0,-20 34 4 0 0,25-42-80 0 0,1 0 0 0 0,-1 1 0 0 0,0-1 0 0 0,0 0 1 0 0,0 0-1 0 0,-1 0 0 0 0,1-1 0 0 0,-1 1 0 0 0,-4 4 0 0 0,0-1 24 0 0,1-1 95 0 0,0 2-35 0 0,0 1-49 0 0,4-4 29 0 0,-1-1 0 0 0,1 1 1 0 0,-1-1-1 0 0,0 0 0 0 0,0 0 1 0 0,0-1-1 0 0,0 1 0 0 0,-5 3 1 0 0,-18 13-48 0 0,20-14 135 0 0,14 6-71 0 0,42 54 189 0 0,-17-20 57 0 0,-25-36-279 0 0,-4-5 1 0 0,0 1-1 0 0,0 0 1 0 0,0 0-1 0 0,-1 0 1 0 0,5 11-1 0 0,-1-5 18 0 0,-2-3 15 0 0,0 0-1 0 0,-1-1 1 0 0,6 16 0 0 0,11 27 404 0 0,-9-17-247 0 0,-11-32-229 0 0,0 1-1 0 0,-1-1 1 0 0,1 1 0 0 0,-1-1-1 0 0,0 1 1 0 0,1-1 0 0 0,-1 1 0 0 0,0-1-1 0 0,0 1 1 0 0,0 2 0 0 0,0 40 226 0 0,-3-21-35 0 0,-9 27-24 0 0,5-28-18 0 0,-69 105 273 0 0,75-125-457 0 0,-1-1-1 0 0,1 1 1 0 0,0-1-1 0 0,0 1 1 0 0,0-1 0 0 0,-1 1-1 0 0,1-1 1 0 0,-1 0-1 0 0,-2 2 1 0 0,-33 24-239 0 0,34-24 186 0 0,-1-1 0 0 0,1 1 0 0 0,0-1 0 0 0,-1 1 0 0 0,0-1 0 0 0,1-1 0 0 0,-1 1 0 0 0,0 0 1 0 0,-6 1-1 0 0,0 0-93 0 0,1 1-416 0 0,-9-5-1039 0 0,-56-3 583 0 0,56 3-115 0 0,4-9-270 0 0,3 1 831 0 0,-35-27-1303 0 0,12 4-2598 0 0,30 27 478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4.9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444 219 32 0 0,'6'-23'334'0'0,"6"-31"1012"0"0,-11 44-1053 0 0,8-31 1936 0 0,1 7-1313 0 0,-8 25 3546 0 0,-9 1-3704 0 0,-21-24-35 0 0,21 24 2048 0 0,-22 23-2367 0 0,-89 48-48 0 0,102-54-272 0 0,13-7-51 0 0,0-1 0 0 0,0 1 0 0 0,0 0-1 0 0,0 0 1 0 0,1 0 0 0 0,-1 1 0 0 0,1-1 0 0 0,-1 1 0 0 0,1-1-1 0 0,0 1 1 0 0,0 0 0 0 0,0 0 0 0 0,0 0 0 0 0,0 0 0 0 0,-1 5-1 0 0,-23 36 232 0 0,25-42-241 0 0,0-1 0 0 0,0 1-1 0 0,1-1 1 0 0,-1 1 0 0 0,0 0-1 0 0,1-1 1 0 0,-1 1 0 0 0,1 0-1 0 0,-1-1 1 0 0,1 4 0 0 0,-3 6 60 0 0,1-7-43 0 0,1 1 1 0 0,0 0-1 0 0,1 0 0 0 0,-1-1 0 0 0,1 1 1 0 0,0 0-1 0 0,0 0 0 0 0,1 4 0 0 0,0 32 105 0 0,0-30-2 0 0,2 0-36 0 0,10 35-28 0 0,-13-44-76 0 0,0-1-1 0 0,0 0 1 0 0,1 1-1 0 0,-1-1 1 0 0,1 0-1 0 0,-1 1 1 0 0,1-1-1 0 0,0 0 1 0 0,-1 0-1 0 0,1 0 1 0 0,0 1-1 0 0,1 0 1 0 0,18 22-46 0 0,-15-18-70 0 0,2 0-81 0 0,23 17-75 0 0,-23-17-80 0 0,4-3-1237 0 0,30 8 876 0 0,-31-8-69 0 0</inkml:trace>
  <inkml:trace contextRef="#ctx0" brushRef="#br0" timeOffset="1">183 23 588 0 0,'0'0'9016'0'0,"-15"12"-8243"0"0,-48 36-46 0 0,48-37-47 0 0,13 2-22 0 0,0 2-447 0 0,-3 43 807 0 0,2 6-69 0 0,-4 2-158 0 0,1-14-349 0 0,5-41-419 0 0,0-5-41 0 0,1 0 0 0 0,-1 0 0 0 0,-1 0 0 0 0,1 1 0 0 0,-4 5-1 0 0,-15 55-787 0 0,15-54 583 0 0,-13 40-1246 0 0,9-23 154 0 0,7-23-933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5.3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203 0 1232 0 0,'0'0'10070'0'0,"-17"18"-9712"0"0,-52 51-108 0 0,68-68-242 0 0,-1 0 0 0 0,1 0-1 0 0,-1 0 1 0 0,1 1 0 0 0,0-1 0 0 0,-1 1 0 0 0,1-1 0 0 0,0 1 0 0 0,0-1 0 0 0,0 1 0 0 0,0-1 0 0 0,0 1 0 0 0,0 0 0 0 0,0 3-1 0 0,-7 25-19 0 0,7-22-144 0 0,-2 2-137 0 0,-7 31-150 0 0,3-25-145 0 0,-10 7-115 0 0,13-17-212 0 0,-4 1-750 0 0,-25 21-1080 0 0,25-21 209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5.6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265 302 820 0 0,'0'0'1023'0'0,"-16"-10"-456"0"0,-47-30-4 0 0,47 30 4 0 0,12 2 13 0 0,-10-26 14 0 0,10 26 36 0 0,5-1 8 0 0,0-25-14 0 0,-1 25 580 0 0,7-3-643 0 0,20-37-35 0 0,-20 37-26 0 0,-1 6-43 0 0,20-21-45 0 0,-20 20 608 0 0,1 2-740 0 0,22-12-5 0 0,-22 12 1559 0 0,-15 30-1779 0 0,-21 76-2 0 0,21-75-8 0 0,1-18-10 0 0,-34 37 23 0 0,34-39-48 0 0,4-4-3 0 0,0 1 1 0 0,0 0-1 0 0,1-1 1 0 0,-1 1-1 0 0,1 0 1 0 0,-1 0-1 0 0,-2 6 1 0 0,-14 18 37 0 0,15-20 0 0 0,-1 6 12 0 0,0 0-53 0 0,-12 35 95 0 0,1 1 1 0 0,-13 81-1 0 0,20-76-84 0 0,1 12-282 0 0,0-12-581 0 0,3-20 125 0 0,4-25-338 0 0,-2 1-1075 0 0,-11 30-1431 0 0,10-30 274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6.0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517 1 1192 0 0,'0'0'11905'0'0,"-8"23"-11241"0"0,-3 9-424 0 0,-26 90 742 0 0,29-83-190 0 0,-4 7-69 0 0,-23 88 779 0 0,33-125-1185 0 0,-2 1-40 0 0,-8 31-44 0 0,8-31 458 0 0,2-3-598 0 0,-8 18-49 0 0,7-18 65 0 0,-8-29-90 0 0,-36-64 29 0 0,35 65 217 0 0,7 15-24 0 0,-13-18 61 0 0,13 18 1413 0 0,-9 20-1567 0 0,-45 42-7 0 0,58-55-130 0 0,-1 1 0 0 0,0-1 0 0 0,0 1 0 0 0,1 0 0 0 0,-1 0-1 0 0,1 0 1 0 0,-1-1 0 0 0,1 1 0 0 0,0 1 0 0 0,0-1 0 0 0,-2 3-1 0 0,-53 153 23 0 0,45-129-336 0 0,8-22-161 0 0,0 2-154 0 0,-10 27-118 0 0,10-27-151 0 0,-4-1-217 0 0,-23 24-258 0 0,15-20-357 0 0,-15 3-1215 0 0,22-11-1863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6.4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80 328 0 0,'0'0'2436'0'0,"7"-12"-1668"0"0,20-37 40 0 0,-20 37 875 0 0,12 11-828 0 0,56-3-12 0 0,-56 3-25 0 0,2 3-41 0 0,5 1-522 0 0,-6 0 146 0 0,-1-1 1 0 0,25-1-1 0 0,-28 5 247 0 0,50 14-45 0 0,-40-9-53 0 0,14 14-36 0 0,-24-13-83 0 0,10 15-45 0 0,-15-10-60 0 0,7 21-98 0 0,-12-19-142 0 0,-2 20-152 0 0,-4-15-153 0 0,-8 36-164 0 0,8-57 312 0 0,0 0-1 0 0,0 0 1 0 0,-1 0 0 0 0,0 0 0 0 0,1-1 0 0 0,-1 1 0 0 0,-2 4 0 0 0,-26 60-1783 0 0,27-59 1259 0 0,-4 8-168 0 0,-9 2-3536 0 0,-9 11 1036 0 0</inkml:trace>
  <inkml:trace contextRef="#ctx0" brushRef="#br0" timeOffset="1">267 320 1004 0 0,'0'0'10826'0'0,"-8"19"-10326"0"0,-23 58-94 0 0,23-58-139 0 0,5-12-157 0 0,-7 21-158 0 0,8-21-185 0 0,-5-1-1653 0 0,-20 18 772 0 0,20-17-743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6.8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383 1 36 0 0,'0'0'12973'0'0,"0"26"-12211"0"0,2 82-27 0 0,-3-71-43 0 0,-6 24 992 0 0,4-49-1520 0 0,2-4 56 0 0,0-1 0 0 0,0 1 1 0 0,0-1-1 0 0,1 15 0 0 0,0 11 123 0 0,0-25 1223 0 0,-8-3-1474 0 0,-25 13 12 0 0,25-14 857 0 0,-15-14-846 0 0,-68-32-27 0 0,68 31 125 0 0,16 21-161 0 0,-25 31-32 0 0,20-22-54 0 0,7-9 7 0 0,-12 32-240 0 0,0 9-462 0 0,16-42 557 0 0,0-5 66 0 0,0 0 1 0 0,1-1 0 0 0,-1 1 0 0 0,-1-1-1 0 0,1 1 1 0 0,0-1 0 0 0,-1 0 0 0 0,0 1-1 0 0,-2 2 1 0 0,-19 36-1678 0 0,9-14 607 0 0,10-20-358 0 0,-2-1-5846 0 0,-24 30 3138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7.6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279 1010 708 0 0,'0'0'10252'0'0,"-11"19"-9936"0"0,-34 57-29 0 0,26-49-15 0 0,-21 18 207 0 0,21-25-271 0 0,15-15 1019 0 0,-12-23-1139 0 0,6 7-74 0 0,0 2-3 0 0,1-1 0 0 0,1 0 0 0 0,0 0 0 0 0,0-1 0 0 0,1 0-1 0 0,0-1 1 0 0,1 1 0 0 0,0-1 0 0 0,1 0 0 0 0,1-1-1 0 0,-4-13 1 0 0,-3-33 91 0 0,-6-110-1 0 0,16 135-52 0 0,2 0-1 0 0,1 1 1 0 0,2-1 0 0 0,14-56-1 0 0,-11 67-2 0 0,1 1 0 0 0,1 0 1 0 0,18-31-1 0 0,-11 22 13 0 0,-3 5-5 0 0,0 2 0 0 0,2 0 0 0 0,0 0-1 0 0,24-25 1 0 0,15-11 139 0 0,67-56-1 0 0,-112 106-169 0 0,-3 5-3 0 0,0-1 0 0 0,0 1 0 0 0,0 0 0 0 0,9-6 0 0 0,12-8 11 0 0,-20 14-18 0 0,-1 0-57 0 0,18-17-15 0 0,-18 17-28 0 0,-28 23-2542 0 0,-66 58 1887 0 0,55-48-130 0 0,-49 37-956 0 0,16-13-2377 0 0,26-23 1375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8.1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489 142 656 0 0,'0'0'9620'0'0,"-13"8"-9310"0"0,-38 23-20 0 0,50-31-277 0 0,0 1 1 0 0,-1-1 0 0 0,1 1-1 0 0,0 0 1 0 0,0-1 0 0 0,0 1-1 0 0,0 0 1 0 0,0 0 0 0 0,0 0 0 0 0,0 0-1 0 0,0 0 1 0 0,0 0 0 0 0,1 0-1 0 0,-1 0 1 0 0,0 0 0 0 0,1 1-1 0 0,-1-1 1 0 0,0 3 0 0 0,-62 167 772 0 0,57-139-585 0 0,-3 36 1 0 0,8-59-202 0 0,1-7 10 0 0,0-1 0 0 0,-1 1 1 0 0,1 0-1 0 0,0 0 0 0 0,0 0 0 0 0,0 0 0 0 0,1 0 1 0 0,-1 0-1 0 0,0 0 0 0 0,1 2 0 0 0,9 37 85 0 0,-7-31-12 0 0,2-2-9 0 0,15 24-4 0 0,-15-24-12 0 0,4-5-6 0 0,28 11-2 0 0,-28-10 121 0 0,12-16-83 0 0,63-34 10 0 0,-82 46-91 0 0,0-1 0 0 0,0 0 1 0 0,0 0-1 0 0,0 0 0 0 0,-1 0 0 0 0,1 0 1 0 0,0 0-1 0 0,-1 0 0 0 0,1-1 0 0 0,-1 1 1 0 0,1 0-1 0 0,-1-1 0 0 0,0 0 0 0 0,2-1 1 0 0,17-29 101 0 0,-19 31-100 0 0,0-1 0 0 0,0 1 1 0 0,-1-1-1 0 0,1 1 0 0 0,0-1 1 0 0,-1 1-1 0 0,1-1 0 0 0,-1 0 0 0 0,0 1 1 0 0,1-1-1 0 0,-1-1 0 0 0,9-46 104 0 0,-9 47-102 0 0,0 0 1 0 0,1 0-1 0 0,-1 0 1 0 0,0 0-1 0 0,0 0 1 0 0,0 0-1 0 0,0 0 1 0 0,0 0-1 0 0,-1-3 1 0 0,-6-38 102 0 0,-1 18 6 0 0,3 13-89 0 0,-3-7 15 0 0,-1 0 0 0 0,0 1-1 0 0,-14-19 1 0 0,15 25-21 0 0,5 7-6 0 0,0 0 1 0 0,-1 0 0 0 0,1 1 0 0 0,-1 0-1 0 0,-7-6 1 0 0,-23-25 54 0 0,31 31-61 0 0,-1 0 1 0 0,1 1 0 0 0,-1-1-1 0 0,0 1 1 0 0,0 0-1 0 0,0 0 1 0 0,0 0-1 0 0,-5-2 1 0 0,-2 0 1 0 0,7 1-6 0 0,0 1 1 0 0,-1 0-1 0 0,0 0 0 0 0,0 0 0 0 0,0 0 0 0 0,-6-1 0 0 0,1 0 3 0 0,2 0 15 0 0,-5 1-5 0 0,-41-10-25 0 0,40 10-30 0 0,-3 3-165 0 0,-51 0 53 0 0,51 0-41 0 0,3-1-638 0 0,-55-4-235 0 0,60-1 739 0 0,-25-19 46 0 0,25 19 8 0 0,4 0-219 0 0,-14-21 445 0 0,14 20 1754 0 0,13 37-1226 0 0,2 1-334 0 0,41 169 793 0 0,-43-160-641 0 0,23 164 1306 0 0,-18-23 454 0 0,-20 330-1 0 0,0-279-1895 0 0,3-49-1887 0 0,1-161 842 0 0,0-1 1 0 0,-7 23-1 0 0,8-33 682 0 0,0-1-1274 0 0,-3-3-1227 0 0,-13 20-1753 0 0,13-20 336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8.5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319 1 1028 0 0,'0'0'5215'0'0,"-35"7"-4358"0"0,-101 21-104 0 0,105-21-412 0 0,19 1-16 0 0,2 0-99 0 0,4-4-107 0 0,0 0 1 0 0,1 1-1 0 0,0-1 0 0 0,0 1 0 0 0,0 1 1 0 0,0-1-1 0 0,1 1 0 0 0,0-1 0 0 0,0 1 1 0 0,0 1-1 0 0,-4 11 0 0 0,1-5 49 0 0,3-6-83 0 0,0 0 0 0 0,1 1 0 0 0,0-1 0 0 0,0 1 1 0 0,1-1-1 0 0,0 1 0 0 0,0 0 0 0 0,1 0 0 0 0,0 0 0 0 0,0 0 1 0 0,1 11-1 0 0,3 89 527 0 0,3-87-342 0 0,12 31-29 0 0,-8-31-38 0 0,-6-11-140 0 0,-1-5-27 0 0,-1-1-1 0 0,0 0 0 0 0,1 0 1 0 0,0 0-1 0 0,0 0 1 0 0,0 0-1 0 0,4 4 1 0 0,16 17 80 0 0,-17-18-62 0 0,4-3-82 0 0,31 14-120 0 0,-30-13-147 0 0,8-17-4612 0 0,58-32 1942 0 0,-58 32 227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8.8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228 0 752 0 0,'0'0'3022'0'0,"-15"12"-2144"0"0,-46 35 5 0 0,59-46-823 0 0,1 0 1 0 0,-1 0 0 0 0,1 0 0 0 0,-1 0 0 0 0,1 1 0 0 0,0-1 0 0 0,-1 0 0 0 0,1 1 0 0 0,0-1 0 0 0,0 0 0 0 0,0 1 0 0 0,0 0 0 0 0,-1 1 0 0 0,-4 7 212 0 0,-12 35 1030 0 0,12-29-1177 0 0,-5 12 613 0 0,1 1-1 0 0,2 0 0 0 0,-9 55 1 0 0,5 124 1074 0 0,12-196-1920 0 0,0-9 59 0 0,0 0 0 0 0,0 0 0 0 0,0 0 0 0 0,-1 0 1 0 0,1 0-1 0 0,-1-1 0 0 0,0 1 0 0 0,0 0 0 0 0,-1 4 0 0 0,0-4-51 0 0,1 0 0 0 0,0 0-1 0 0,0-1 1 0 0,1 1-1 0 0,-1 0 1 0 0,1 0-1 0 0,-1 0 1 0 0,1 0-1 0 0,0 5 1 0 0,-5 0-883 0 0,-17 24-927 0 0,17-24-1265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9.2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71 1696 776 0 0,'0'0'3341'0'0,"-5"-24"-2208"0"0,-2-9-704 0 0,-16-93 1399 0 0,18 90-984 0 0,-21-173 2620 0 0,22 149-2256 0 0,3-84 0 0 0,32-165 1343 0 0,-20 248-2160 0 0,35-171 781 0 0,-20 128-996 0 0,39-100 0 0 0,-60 185-214 0 0,9-17-273 0 0,14-24-264 0 0,-15 29 221 0 0,-10 23-41 0 0,-20 37-6093 0 0,-58 94 4523 0 0,30-59-1279 0 0,5-13 249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9.6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0 146 396 0 0,'12'-9'1072'0'0,"1"-2"-712"0"0,-5 4 3 0 0,0 1-1 0 0,1 0 0 0 0,0 0 0 0 0,13-7 1 0 0,-9 5-8 0 0,40-20 1362 0 0,-1 3-772 0 0,-50 24-836 0 0,0 0 0 0 0,1 0 1 0 0,-1 0-1 0 0,1 0 0 0 0,-1 0 0 0 0,1 1 0 0 0,5-2 0 0 0,66-9 1421 0 0,-25 5-848 0 0,-37 4 493 0 0,9 6-668 0 0,66 11-35 0 0,-65-11-28 0 0,-10 1-41 0 0,38 16-71 0 0,-31-11-42 0 0,10 11-45 0 0,-17-9-104 0 0,8 17-132 0 0,-13-11-136 0 0,3 25-173 0 0,-9-41 249 0 0,-1 0 0 0 0,1 0 0 0 0,-1-1 0 0 0,0 1 1 0 0,0 0-1 0 0,0 0 0 0 0,0 1 0 0 0,0-1 0 0 0,-1 3 0 0 0,-4 46-683 0 0,0-27-344 0 0,-9 18-969 0 0,4-23-1345 0 0,-20 26 259 0 0</inkml:trace>
  <inkml:trace contextRef="#ctx0" brushRef="#br0" timeOffset="1">297 156 1416 0 0,'0'0'9829'0'0,"-11"18"-9501"0"0,-32 57-138 0 0,42-73-186 0 0,-1 1-1 0 0,0-1 1 0 0,1 1-1 0 0,-1 0 1 0 0,1 0 0 0 0,0 0-1 0 0,-1 4 1 0 0,-5 25-166 0 0,5-24-195 0 0,-3 1-1102 0 0,-17 27-355 0 0,17-27-1216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39.9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371 309 528 0 0,'0'0'3636'0'0,"-15"-5"-2812"0"0,-44-17-21 0 0,44 17 1989 0 0,-4 17-2224 0 0,-56 36-46 0 0,73-47-484 0 0,0 0 1 0 0,0 0-1 0 0,0 0 0 0 0,0 1 1 0 0,0-1-1 0 0,0 0 1 0 0,1 1-1 0 0,-1-1 0 0 0,1 1 1 0 0,-1-1-1 0 0,-1 4 1 0 0,-13 21 373 0 0,12-20-40 0 0,1 4-42 0 0,-8 28-35 0 0,8-28-45 0 0,6 0-11 0 0,8 31-15 0 0,-8-31-44 0 0,5-3-37 0 0,25 23-40 0 0,-25-23-63 0 0,4-4-97 0 0,35 10-158 0 0,-35-10-184 0 0</inkml:trace>
  <inkml:trace contextRef="#ctx0" brushRef="#br0" timeOffset="1">152 40 100 0 0,'0'0'1281'0'0,"-12"-6"-108"0"0,-33-21-115 0 0,33 20 4763 0 0,5 23-5157 0 0,-23 50-47 0 0,29-64-570 0 0,0 0 0 0 0,0 0 0 0 0,0 0 1 0 0,0 0-1 0 0,0 0 0 0 0,1 1 1 0 0,-1-1-1 0 0,1 0 0 0 0,0 1 0 0 0,-1-1 1 0 0,1 5-1 0 0,0 34 240 0 0,-1 37 655 0 0,-13 91-1 0 0,12-161-854 0 0,1-1-1 0 0,0 0 0 0 0,0 0 0 0 0,1 14 1 0 0,0-13-52 0 0,0 0-1 0 0,-1 1 1 0 0,-2 16 0 0 0,-5 27-321 0 0,3-21-81 0 0,4-24-157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0.4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943 1 64 0 0,'0'0'9484'0'0,"-5"18"-9175"0"0,-20 73 25 0 0</inkml:trace>
  <inkml:trace contextRef="#ctx0" brushRef="#br0" timeOffset="1">700 1 292 0 0,'0'0'6766'0'0,"4"24"-6075"0"0,12 81-5 0 0,7 11 558 0 0,-12-68-445 0 0,-9-39-579 0 0,0 1 1 0 0,0-1 0 0 0,-1 1-1 0 0,-1 14 1 0 0,1-1-1 0 0,0 4 381 0 0,-1 1 0 0 0,-5 43 0 0 0,-13 22 799 0 0,17-86-1415 0 0,-6 12 389 0 0,2-9-263 0 0,3-4-47 0 0,0-1 1 0 0,-1 0 0 0 0,0 0 0 0 0,0 0-1 0 0,0 0 1 0 0,-6 6 0 0 0,-16 23 64 0 0,24-33-126 0 0,0 1 0 0 0,0-1 0 0 0,0 0 0 0 0,0 0 0 0 0,0 0 0 0 0,0 0 0 0 0,0 0 0 0 0,0 0 0 0 0,-1 0 0 0 0,1 0 0 0 0,-2 1-1 0 0,-31 18-64 0 0,13-11-81 0 0,-26 7-88 0 0,45-15 190 0 0,-1 0 1 0 0,0-1-1 0 0,0 1 0 0 0,0-1 1 0 0,1 1-1 0 0,-1-1 1 0 0,-4 0-1 0 0,-53 3-398 0 0,45-3-121 0 0,-12-10-92 0 0,-4-2 422 0 0,7 4 6 0 0,1-1 0 0 0,0-1 0 0 0,0-1-1 0 0,1-2 1 0 0,-28-19 0 0 0,12 0-1528 0 0,1-1 0 0 0,2-2 1 0 0,-58-74-1 0 0,60 66-1113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0.7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81 398 696 0 0,'-2'-14'442'0'0,"-8"-39"12"0"0,7 39 978 0 0,11 5-943 0 0,25-27 24 0 0,-25 27 30 0 0,5 7 24 0 0,38-8 2 0 0,-38 7 2 0 0,3 3-5 0 0,50 2-13 0 0,-50-2 525 0 0,3 7-542 0 0,56 21 2 0 0,-48-16-9 0 0,3 9-14 0 0,-17-9-27 0 0,10 14-17 0 0,-14-8-24 0 0,7 24-40 0 0,-12-21-34 0 0,-1 21-32 0 0,-4-20-39 0 0,-6 23-31 0 0,1-24-19 0 0,-9 17-25 0 0,14-35-197 0 0,0 0 1 0 0,0 0-1 0 0,0 0 1 0 0,-1 0-1 0 0,1 0 0 0 0,-1-1 1 0 0,0 1-1 0 0,1 0 0 0 0,-1-1 1 0 0,-4 4-1 0 0,1 0 27 0 0,0 0 103 0 0,-41 21 105 0 0,37-21-52 0 0,-13-22-227 0 0,-70-55-16 0 0,87 67 24 0 0,0-1 0 0 0,0 0 1 0 0,1 0-1 0 0,0 0 0 0 0,-1-1 1 0 0,2 1-1 0 0,-6-11 0 0 0,0-8-20 0 0,6 13 12 0 0,-1-10-28 0 0,-2-34-2 0 0,6 30 12 0 0,6-19-20 0 0,-6 41 40 0 0,0-1 1 0 0,1 0-1 0 0,-1 0 0 0 0,1 1 0 0 0,0-1 0 0 0,0 0 0 0 0,0 1 0 0 0,1-1 0 0 0,2-5 0 0 0,0 0-12 0 0,-1 1-48 0 0,21-22-95 0 0,-17 20 127 0 0,-1 2-92 0 0,2 5-188 0 0,24-13 96 0 0,-23 12-51 0 0</inkml:trace>
  <inkml:trace contextRef="#ctx0" brushRef="#br0" timeOffset="1">71 0 280 0 0,'0'0'5383'0'0,"-12"18"-4689"0"0,-35 51-25 0 0,46-68-638 0 0,0 0 1 0 0,0 0-1 0 0,0 1 1 0 0,0-1-1 0 0,0 0 1 0 0,0 1-1 0 0,0-1 1 0 0,0 1-1 0 0,1-1 1 0 0,-1 1-1 0 0,1 0 1 0 0,-1-1-1 0 0,1 1 1 0 0,0-1-1 0 0,-1 1 0 0 0,1 0 1 0 0,0-1-1 0 0,0 1 1 0 0,0 2-1 0 0,5 116 983 0 0,3 96 742 0 0,-5-133-1168 0 0,1-23-329 0 0,-2-45-265 0 0,-1-4-55 0 0,0-1 0 0 0,-1 1 0 0 0,-1 13 0 0 0,0 11-291 0 0,0-26-170 0 0,-1 0-305 0 0,-2 2 355 0 0,-2 8-197 0 0,4 1-2789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1.1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832 1804 128 0 0,'0'0'5741'0'0,"3"-16"-4937"0"0,8-47-24 0 0,-8 47-20 0 0,2 0-22 0 0,13-48-29 0 0,-17 62-625 0 0,0-1 1 0 0,0 0 0 0 0,0 0-1 0 0,-1 0 1 0 0,1 0 0 0 0,-1 0-1 0 0,0-4 1 0 0,-3-51 1049 0 0,-12-69 0 0 0,6 93-891 0 0,-1 0 0 0 0,-2 0 0 0 0,-18-38 0 0 0,10 27-40 0 0,-168-352 1118 0 0,79 177-743 0 0,103 207-547 0 0,-11-29 120 0 0,10 24-126 0 0,-3-11 32 0 0,-10-39 0 0 0,18 57-39 0 0,-4-35 72 0 0,0-9-69 0 0,5 52-18 0 0,1 1 0 0 0,0-1 0 0 0,0 1 0 0 0,0-1 0 0 0,0 0 0 0 0,0 1 1 0 0,1-1-1 0 0,0-3 0 0 0,-1 4-1 0 0,6-26 40 0 0,11-33 0 0 0,-16 57-37 0 0,1-1 0 0 0,0 0 0 0 0,0 1 0 0 0,0 0 1 0 0,1-1-1 0 0,-1 1 0 0 0,7-7 0 0 0,-1 1 1 0 0,7-8 13 0 0,6-1-1 0 0,36-25 0 0 0,-38 36-1 0 0,30-9 2 0 0,-21 9-7 0 0,35-3-15 0 0,-47 8 5 0 0,1 4-15 0 0,51 6 15 0 0,-51-6 17 0 0,-8 7 47 0 0,27 21-15 0 0,-36-28-50 0 0,1-1 1 0 0,0 1 0 0 0,-1-1-1 0 0,1 1 1 0 0,0-1-1 0 0,-1 1 1 0 0,1 0-1 0 0,0-1 1 0 0,-1 1-1 0 0,1 0 1 0 0,-1 0 0 0 0,0-1-1 0 0,1 1 1 0 0,-1 0-1 0 0,1 0 1 0 0,-1 0-1 0 0,0-1 1 0 0,0 1-1 0 0,0 0 1 0 0,1 0 0 0 0,-1 0-1 0 0,0 0 1 0 0,0 0-1 0 0,0 0 1 0 0,0-1-1 0 0,-1 2 1 0 0,2 21 23 0 0,-1-1 1 0 0,-2 0-1 0 0,0 1 1 0 0,-2-1-1 0 0,0 0 1 0 0,-1-1-1 0 0,-14 36 1 0 0,1-16 29 0 0,-3-1 1 0 0,-1-1-1 0 0,-31 43 1 0 0,-93 100 86 0 0,103-136-174 0 0,-1-1 0 0 0,-3-3 0 0 0,-1-1 0 0 0,-2-3 0 0 0,-101 58 0 0 0,114-74-307 0 0,26-17 192 0 0,1 0 1 0 0,-1 0 0 0 0,-16 5 0 0 0,-40 16-924 0 0,31-14 389 0 0,27-8-110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8.4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805 126 16 0 0,'0'0'4223'0'0,"-8"-14"-4161"0"0,-23-42 1 0 0,23 42 228 0 0,12-20-742 0 0,-2 27 1622 0 0,-3 13 6187 0 0,-22 103-6947 0 0,15-70-15 0 0,-23 132 1084 0 0,-6-24-412 0 0,13-79-464 0 0,21-58-546 0 0,-12 27 189 0 0,1-7-115 0 0,10-23-14 0 0,-3 1-55 0 0,-20 23-75 0 0,27-30 5 0 0,-1 0 0 0 0,0 0 0 0 0,0-1-1 0 0,0 1 1 0 0,0 0 0 0 0,0 0 0 0 0,0 0 0 0 0,0-1 0 0 0,0 1-1 0 0,0 0 1 0 0,0-1 0 0 0,0 1 0 0 0,-2 0 0 0 0,-29 13-191 0 0,10-8-108 0 0,-32 3-132 0 0,40-7-131 0 0,-9-6-133 0 0,-69-10-110 0 0,86 14 666 0 0,1-1-1 0 0,-1 0 1 0 0,1-1-1 0 0,-1 1 1 0 0,-5-3 0 0 0,-47-20-384 0 0,-110-50-6596 0 0,115 51 3955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8.7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3 110 676 0 0,'37'-45'721'0'0,"-30"36"-24"0"0,0 3 1 0 0,18-20-4 0 0,-18 20 1947 0 0,4 3-2023 0 0,33-9-34 0 0,-33 9 1435 0 0,5 13-1584 0 0,48 28-32 0 0,-48-28-31 0 0,-8-1-14 0 0,25 28-32 0 0,-22-21-9 0 0,0 11-24 0 0,-8-20-11 0 0,-2 3-13 0 0,5 31-18 0 0,-4-31-30 0 0,-5 3-4 0 0,-9 35-26 0 0,12-44-166 0 0,-1 0-1 0 0,1 0 0 0 0,-1-1 0 0 0,0 1 1 0 0,-1-1-1 0 0,1 1 0 0 0,-1-1 0 0 0,1 1 1 0 0,-1-1-1 0 0,-3 5 0 0 0,-1 0 25 0 0,4-2-21 0 0,-1-1 0 0 0,1 0 1 0 0,-1 0-1 0 0,-1 0 0 0 0,-3 5 1 0 0,1-2-11 0 0,1-1-11 0 0,-3-1-86 0 0,-26 21-97 0 0,25-20-127 0 0,-3-4-136 0 0,-36 10-164 0 0,36-10-161 0 0,-10-10-2210 0 0,-65-19-226 0 0,65 19 240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9.1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737 0 1044 0 0,'0'0'8666'0'0,"-18"21"-7928"0"0,-53 69-60 0 0,65-81-567 0 0,4-7-63 0 0,0 1-1 0 0,0 0 1 0 0,1 0-1 0 0,-1 0 1 0 0,1 0-1 0 0,-1 0 1 0 0,1 0-1 0 0,0 0 1 0 0,0 0-1 0 0,0 1 1 0 0,0-1-1 0 0,0 4 1 0 0,-2 11 458 0 0,-3 17-243 0 0,-31 132 2003 0 0,-21-14-578 0 0,55-144-1603 0 0,2-5-46 0 0,0 0 0 0 0,0-1-1 0 0,-1 1 1 0 0,1-1 0 0 0,-1 1 0 0 0,0-1 0 0 0,0 0 0 0 0,0 0 0 0 0,-4 4 0 0 0,1 2 24 0 0,4-6-41 0 0,-1 0 1 0 0,0 0 0 0 0,0 0-1 0 0,0 0 1 0 0,0 0-1 0 0,0 0 1 0 0,-1-1-1 0 0,1 1 1 0 0,-1-1-1 0 0,-4 3 1 0 0,-17 16 16 0 0,18-16-75 0 0,-4 0-84 0 0,-28 15-123 0 0,28-14-124 0 0,-6-7-152 0 0,-49 0-185 0 0,48 1-184 0 0,-7-6-154 0 0,-6 0 566 0 0,-2-1-565 0 0,1 0-1 0 0,-34-14 1 0 0,43 11-2701 0 0,-51-25 285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9.5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145 0 540 0 0,'0'0'7073'0'0,"20"9"-6315"0"0,5 1-518 0 0,52 25 847 0 0,-74-22-521 0 0,2 2-389 0 0,-2-6-11 0 0,-1 0 0 0 0,0 0 0 0 0,0 0 0 0 0,1 14 0 0 0,1 13 292 0 0,-4-18-38 0 0,-8 16-29 0 0,7-25-35 0 0,-3-1-231 0 0,0 0 0 0 0,1 0 0 0 0,-4 13 0 0 0,3-7-34 0 0,0-2 161 0 0,-1-6-14 0 0,-17 19-16 0 0,17-19 589 0 0,-17-20-737 0 0,-68-50-19 0 0,87 61-52 0 0,0 1 1 0 0,0 0 0 0 0,1 0-1 0 0,-1 0 1 0 0,0-1 0 0 0,1 1 0 0 0,0-1-1 0 0,0 0 1 0 0,0 0 0 0 0,0 0-1 0 0,0 0 1 0 0,0 0 0 0 0,1 0-1 0 0,-3-5 1 0 0,-2-7 25 0 0,-28-71 19 0 0,32 79-29 0 0,-1-3 0 0 0,-12-29 0 0 0,12 29 12 0 0,1 3-28 0 0,-7-21-14 0 0,7 21-1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49.9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415 1 736 0 0,'0'0'12201'0'0,"-15"12"-12023"0"0,-42 36-103 0 0,53-44-87 0 0,-1-1 0 0 0,1 1 1 0 0,0-1-1 0 0,0 1 0 0 0,0 0 1 0 0,-6 9-1 0 0,5-5-27 0 0,-1-2-122 0 0,-4 2-49 0 0,-1 2 133 0 0,2-2-65 0 0,1-1 1 0 0,-20 12 0 0 0,1-1-127 0 0,20-13 1 0 0,-4-3 3 0 0,-35 9 9 0 0,35-9 11 0 0,-8-10-749 0 0,-58-27 956 0 0,58 26 37 0 0,19 5 10 0 0,0 0 0 0 0,0-1 1 0 0,1 1-1 0 0,-1 0 0 0 0,1 0 1 0 0,2-7-1 0 0,0 1 11 0 0,-1 1 553 0 0,9-2-450 0 0,32-31-6 0 0,-33 31 3704 0 0,-17 38-3614 0 0,-23 78-29 0 0,18-66-19 0 0,5-22-110 0 0,2-4-20 0 0,1-1 1 0 0,0 1-1 0 0,1 0 0 0 0,0 0 1 0 0,1 0-1 0 0,-1 14 0 0 0,1-8-30 0 0,0-5-27 0 0,0 0 1 0 0,1 0 0 0 0,1-1-1 0 0,0 1 1 0 0,3 17 0 0 0,3 15-143 0 0,-1-24-89 0 0,-2-9 145 0 0,-1-5-78 0 0,1 1-1 0 0,0-1 1 0 0,7 15-1 0 0,11 22-1325 0 0,-12-18 360 0 0,-6-20-948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0.3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0 734 260 0 0,'0'0'2386'0'0,"3"13"-1719"0"0,-2-2-524 0 0,6 32 333 0 0,-5-29 1658 0 0,2-8-1651 0 0,0 1-149 0 0,5 6-299 0 0,-4 1 5836 0 0,-2-40-5400 0 0,13-76-27 0 0,-15 98-397 0 0,0 1 1 0 0,-1-1-1 0 0,1 0 1 0 0,-1 0-1 0 0,0 1 0 0 0,0-1 1 0 0,0 0-1 0 0,-1-6 1 0 0,-32-218 1362 0 0,30 209-1282 0 0,1-1 0 0 0,0 0-1 0 0,2-23 1 0 0,1-6 131 0 0,-2 11 23 0 0,1 30-231 0 0,0 0 0 0 0,0 0 1 0 0,1 0-1 0 0,3-14 0 0 0,-3 11-2 0 0,-1 5-12 0 0,1-1 0 0 0,0 1 1 0 0,0 0-1 0 0,0 0 0 0 0,4-7 0 0 0,-4 3 2 0 0,0 6-23 0 0,-1 0 0 0 0,1 0 0 0 0,0 1 0 0 0,0-1-1 0 0,1 0 1 0 0,-1 0 0 0 0,1 1 0 0 0,0-1-1 0 0,2-3 1 0 0,12-22 60 0 0,-12 21-2 0 0,3 0-4 0 0,23-25-4 0 0,-23 25-12 0 0,2 4-22 0 0,23-12-24 0 0,-24 13-56 0 0,10 3-846 0 0,51 0 481 0 0,-51 0-101 0 0,-6 9-1778 0 0,36 28 1076 0 0,-47-37 1089 0 0,0 1 0 0 0,0 0-1 0 0,0-1 1 0 0,0 1 0 0 0,0 0-1 0 0,0-1 1 0 0,0 1 0 0 0,0 0-1 0 0,0 0 1 0 0,-1 0 0 0 0,1 0-1 0 0,0 0 1 0 0,-1 0 0 0 0,1 0 0 0 0,-1 0-1 0 0,1 0 1 0 0,0 2 0 0 0,9 26-3668 0 0,-8-22 288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0.6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574 0 1216 0 0,'0'0'11009'0'0,"-17"13"-10443"0"0,-51 41-22 0 0,66-53-508 0 0,0 0 0 0 0,1 0 1 0 0,-1 0-1 0 0,0 0 0 0 0,1 1 1 0 0,0-1-1 0 0,-1 0 0 0 0,1 1 1 0 0,0-1-1 0 0,-1 1 0 0 0,1-1 1 0 0,0 1-1 0 0,-1 2 0 0 0,-11 25 442 0 0,10-21-20 0 0,-1 0-46 0 0,-13 25-30 0 0,13-24 270 0 0,-1-3-360 0 0,-15 21-35 0 0,15-20 604 0 0,-3-2-712 0 0,-2 0-94 0 0,7-4 15 0 0,-1 1 0 0 0,1 0 0 0 0,-1 0 0 0 0,1 0 0 0 0,0 0 0 0 0,0 0-1 0 0,-5 6 1 0 0,-17-13-16 0 0,-75-14 18 0 0,75 14 282 0 0,11 7-278 0 0,-43 7 6 0 0,43-7-8 0 0,6 7-24 0 0,-25 24-39 0 0,31-32-16 0 0,0 1 1 0 0,0 0-1 0 0,1-1 0 0 0,-1 1 1 0 0,0 0-1 0 0,1 0 0 0 0,-1 0 1 0 0,1 0-1 0 0,0 0 1 0 0,0 0-1 0 0,0 0 0 0 0,0 1 1 0 0,0-1-1 0 0,-1 3 0 0 0,0 2-32 0 0,-1-1-143 0 0,-1 3-80 0 0,-10 30-82 0 0,10-30-78 0 0,3 1-682 0 0,-5 28 410 0 0,5-28-114 0 0,-2-2-2504 0 0,-6 24 1068 0 0,6-24-1434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1.0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359 711 596 0 0,'0'0'8429'0'0,"-15"14"-7819"0"0,-45 42-36 0 0,56-51-466 0 0,0-1 1 0 0,0 0-1 0 0,0 0 1 0 0,0 0-1 0 0,-1-1 0 0 0,0 1 1 0 0,-7 3-1 0 0,2-2 52 0 0,6-2-64 0 0,1 0-1 0 0,-1-1 0 0 0,0 1 0 0 0,0-1 0 0 0,-1 0 0 0 0,1 0 1 0 0,-8 2-1 0 0,2-1 49 0 0,1 1 667 0 0,-3-1-479 0 0,-40 9-29 0 0,40-10 422 0 0,-2-13-533 0 0,-40-37-26 0 0,53 48-160 0 0,0-1 0 0 0,0 0 1 0 0,0 0-1 0 0,0 1 1 0 0,0-1-1 0 0,0 0 1 0 0,0 0-1 0 0,0 0 0 0 0,0 0 1 0 0,0 0-1 0 0,1 0 1 0 0,-1 0-1 0 0,0-1 0 0 0,1 1 1 0 0,-1 0-1 0 0,1 0 1 0 0,0 0-1 0 0,-1-1 0 0 0,1 1 1 0 0,0 0-1 0 0,0 0 1 0 0,-1-2-1 0 0,-11-105 251 0 0,15 86-139 0 0,8-19-60 0 0,1 1 1 0 0,3 0-1 0 0,1 0 1 0 0,2 2-1 0 0,1 0 1 0 0,29-41-1 0 0,-14 34 18 0 0,43-46-1 0 0,58-42 2 0 0,-104 104-119 0 0,-26 24-65 0 0,1 0-105 0 0,20-17-104 0 0,-20 17-108 0 0,-23 24-8961 0 0,-70 77 6381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1.4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707 6 332 0 0,'0'0'4718'0'0,"-25"-1"-4067"0"0,-103-4 522 0 0,118 12-644 0 0,-3 0-361 0 0,6-4-8 0 0,-1 1 0 0 0,1 1 0 0 0,0-1 0 0 0,-10 10 0 0 0,9-9-13 0 0,5-3-77 0 0,-1 1 1 0 0,1-1-1 0 0,0 0 0 0 0,0 1 0 0 0,0-1 0 0 0,1 1 0 0 0,-1 0 0 0 0,0 0 0 0 0,-2 4 1 0 0,-32 38 688 0 0,9-12-412 0 0,17-16-37 0 0,5-8-214 0 0,-10 29 347 0 0,6-10-200 0 0,7-21 339 0 0,3 3-411 0 0,0 29-23 0 0,0-29 1166 0 0,15-31-1296 0 0,43-66 1 0 0,-43 65-13 0 0,-29 13-54 0 0,-40-29 9 0 0,41 29-6 0 0,3 4-10 0 0,-28-17-21 0 0,28 16-14 0 0,-2 3-184 0 0,-35-10 81 0 0,36 10-39 0 0,-78 5-1096 0 0,71-2 971 0 0,2 1-2087 0 0,-66 0 4427 0 0,80 11-1585 0 0,-3 35 23 0 0,5-23 18 0 0,11 51 451 0 0,16 125 755 0 0,-20-3-545 0 0,-5-60-846 0 0,-10 61-1549 0 0,6-87-1057 0 0,2-98 1156 0 0,-1-4-833 0 0,-4 30-1286 0 0,4-30 253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2.1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596 0 124 0 0,'0'0'11209'0'0,"1"26"-10859"0"0,3 76-33 0 0,-3-64-31 0 0,0-23-199 0 0,-3 42 298 0 0,2-43-317 0 0,0-5 13 0 0,0 1-1 0 0,-1-1 1 0 0,-3 17 0 0 0,3-13-20 0 0,-10 38 218 0 0,9-38-232 0 0,0-4 9 0 0,0-1 0 0 0,-1 1 0 0 0,-6 15 0 0 0,6-12-14 0 0,2-7-17 0 0,-1 0-1 0 0,1 0 0 0 0,-1 0 1 0 0,0 0-1 0 0,-1-1 1 0 0,1 1-1 0 0,-5 6 0 0 0,-9 15 70 0 0,12-20 9 0 0,0 0 12 0 0,-13 17-29 0 0,12-17 113 0 0,-18-17-195 0 0,-69-32 3 0 0,89 42-7 0 0,0-1 0 0 0,0 1-1 0 0,0 0 1 0 0,0-1 0 0 0,0 1-1 0 0,1-1 1 0 0,-1 0-1 0 0,1 0 1 0 0,-1 0 0 0 0,-1-3-1 0 0,-8-5 3 0 0,6 5 2 0 0,0 0-1 0 0,1 0 1 0 0,0-1-1 0 0,0 1 1 0 0,1-1-1 0 0,-6-9 1 0 0,-17-24 41 0 0,25 36-33 0 0,0 0 0 0 0,0 0 0 0 0,0 0-1 0 0,0 1 1 0 0,0-1 0 0 0,-1 1 0 0 0,1-1-1 0 0,-1 1 1 0 0,1 0 0 0 0,-6-4 0 0 0,1 1 26 0 0,1 0 301 0 0,-1 0-106 0 0,-18-16 8 0 0,18 16 1464 0 0,1 25-1605 0 0,-18 61-4 0 0,17-53-43 0 0,7-19-45 0 0,0-5-20 0 0,0 0 0 0 0,0 0 0 0 0,0 0-1 0 0,-1 1 1 0 0,0-1 0 0 0,0 0 0 0 0,-2 7-1 0 0,-13 48-472 0 0,15-51 356 0 0,1-6 61 0 0,0 0 1 0 0,-1 1-1 0 0,1-1 0 0 0,-1 1 1 0 0,1-1-1 0 0,-1 0 1 0 0,0 0-1 0 0,0 1 0 0 0,0-1 1 0 0,0 0-1 0 0,0 0 0 0 0,-3 4 1 0 0,0 2-166 0 0,3-5 100 0 0,0 0 1 0 0,-1 0-1 0 0,1 0 1 0 0,-1 0-1 0 0,0 0 0 0 0,0-1 1 0 0,0 1-1 0 0,0-1 1 0 0,0 1-1 0 0,-5 2 0 0 0,1 3-260 0 0,4-5 64 0 0,-1 0 0 0 0,1 0-1 0 0,-1 0 1 0 0,0 0-1 0 0,0 0 1 0 0,0-1 0 0 0,0 0-1 0 0,-1 1 1 0 0,-4 1-1 0 0,-30 22-3699 0 0,28-20 308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2.5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67 60 888 0 0,'0'0'1996'0'0,"11"-8"-1014"0"0,31-25 6 0 0,-31 24 935 0 0,3 8-1018 0 0,3-2-587 0 0,-7 1 354 0 0,0 0 0 0 0,1 1 0 0 0,12 1 0 0 0,-4 6-65 0 0,57 18-70 0 0,-58-18-42 0 0,-10 2-53 0 0,20 26-44 0 0,-18-18-28 0 0,-6-7-276 0 0,-2-6-66 0 0,0 1 1 0 0,0-1-1 0 0,-1 1 0 0 0,0 0 0 0 0,0 0 0 0 0,0-1 1 0 0,0 1-1 0 0,-1 0 0 0 0,1 7 0 0 0,6 42-34 0 0,-6-51-12 0 0,-1 1 0 0 0,0-1 0 0 0,0 0 0 0 0,0 1 0 0 0,0-1 0 0 0,0 1 0 0 0,0-1 0 0 0,-2 5 0 0 0,0 11-130 0 0,0-5-88 0 0,0 0 0 0 0,0 0 0 0 0,-2 0 0 0 0,0 0 1 0 0,-10 23-1 0 0,14-36 217 0 0,-41 82-3051 0 0,38-77-372 0 0</inkml:trace>
  <inkml:trace contextRef="#ctx0" brushRef="#br0" timeOffset="1">174 323 68 0 0,'0'0'10667'0'0,"-20"15"-11807"0"0,-58 42 304 0 0,58-42-790 0 0,11-11-1076 0 0,-37 19 207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2.8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196 2 596 0 0,'0'0'3468'0'0,"-23"0"-2596"0"0,-73-2-29 0 0,72 2 1972 0 0,16 8-2261 0 0,-28 26-48 0 0,27-26-34 0 0,10 2-44 0 0,2 38 638 0 0,5-33-791 0 0,22 45-35 0 0,-17-39-38 0 0,10 2-49 0 0,-18-18-62 0 0,3 1-76 0 0,22 17-99 0 0,-23-17-127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3.2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331 1 988 0 0,'0'0'5033'0'0,"-13"16"-4167"0"0,-43 49-57 0 0,54-64-760 0 0,1 1 1 0 0,0-1-1 0 0,-1 1 0 0 0,1 0 0 0 0,0-1 1 0 0,-1 1-1 0 0,1 0 0 0 0,0 0 0 0 0,0 0 1 0 0,0-1-1 0 0,1 1 0 0 0,-1 0 0 0 0,0 0 1 0 0,0 3-1 0 0,-30 173 2679 0 0,21-126-2119 0 0,9-43-568 0 0,-7 30-300 0 0,-2-7-217 0 0,7-24-256 0 0</inkml:trace>
  <inkml:trace contextRef="#ctx0" brushRef="#br0" timeOffset="1">1 22 220 0 0,'0'0'7431'0'0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3.6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934 0 708 0 0,'0'0'6585'0'0,"-6"16"-5878"0"0,-18 48-28 0 0,23-62-629 0 0,1-1 0 0 0,-1 1 0 0 0,0 0-1 0 0,0 0 1 0 0,1 0 0 0 0,0 0 0 0 0,-1 0 0 0 0,1 0 0 0 0,0 0 0 0 0,0 0 0 0 0,0 0 0 0 0,0 2 0 0 0,4 66 1208 0 0,-3-54-1056 0 0,-1 48 797 0 0,-2 35 233 0 0,0-80-610 0 0,-59 176 2167 0 0,59-189-2670 0 0,-1 0-1 0 0,0 1 1 0 0,0-1-1 0 0,0-1 1 0 0,-5 7-1 0 0,1-2 12 0 0,4-3-34 0 0,-1-1-1 0 0,1-1 1 0 0,-1 1 0 0 0,-1 0-1 0 0,-4 5 1 0 0,1-2 6 0 0,-7 7 171 0 0,6-8-205 0 0,1 0-26 0 0,0-1-1 0 0,0 0 1 0 0,-1-1 0 0 0,0 0-1 0 0,0 0 1 0 0,0-1-1 0 0,-13 6 1 0 0,-21 8-51 0 0,32-14-54 0 0,-6-3-112 0 0,-54 7-67 0 0,38-7-69 0 0,-42 0-496 0 0,70-3 512 0 0,-13-2 82 0 0,-73-15-380 0 0,73 14 335 0 0,-1-2-150 0 0,1 0 120 0 0,6 3 43 0 0,1-1-1 0 0,0 0 0 0 0,0-1 0 0 0,0 0 0 0 0,1-1 0 0 0,0 0 0 0 0,-17-13 0 0 0,14 10-57 0 0,2 1 9 0 0,0 0 0 0 0,1 0 0 0 0,0-1 0 0 0,0 0 0 0 0,-12-16 0 0 0,-5-8-268 0 0,25 30 481 0 0,-1 0 0 0 0,1 1 0 0 0,-1-2 0 0 0,1 1 0 0 0,0 0 0 0 0,0 0 0 0 0,1-1 0 0 0,-1 1 0 0 0,-2-7 0 0 0,1 1-62 0 0,-1 2-241 0 0,4-5 65 0 0,-2-47-109 0 0,6 46 352 0 0,0-1 89 0 0,-1 2 25 0 0,1 0-1 0 0,0 1 1 0 0,1 0 0 0 0,0 0 0 0 0,1 0-1 0 0,11-17 1 0 0,-7 11 67 0 0,-4 6 22 0 0,1-1 0 0 0,0 1 0 0 0,1 1 1 0 0,0-1-1 0 0,13-12 0 0 0,-11 13-20 0 0,5-6 25 0 0,8-6 268 0 0,2-2-105 0 0,-18 18-5 0 0,-1 0-6 0 0,18-15-2 0 0,-18 15 2767 0 0,2 24-2781 0 0,26 54 14 0 0,-32-71-265 0 0,-1 1 0 0 0,0 0 0 0 0,-1 0 0 0 0,1-1 0 0 0,0 1 0 0 0,0 0 0 0 0,-1 0-1 0 0,1 0 1 0 0,-1 0 0 0 0,1 0 0 0 0,-1 0 0 0 0,0 2 0 0 0,0 31 171 0 0,0-26-11 0 0,-1 2-16 0 0,-5 37-11 0 0,4-36 126 0 0,0-3-150 0 0,-10 28-1 0 0,9-28 337 0 0,-21-26-470 0 0,-74-54-4 0 0,73 54 0 0 0,23 8-14 0 0,0 0 4 0 0,0 6-28 0 0,1 0 0 0 0,0-1 0 0 0,0 1 0 0 0,1-1 0 0 0,-1 1 0 0 0,1-1 0 0 0,0-4 0 0 0,3-3-140 0 0,10-34-36 0 0,-10 34-45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3.9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107 0 200 0 0,'0'0'8501'0'0,"-16"18"-7767"0"0,16-18-734 0 0,-65 79 683 0 0,60-71-573 0 0,3-6-67 0 0,0 0 0 0 0,1 1-1 0 0,-1-1 1 0 0,1 1 0 0 0,0-1-1 0 0,0 1 1 0 0,0-1 0 0 0,0 1 0 0 0,0 0-1 0 0,0-1 1 0 0,1 1 0 0 0,0 0-1 0 0,-1 0 1 0 0,1 0 0 0 0,0-1-1 0 0,0 4 1 0 0,-1 8 363 0 0,-3 200 1890 0 0,8-151-1749 0 0,3-8-393 0 0,1-3-451 0 0,-3-19-46 0 0,-4-24-148 0 0,-1 1-160 0 0,3 31-151 0 0,-2-31-253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7:54.3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696 947 480 0 0,'0'0'4644'0'0,"-14"6"-3844"0"0,-43 19-41 0 0,43-19 1434 0 0,8-20-1456 0 0,-20-41-10 0 0,24 52-625 0 0,1 0 1 0 0,0 0 0 0 0,0 0 0 0 0,0 0-1 0 0,0 0 1 0 0,-1-7 0 0 0,-8-50 569 0 0,-41-200 2616 0 0,37 207-2360 0 0,-14-107 1 0 0,23 140-571 0 0,-31-156 985 0 0,30 142-1155 0 0,5 26-27 0 0,1-4-23 0 0,2-35-25 0 0,-2 35 126 0 0,3 5-195 0 0,8-23-14 0 0,-8 23 13 0 0,26 17-31 0 0,88 33-1 0 0,-88-33 265 0 0,-51 10-256 0 0,-71 64-18 0 0,60-60 0 0 0,1-3 46 0 0,-132 96 37 0 0,139-98-71 0 0,12-9-10 0 0,-1 0 0 0 0,1 2 0 0 0,-11 12 0 0 0,9-9-19 0 0,-58 64-265 0 0,63-69 194 0 0,-23 30-488 0 0,27-34 417 0 0,4-4 73 0 0,-1 1-1 0 0,1-1 0 0 0,0 0 0 0 0,0 1 0 0 0,1-1 0 0 0,-1 1 1 0 0,0 0-1 0 0,1 0 0 0 0,0-1 0 0 0,0 1 0 0 0,-1 4 1 0 0,-10 21-778 0 0,9-21-240 0 0,0 25-2009 0 0,1-23 2029 0 0,1 0-3360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1.9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81 280 0 0,'0'0'1153'0'0,"10"-9"-32"0"0,28-30-27 0 0,-28 30-53 0 0,1 5-81 0 0,33-12-72 0 0,-33 13 754 0 0,7 3-879 0 0,56 3-53 0 0,-55-3 599 0 0,-3 5-974 0 0,-1-1 1 0 0,26 12-1 0 0,-19-7-142 0 0,5 3 350 0 0,6 8-25 0 0,-19-7-37 0 0,10 15-30 0 0,-14-13-45 0 0,-5-5-296 0 0,-1 0 1 0 0,0 1-1 0 0,-1-1 0 0 0,0 1 0 0 0,-1 0 0 0 0,0 0 0 0 0,0 0 0 0 0,-1 0 0 0 0,-1 0 1 0 0,0 0-1 0 0,-2 17 0 0 0,-6-5 21 0 0,0-1 0 0 0,-1 0 0 0 0,-2 0 0 0 0,0-1 0 0 0,-16 23 1 0 0,8-17-2 0 0,0-1 0 0 0,-2 0 1 0 0,-36 34-1 0 0,51-55-116 0 0,1 0 0 0 0,-1 0 0 0 0,0 0 0 0 0,0-1 0 0 0,-1 0 1 0 0,1-1-1 0 0,-1 1 0 0 0,0-1 0 0 0,0 0 0 0 0,0-1 0 0 0,-11 3 0 0 0,16-5 0 0 0,-3-3-19 0 0,2 2 4 0 0,0 0 0 0 0,1-1 0 0 0,-1 0 0 0 0,1 1 0 0 0,-1-1 0 0 0,1 0 1 0 0,-1 0-1 0 0,1 0 0 0 0,0-1 0 0 0,0 1 0 0 0,0-1 0 0 0,0 1 0 0 0,1-1 0 0 0,-1 1 0 0 0,1-1 0 0 0,-1 0 0 0 0,1 0 1 0 0,0 0-1 0 0,0 0 0 0 0,0 0 0 0 0,0-4 0 0 0,0-3 9 0 0,2-1 0 0 0,-1 1 0 0 0,1 0 0 0 0,1 0 1 0 0,0-1-1 0 0,0 1 0 0 0,1 0 0 0 0,6-12 0 0 0,-2 6 69 0 0,0-1 0 0 0,2 1 0 0 0,18-26 0 0 0,-20 32-17 0 0,-5 8-55 0 0,24-21 86 0 0,-22 20-941 0 0,6-7 1933 0 0,-6 8-5007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2.7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72 540 0 0,'0'0'4704'0'0,"9"-9"-4026"0"0,28-25-19 0 0,-28 25 1813 0 0,3 6-1897 0 0,35-10-10 0 0,-35 10 2176 0 0,7 12-2209 0 0,58 27-28 0 0,-75-36-463 0 0,0 1-1 0 0,0 0 1 0 0,0 0-1 0 0,0 0 1 0 0,0 0-1 0 0,0 0 1 0 0,-1 0-1 0 0,1 0 1 0 0,0 1 0 0 0,0-1-1 0 0,1 2 1 0 0,-3-2-34 0 0,11 11 297 0 0,-1 1 1 0 0,0 0-1 0 0,0 1 0 0 0,-2 0 1 0 0,12 23-1 0 0,-17-27-261 0 0,0-1-1 0 0,0 1 0 0 0,-1 0 1 0 0,0 0-1 0 0,0 0 0 0 0,-1 0 1 0 0,-1 0-1 0 0,0 0 0 0 0,0 1 1 0 0,-1-1-1 0 0,0 0 0 0 0,-1 0 1 0 0,0 0-1 0 0,-4 11 1 0 0,3-12-209 0 0,-1 1 0 0 0,0-1 1 0 0,0 0-1 0 0,-1-1 0 0 0,0 1 1 0 0,-1-1-1 0 0,0 0 0 0 0,0 0 1 0 0,-1-1-1 0 0,0 0 1 0 0,-9 8-1 0 0,11-11-187 0 0,-1 0 1 0 0,1-1 0 0 0,-1 0-1 0 0,1 0 1 0 0,-1 0-1 0 0,0-1 1 0 0,-12 4-1 0 0,12-5-283 0 0,0 0 0 0 0,1 0-1 0 0,-1-1 1 0 0,0 0-1 0 0,1 0 1 0 0,-1 0 0 0 0,0-1-1 0 0,1 0 1 0 0,-11-3 0 0 0,-10-5-2599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3.1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237 71 60 0 0,'0'0'883'0'0,"-5"-12"-24"0"0,-17-35-26 0 0,17 35 10702 0 0,-1 36-11024 0 0,-37 156 745 0 0,28-125-1729 0 0,-2 0 0 0 0,-32 69 0 0 0,45-117-108 0 0,-1 1 0 0 0,0-1-1 0 0,0 0 1 0 0,-10 11 0 0 0,-11 6-4738 0 0,11-15 1778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3.5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46 36 0 0,'0'0'897'0'0,"15"-8"18"0"0,45-22-20 0 0,-45 22 814 0 0,2 9-911 0 0,53 1-36 0 0,-53-1-34 0 0,-4 6-39 0 0,3 0-462 0 0,-6-3 48 0 0,1 1 1 0 0,-1 1 0 0 0,15 11 0 0 0,8 4 349 0 0,-18-7 0 0 0,-2 1-240 0 0,-1 0-1 0 0,13 21 1 0 0,-20-29-210 0 0,-1 2 0 0 0,0-1 1 0 0,0 1-1 0 0,-1-1 0 0 0,1 1 1 0 0,-2 0-1 0 0,0 0 0 0 0,2 13 1 0 0,-3-5 15 0 0,0 1 0 0 0,-2-1 1 0 0,0 1-1 0 0,-1 0 0 0 0,-1-1 1 0 0,0 0-1 0 0,-2 0 0 0 0,1 0 1 0 0,-2 0-1 0 0,-1-1 0 0 0,0 0 1 0 0,-1 0-1 0 0,0-1 0 0 0,-1 0 1 0 0,-1 0-1 0 0,-1-1 0 0 0,-23 25 1 0 0,31-36-199 0 0,0-1 0 0 0,0 1 0 0 0,0 0 1 0 0,0-1-1 0 0,-1 0 0 0 0,1 0 0 0 0,-1 0 0 0 0,0 0 1 0 0,1 0-1 0 0,-1-1 0 0 0,0 0 0 0 0,0 1 0 0 0,0-2 1 0 0,0 1-1 0 0,0 0 0 0 0,0-1 0 0 0,0 0 0 0 0,0 0 1 0 0,0 0-1 0 0,0 0 0 0 0,-1 0 0 0 0,1-1 0 0 0,0 0 1 0 0,0 0-1 0 0,1 0 0 0 0,-1-1 0 0 0,0 1 0 0 0,0-1 1 0 0,0 0-1 0 0,1 0 0 0 0,-1 0 0 0 0,1 0 0 0 0,0-1 1 0 0,0 1-1 0 0,0-1 0 0 0,0 0 0 0 0,0 0 1 0 0,0 0-1 0 0,1 0 0 0 0,-4-6 0 0 0,0-1-40 0 0,1-1-1 0 0,0 0 0 0 0,0 0 1 0 0,1 0-1 0 0,1-1 1 0 0,-3-14-1 0 0,5 18 20 0 0,0 0 0 0 0,1 0-1 0 0,0 1 1 0 0,0-1 0 0 0,1 0-1 0 0,0 0 1 0 0,0 1 0 0 0,1-1 0 0 0,0 0-1 0 0,5-12 1 0 0,-5 15 3 0 0,1-1-1 0 0,-1 0 1 0 0,1 1-1 0 0,0 0 1 0 0,0 0-1 0 0,0 0 0 0 0,1 0 1 0 0,0 0-1 0 0,0 0 1 0 0,0 1-1 0 0,1 0 1 0 0,-1 0-1 0 0,1 0 1 0 0,0 1-1 0 0,0-1 1 0 0,0 1-1 0 0,1 0 1 0 0,-1 1-1 0 0,1-1 1 0 0,-1 1-1 0 0,1 0 1 0 0,8-1-1 0 0,-11 2-110 0 0,1 4-289 0 0,-2-1 321 0 0,-1-1 0 0 0,1 1 1 0 0,-1 0-1 0 0,0-1 0 0 0,1 1 0 0 0,-1 0 1 0 0,0 0-1 0 0,0 0 0 0 0,0 0 0 0 0,0 0 1 0 0,0 0-1 0 0,-1 0 0 0 0,1 0 0 0 0,0 0 0 0 0,-1 0 1 0 0,0 1-1 0 0,0-1 0 0 0,1 0 0 0 0,-1 0 1 0 0,0 0-1 0 0,-1 1 0 0 0,1-1 0 0 0,0 0 1 0 0,-1 0-1 0 0,1 0 0 0 0,-1 0 0 0 0,0 0 1 0 0,1 0-1 0 0,-3 4 0 0 0,1-1-567 0 0,-1 0 1 0 0,0 0-1 0 0,0-1 0 0 0,-1 1 1 0 0,1-1-1 0 0,-1 0 0 0 0,0 0 1 0 0,-6 6-1 0 0,-3-2-2122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5.2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254 1 628 0 0,'0'0'11318'0'0,"-6"20"-10862"0"0,-27 90 645 0 0,12-45-566 0 0,-2 2-693 0 0,-47 97 1 0 0,22-81-1865 0 0,11-32-4176 0 0,22-33 3099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5.6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75 320 0 0,'0'0'8588'0'0,"17"-11"-7894"0"0,50-34-48 0 0,-50 34-27 0 0,-3 10-46 0 0,43-5-34 0 0,-43 5 1182 0 0,4 10-1384 0 0,56 25-27 0 0,-57-25-163 0 0,-13-2-8 0 0,-1 4-51 0 0,1-1-25 0 0,-2-1-1 0 0,1 1 0 0 0,-1-1 0 0 0,-1 1 0 0 0,0 0 0 0 0,0 0 1 0 0,-1 14-1 0 0,-2-6-183 0 0,-1 1 0 0 0,-1-1 0 0 0,-1 0 0 0 0,0 0 0 0 0,-1-1 0 0 0,-16 32 0 0 0,11-29-1581 0 0,-1-1 0 0 0,-27 33 0 0 0,22-34-1805 0 0,-2-4 268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6.1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361 22 736 0 0,'0'0'2710'0'0,"19"-3"-1892"0"0,58-12-58 0 0,-58 12 1846 0 0,-4 12-2043 0 0,41 25-23 0 0,-41-25-24 0 0,-12 0-40 0 0,11 27-33 0 0,-10-27-43 0 0,-6 2-37 0 0,-5 37-34 0 0,5-36-29 0 0,-4 0-18 0 0,2-5-229 0 0,-8 14 147 0 0,-2 0 0 0 0,-24 31 0 0 0,12-20-23 0 0,24-29-153 0 0,0 0 0 0 0,0 0 0 0 0,-1 0-1 0 0,1 0 1 0 0,-1-1 0 0 0,0 1 0 0 0,0-1 0 0 0,0 1 0 0 0,-6 2 0 0 0,1 0 20 0 0,1 1 88 0 0,-1 0-10 0 0,-23 20-20 0 0,23-20 186 0 0,0-2-246 0 0,-26 13-6 0 0,25-13 194 0 0,18 8-172 0 0,28 37 7 0 0,-28-37 82 0 0,-1-3-54 0 0,21 30 8 0 0,-26-35-66 0 0,0 1 0 0 0,-1-1 0 0 0,0 1 0 0 0,0 0 0 0 0,0 0 0 0 0,0 0 0 0 0,-1 0 0 0 0,0 0 0 0 0,0 0 1 0 0,0 0-1 0 0,-1 0 0 0 0,1 0 0 0 0,-1 0 0 0 0,-1 0 0 0 0,1 1 0 0 0,-2 7 0 0 0,-1-1 56 0 0,0 0-1 0 0,-1 0 0 0 0,-1 0 1 0 0,0-1-1 0 0,-6 13 0 0 0,1-7-46 0 0,-1 0-1 0 0,0 0 0 0 0,-1-1 0 0 0,-1 0 1 0 0,0-1-1 0 0,-25 21 0 0 0,33-31-176 0 0,-1 0 1 0 0,-1 0-1 0 0,1-1 0 0 0,-1 0 0 0 0,1 0 1 0 0,-1 0-1 0 0,0-1 0 0 0,0 0 0 0 0,-1 0 1 0 0,1-1-1 0 0,-1 0 0 0 0,1 0 0 0 0,-1-1 1 0 0,1 0-1 0 0,-1 0 0 0 0,0-1 0 0 0,0 0 1 0 0,0 0-1 0 0,-13-3 0 0 0,15 1-114 0 0,0 0 0 0 0,0-1-1 0 0,0 0 1 0 0,1 0 0 0 0,0 0 0 0 0,-1 0-1 0 0,1-1 1 0 0,0 0 0 0 0,1 0-1 0 0,-1 0 1 0 0,-7-9 0 0 0,-1-4-1440 0 0,1 0 0 0 0,-12-20 0 0 0,3-1-1198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6.5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356 283 1080 0 0,'0'0'373'0'0,"4"-15"42"0"0,10-42 41 0 0,-10 42 18 0 0,0 9-20 0 0,13-21 6 0 0,-13 20 956 0 0,2 1-935 0 0,17-17 1 0 0,-18 18 3739 0 0</inkml:trace>
  <inkml:trace contextRef="#ctx0" brushRef="#br0" timeOffset="1">256 1 720 0 0,'0'0'9213'0'0,"-3"20"-8490"0"0,1 5-491 0 0,-12 66 883 0 0,-37 99 1494 0 0,38-150-2752 0 0,-1-2-1 0 0,-2 0 1 0 0,-1 0 0 0 0,-26 40-1 0 0,40-75-143 0 0,0 0 0 0 0,1 0 0 0 0,-1 0-1 0 0,0 0 1 0 0,-1-1 0 0 0,1 1 0 0 0,-6 3-1 0 0,-26 10-5324 0 0,17-12 2247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6.9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617 0 304 0 0,'0'0'9840'0'0,"2"20"-9268"0"0,9 152 1054 0 0,-10-145-1099 0 0,-1 0 0 0 0,-1 0-1 0 0,-2-1 1 0 0,-9 45-1 0 0,1-33-76 0 0,0-2 0 0 0,-3 0-1 0 0,-1 0 1 0 0,-1-2 0 0 0,-2 0-1 0 0,-37 51 1 0 0,46-72-413 0 0,-1-2 0 0 0,0 1-1 0 0,-1-1 1 0 0,0-1 0 0 0,-1 0 0 0 0,-13 9-1 0 0,17-13-107 0 0,-1-1 0 0 0,0-1-1 0 0,0 0 1 0 0,0 0-1 0 0,0-1 1 0 0,0 0 0 0 0,-1 0-1 0 0,1-1 1 0 0,-1 0-1 0 0,-16 0 1 0 0,16-1-148 0 0,-1-1 0 0 0,1-1 0 0 0,-1 0 1 0 0,0 0-1 0 0,1-1 0 0 0,-1 0 0 0 0,1-1 0 0 0,0 0 0 0 0,0-1 1 0 0,0 0-1 0 0,1-1 0 0 0,-17-10 0 0 0,20 11 27 0 0,1 0 0 0 0,0-1-1 0 0,0 0 1 0 0,0 0 0 0 0,1 0 0 0 0,-1-1-1 0 0,1 0 1 0 0,1 1 0 0 0,-1-1 0 0 0,1 0 0 0 0,0-1-1 0 0,-3-7 1 0 0,-4-9-582 0 0,-27-55-4912 0 0,22 36 2427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7.3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1074 296 0 0,'2'7'345'0'0,"-1"1"0"0"0,0-1 1 0 0,0 1-1 0 0,-1-1 0 0 0,0 1 0 0 0,-2 13 0 0 0,2-13 222 0 0,-1 0 0 0 0,1-1 0 0 0,0 1 0 0 0,1 0 0 0 0,2 14 0 0 0,-3-20-38 0 0,0-2-453 0 0,0 0 0 0 0,0 0 1 0 0,0 0-1 0 0,0 1 0 0 0,0-1 1 0 0,0 0-1 0 0,0 0 1 0 0,0 0-1 0 0,0 1 0 0 0,0-1 1 0 0,0 0-1 0 0,0 0 1 0 0,0 0-1 0 0,0 1 0 0 0,0-1 1 0 0,0 0-1 0 0,0 0 0 0 0,0 0 1 0 0,0 1-1 0 0,1-1 1 0 0,-1 0-1 0 0,0 0 0 0 0,0 0 1 0 0,0 0-1 0 0,0 1 0 0 0,0-1 1 0 0,0 0-1 0 0,1 0 1 0 0,-1 0-1 0 0,0 0 0 0 0,0 0 1 0 0,0 1-1 0 0,1-1 0 0 0,-1 0 1 0 0,0 0-1 0 0,0 0 1 0 0,1 0-1 0 0,6-5 530 0 0,7-11-497 0 0,-5 2 207 0 0,-1-1 0 0 0,0 0 1 0 0,-1 0-1 0 0,-1-1 0 0 0,6-23 1 0 0,-8 26-87 0 0,4-9 163 0 0,6-39-1 0 0,-9 34-244 0 0,32-163 1016 0 0,-16 58-542 0 0,-12 65-227 0 0,21-77 0 0 0,-10 71-121 0 0,-11 34-128 0 0,1 1 0 0 0,3 1 0 0 0,1 0 0 0 0,1 1 0 0 0,23-37 0 0 0,-16 35-55 0 0,-20 34-79 0 0,0 1 0 0 0,-1 0 1 0 0,1 0-1 0 0,0 0 0 0 0,0 0 0 0 0,1 0 0 0 0,-1 1 0 0 0,1-1 0 0 0,-1 0 0 0 0,4-1 0 0 0,2-2 10 0 0,-3 0 54 0 0,12 25-392 0 0,-17-19 316 0 0,67 86-141 0 0,-61-77 99 0 0,6 13 11 0 0,-12 12-337 0 0,0-34 367 0 0,-1 51-347 0 0,-2-24-91 0 0,1-9 214 0 0,1-7 14 0 0,-1 0 1 0 0,0 0-1 0 0,-1 0 0 0 0,0 0 1 0 0,-1 0-1 0 0,0 0 0 0 0,-6 12 1 0 0,4-12 39 0 0,-7 18-751 0 0,-1-2 1 0 0,-32 47-1 0 0,-22 3-4444 0 0,63-72 2287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7.6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965 1 56 0 0,'0'0'9360'0'0,"-5"14"-8725"0"0,-3 3-437 0 0,4-7 29 0 0,-1 1-1 0 0,2-1 1 0 0,-4 14 0 0 0,5-18-75 0 0,1 0 1 0 0,0 0-1 0 0,1 0 1 0 0,-1 9-1 0 0,1-3-14 0 0,-2-1 233 0 0,1-4-66 0 0,-2 9-242 0 0,-2 1 0 0 0,-10 27 1 0 0,13-39-217 0 0,1-1-1 0 0,-2 1 1 0 0,1-1 0 0 0,0 0 0 0 0,-1 0 0 0 0,0 0 0 0 0,0 0 0 0 0,0 0 0 0 0,0-1 0 0 0,0 1 0 0 0,-1-1-1 0 0,0 0 1 0 0,0 0 0 0 0,0 0 0 0 0,0 0 0 0 0,-5 2 0 0 0,4-4-105 0 0,0 0 0 0 0,0 0-1 0 0,0-1 1 0 0,0 1 0 0 0,0-1 0 0 0,-1 0-1 0 0,1 0 1 0 0,-9-2 0 0 0,11 1 201 0 0,-3 0-432 0 0,-8-7-936 0 0,-43-25 1348 0 0,43 25 655 0 0,5 4-296 0 0,9 4-265 0 0,-1 0 0 0 0,1 0 0 0 0,0 0 0 0 0,0 0 0 0 0,0 0 0 0 0,0 0-1 0 0,0 0 1 0 0,-1 0 0 0 0,1 0 0 0 0,0 0 0 0 0,0 0 0 0 0,0 0 0 0 0,0 0 0 0 0,0 0 0 0 0,-1 0 0 0 0,1 0-1 0 0,0 0 1 0 0,0 0 0 0 0,0 0 0 0 0,0 1 0 0 0,0-1 0 0 0,0 0 0 0 0,-1 0 0 0 0,1 0 0 0 0,0 0 0 0 0,0 0-1 0 0,0 0 1 0 0,0 0 0 0 0,0 1 0 0 0,0-1 0 0 0,0 0 0 0 0,0 0 0 0 0,0 0 0 0 0,0 0 0 0 0,0 0 0 0 0,-1 0-1 0 0,1 1 1 0 0,0-1 0 0 0,0 0 0 0 0,0 0 0 0 0,0 0 0 0 0,0 0 0 0 0,0 0 0 0 0,0 1 0 0 0,0-1 0 0 0,0 0-1 0 0,0 0 1 0 0,0 0 0 0 0,1 0 0 0 0,-1 1 0 0 0,0-1 0 0 0,0 0 0 0 0,0 0 0 0 0,0 0 0 0 0,0 0 0 0 0,0 0-1 0 0,0 0 1 0 0,0 1 0 0 0,0-1 0 0 0,0 0 0 0 0,0 0 0 0 0,1 0 0 0 0,-1 0 0 0 0,0 0 0 0 0,0 0 0 0 0,0 0-1 0 0,80 124 2139 0 0,-45-68-1127 0 0,-33-54-1058 0 0,-23-29-2483 0 0,5 8 2676 0 0,-17-26 0 0 0,32 44 0 0 0,-5-4 158 0 0,6 4-201 0 0,-1 0 1 0 0,1 0 0 0 0,-1 1-1 0 0,1-1 1 0 0,-1 0-1 0 0,0 1 1 0 0,1-1-1 0 0,-1 1 1 0 0,0-1-1 0 0,1 1 1 0 0,-1-1-1 0 0,0 1 1 0 0,1-1 0 0 0,-1 1-1 0 0,0-1 1 0 0,0 1-1 0 0,0 0 1 0 0,1 0-1 0 0,-1-1 1 0 0,0 1-1 0 0,0 0 1 0 0,0 0-1 0 0,0 0 1 0 0,1 0-1 0 0,-1 0 1 0 0,0 0 0 0 0,0 0-1 0 0,0 0 1 0 0,-1 1-1 0 0,-15 14 575 0 0,-22 25 0 0 0,25-24-16 0 0,-1-2-1 0 0,0 1 1 0 0,-35 24 0 0 0,16-15 141 0 0,25-17-606 0 0,0 0 0 0 0,-1-1 0 0 0,-13 7 0 0 0,7-5-184 0 0,-2-1 1 0 0,1-1 0 0 0,-1-1-1 0 0,0-1 1 0 0,0 0 0 0 0,0-1-1 0 0,0-1 1 0 0,-29-1 0 0 0,20-1-383 0 0,-7 1-1123 0 0,0-2 0 0 0,-62-9 0 0 0,29 2-6258 0 0,48 4 4045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8.1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1139 252 0 0,'0'3'703'0'0,"3"7"-40"0"0,-2-7-24 0 0,-1-3-493 0 0,1 1-1 0 0,-1-1 1 0 0,1 1 0 0 0,-1-1-1 0 0,1 1 1 0 0,-1-1 0 0 0,1 0 0 0 0,0 1-1 0 0,-1-1 1 0 0,1 0 0 0 0,0 1-1 0 0,-1-1 1 0 0,1 0 0 0 0,-1 0 0 0 0,1 0-1 0 0,0 0 1 0 0,0 0 0 0 0,-1 1-1 0 0,2-1 1 0 0,21 0 1141 0 0,-18-5-617 0 0,2-2-359 0 0,0 0-1 0 0,-1-1 1 0 0,0 0-1 0 0,0 0 1 0 0,0 0-1 0 0,-1-1 1 0 0,-1 0-1 0 0,1 0 1 0 0,5-18 0 0 0,-3 2 81 0 0,0 5-40 0 0,-2 0-1 0 0,0-1 1 0 0,-1 1-1 0 0,1-24 1 0 0,2-101 248 0 0,22-271 852 0 0,-24 393-1305 0 0,24-97 101 0 0,-26 109-216 0 0,-2 6-8 0 0,1 0 1 0 0,0 0 0 0 0,0 0-1 0 0,1 0 1 0 0,-1 1 0 0 0,4-6-1 0 0,0-3 7 0 0,-2 5-1 0 0,0 0-1 0 0,1 0 1 0 0,10-13-1 0 0,-11 12-8 0 0,-2 6-8 0 0,0-1 1 0 0,0 1-1 0 0,1-1 1 0 0,-1 1-1 0 0,1 0 1 0 0,-1 0-1 0 0,1 0 1 0 0,4-3-1 0 0,16-16 60 0 0,-17 17-14 0 0,4 1-65 0 0,31-13-15 0 0,-30 13-28 0 0,5 19-793 0 0,51 44 421 0 0,-66-59 394 0 0,1 1-1 0 0,-1 0 1 0 0,0-1 0 0 0,0 1 0 0 0,0 0 0 0 0,0 0 0 0 0,0 0 0 0 0,0 0 0 0 0,0 0 0 0 0,0 0-1 0 0,0 0 1 0 0,0 0 0 0 0,0 1 0 0 0,-1-1 0 0 0,1 0 0 0 0,-1 0 0 0 0,1 1 0 0 0,-1-1 0 0 0,1 3 0 0 0,2 6-190 0 0,-2-4-8 0 0,1-1 0 0 0,-1 1 0 0 0,-1 0 0 0 0,1 0 0 0 0,-1 9 0 0 0,1 28-899 0 0,-1-41 979 0 0,0 0-1 0 0,0 0 1 0 0,0-1 0 0 0,0 1 0 0 0,0 0 0 0 0,0-1 0 0 0,-1 1-1 0 0,1-1 1 0 0,-1 1 0 0 0,1 0 0 0 0,-1-1 0 0 0,0 1 0 0 0,0 1-1 0 0,-27 59-3204 0 0,4-15 251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8.7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799 26 140 0 0,'0'0'11320'0'0,"8"19"-11164"0"0,26 56-12 0 0,-25-56 1101 0 0,-19-12-1135 0 0,-3 4-65 0 0,6-6-21 0 0,1 0 0 0 0,-1 0 1 0 0,0-1-1 0 0,0 0 1 0 0,0 0-1 0 0,-9 3 1 0 0,-2 2 46 0 0,1 1 1 0 0,1 0 0 0 0,0 1-1 0 0,0 1 1 0 0,1 0 0 0 0,0 1-1 0 0,-17 21 1 0 0,13-12 70 0 0,1 1 1 0 0,1 0-1 0 0,1 1 0 0 0,2 1 1 0 0,0 1-1 0 0,1 0 0 0 0,-11 36 1 0 0,22-58-128 0 0,1 1 0 0 0,0-1 0 0 0,1 1 0 0 0,-1 0 1 0 0,1 0-1 0 0,0-1 0 0 0,0 1 0 0 0,0 0 0 0 0,0 0 0 0 0,1-1 1 0 0,0 1-1 0 0,0-1 0 0 0,1 1 0 0 0,-1 0 0 0 0,1-1 0 0 0,0 0 1 0 0,0 1-1 0 0,0-1 0 0 0,0 0 0 0 0,1 0 0 0 0,0 0 0 0 0,0-1 1 0 0,0 1-1 0 0,0-1 0 0 0,1 1 0 0 0,-1-1 0 0 0,1 0 1 0 0,0-1-1 0 0,0 1 0 0 0,0 0 0 0 0,0-1 0 0 0,0 0 0 0 0,0 0 1 0 0,1 0-1 0 0,-1-1 0 0 0,1 1 0 0 0,-1-1 0 0 0,1 0 0 0 0,0-1 1 0 0,-1 1-1 0 0,1-1 0 0 0,0 0 0 0 0,0 0 0 0 0,4-1 0 0 0,2 0-90 0 0,-1-1 0 0 0,0 0 0 0 0,0-1 0 0 0,0 0 0 0 0,0-1 0 0 0,0 0 0 0 0,0-1 0 0 0,-1 1 0 0 0,0-2 0 0 0,15-10 0 0 0,-19 11-88 0 0,0 0 1 0 0,-1 0-1 0 0,1 0 0 0 0,-1 0 0 0 0,0-1 0 0 0,0 1 0 0 0,0-1 0 0 0,-1 0 0 0 0,0-1 0 0 0,0 1 0 0 0,-1 0 0 0 0,0-1 0 0 0,0 1 0 0 0,0-1 0 0 0,-1 0 0 0 0,0 0 0 0 0,1-12 0 0 0,-2 6-116 0 0,0 0-1 0 0,-1 0 0 0 0,-1 0 1 0 0,0 0-1 0 0,0 1 1 0 0,-1-1-1 0 0,-1 1 0 0 0,0-1 1 0 0,-1 1-1 0 0,0 0 1 0 0,-13-21-1 0 0,1 3-42 0 0,-86-139-1848 0 0,59 106 1679 0 0,24 36 358 0 0,15 20 63 0 0,-1 2 46 0 0,-18-18 70 0 0,18 17 5091 0 0,-8 26-4686 0 0,3-3-341 0 0,-9 11 160 0 0,2 1-1 0 0,-27 57 1 0 0,21-36 383 0 0,-47 71 0 0 0,46-80-411 0 0,-88 114 778 0 0,27-40-1377 0 0,76-102-573 0 0,-1 0 0 0 0,0 0 0 0 0,-20 16 0 0 0,30-28 662 0 0,0-1 0 0 0,0 1 0 0 0,0-1 0 0 0,0 1 0 0 0,0-1 0 0 0,0 0 0 0 0,0 1 0 0 0,0-1 0 0 0,0 0 0 0 0,0 0 1 0 0,0 0-1 0 0,-1 0 0 0 0,1 0 0 0 0,0 0 0 0 0,0 0 0 0 0,-1-1 0 0 0,1 1-351 0 0,-3 0-2349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9.3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263 907 664 0 0,'0'0'690'0'0,"-7"-10"-8"0"0,-1-2-456 0 0,-16-27 3284 0 0,25 28-2994 0 0,0-30-27 0 0,-1 31 1650 0 0,96 9-1477 0 0,-76 0-369 0 0,-9 6-31 0 0,-7-3-249 0 0,12 5 153 0 0,-1 0 0 0 0,0 1-1 0 0,0 0 1 0 0,22 18 0 0 0,-32-22-120 0 0,-1 1-1 0 0,0 0 1 0 0,0-1-1 0 0,-1 2 1 0 0,1-1-1 0 0,-1 0 1 0 0,0 1 0 0 0,0-1-1 0 0,-1 1 1 0 0,0 0-1 0 0,0 0 1 0 0,0 0-1 0 0,-1 0 1 0 0,0 0 0 0 0,0 0-1 0 0,0 0 1 0 0,-1 0-1 0 0,0 0 1 0 0,0 1-1 0 0,-1-1 1 0 0,1 0 0 0 0,-3 10-1 0 0,1-11-16 0 0,0 0-1 0 0,0 0 1 0 0,-1 0-1 0 0,0 0 0 0 0,1 0 1 0 0,-2 0-1 0 0,1-1 1 0 0,0 1-1 0 0,-1-1 1 0 0,0 0-1 0 0,0 0 1 0 0,0-1-1 0 0,-7 6 1 0 0,10-9-27 0 0,1 1 0 0 0,-1-1 0 0 0,0 0 0 0 0,1 1 0 0 0,-1-1-1 0 0,0 0 1 0 0,1 1 0 0 0,-1-1 0 0 0,0 0 0 0 0,1 0 0 0 0,-1 0 0 0 0,0 0 0 0 0,1 0 0 0 0,-1 0 0 0 0,0 0 0 0 0,0 0 0 0 0,1 0 0 0 0,-1 0 0 0 0,0 0 0 0 0,1 0 0 0 0,-1-1 0 0 0,0 1 0 0 0,0 0 0 0 0,-7-2 66 0 0,6 2-63 0 0,-1-1 1 0 0,1 1-1 0 0,-1-1 0 0 0,1 0 1 0 0,-1 0-1 0 0,1 0 0 0 0,0 0 1 0 0,-4-2-1 0 0,4 2 4 0 0,0 0 0 0 0,0 0 1 0 0,-1 0-1 0 0,1 0 0 0 0,0 0 0 0 0,-1 0 0 0 0,1 1 1 0 0,-4-1-1 0 0,5-5 3 0 0,1 6-8 0 0,0 0 1 0 0,0 0-1 0 0,0 0 0 0 0,0 0 1 0 0,0 0-1 0 0,0 0 1 0 0,0 0-1 0 0,0 0 1 0 0,1 1-1 0 0,-1-1 1 0 0,0 0-1 0 0,0 0 0 0 0,0 0 1 0 0,0 0-1 0 0,0 0 1 0 0,0 0-1 0 0,0 0 1 0 0,0 0-1 0 0,0 0 1 0 0,0 0-1 0 0,1 0 0 0 0,-1 0 1 0 0,0 0-1 0 0,0 0 1 0 0,0 0-1 0 0,0 0 1 0 0,0 0-1 0 0,0 0 1 0 0,0 0-1 0 0,1 0 0 0 0,-1 0 1 0 0,0 0-1 0 0,0 0 1 0 0,0 0-1 0 0,0 0 1 0 0,0 0-1 0 0,0 0 1 0 0,0 0-1 0 0,0 0 0 0 0,0 0 1 0 0,1 0-1 0 0,-1 0 1 0 0,0 0-1 0 0,0 0 1 0 0,0 0-1 0 0,0 0 1 0 0,0-1-1 0 0,0 1 0 0 0,0 0 1 0 0,0 0-1 0 0,0 0 1 0 0,0 0-1 0 0,0 0 1 0 0,0 0-1 0 0,0 0 1 0 0,1 0-1 0 0,-1 0 0 0 0,0-1 1 0 0,32 32 389 0 0,37 47 1 0 0,-58-65-295 0 0,-2 1 1 0 0,0 0-1 0 0,0 1 1 0 0,-1 0-1 0 0,-1 0 1 0 0,0 0-1 0 0,5 21 1 0 0,-10-27-86 0 0,0 0 0 0 0,0 0 1 0 0,-1 0-1 0 0,0 0 0 0 0,-1 0 1 0 0,0 0-1 0 0,0 0 0 0 0,-1 0 1 0 0,0 0-1 0 0,-1 0 0 0 0,0-1 1 0 0,-4 12-1 0 0,4-15-101 0 0,0 0 1 0 0,0 0-1 0 0,-1-1 0 0 0,0 1 1 0 0,0-1-1 0 0,0 0 1 0 0,0 0-1 0 0,-1 0 0 0 0,1 0 1 0 0,-1-1-1 0 0,0 1 0 0 0,0-1 1 0 0,-1 0-1 0 0,1 0 1 0 0,-1 0-1 0 0,1-1 0 0 0,-1 1 1 0 0,0-1-1 0 0,0-1 0 0 0,0 1 1 0 0,0 0-1 0 0,-6 0 0 0 0,0 0-160 0 0,0-1-1 0 0,0-1 0 0 0,0 1 0 0 0,0-2 0 0 0,-1 1 0 0 0,1-1 1 0 0,1-1-1 0 0,-1 0 0 0 0,-21-7 0 0 0,1-4-819 0 0,-57-31 1 0 0,57 27 277 0 0,-49-19 0 0 0,70 31 628 0 0,8 4 68 0 0,-4 4 24 0 0,3-2 75 0 0,0 0 0 0 0,0 1 1 0 0,1-1-1 0 0,-1 1 1 0 0,0-1-1 0 0,1 1 0 0 0,-1 0 1 0 0,1 0-1 0 0,0 0 1 0 0,0 0-1 0 0,-1 1 0 0 0,1-1 1 0 0,1 1-1 0 0,-1-1 1 0 0,0 1-1 0 0,1-1 0 0 0,-1 1 1 0 0,1 0-1 0 0,-2 5 1 0 0,-3 12 107 0 0,-1 0 275 0 0,-5 34-1 0 0,12-33 768 0 0,0-21-1120 0 0,0 0 1 0 0,0 0-1 0 0,1 1 1 0 0,-1-1-1 0 0,0 0 0 0 0,0 0 1 0 0,1 0-1 0 0,-1 0 1 0 0,0 0-1 0 0,0 0 0 0 0,0-1 1 0 0,1 1-1 0 0,-1 0 1 0 0,0 0-1 0 0,0 0 0 0 0,1 0 1 0 0,-1 0-1 0 0,0 0 1 0 0,0 0-1 0 0,1 0 1 0 0,-1-1-1 0 0,0 1 0 0 0,0 0 1 0 0,0 0-1 0 0,0 0 1 0 0,1 0-1 0 0,-1-1 0 0 0,0 1 1 0 0,0 0-1 0 0,0 0 1 0 0,0 0-1 0 0,0-1 0 0 0,1 1 1 0 0,-1 0-1 0 0,0 0 1 0 0,0-1-1 0 0,0 1 0 0 0,16-31 856 0 0,-10 7-569 0 0,0 0 0 0 0,-2-1 0 0 0,-1 0 0 0 0,0 1 0 0 0,-2-39 0 0 0,-1 47-215 0 0,-10-272 1591 0 0,0 44-929 0 0,10 179-507 0 0,16-112 1 0 0,-7 132-175 0 0,2 0 0 0 0,2 1 1 0 0,1 0-1 0 0,3 1 0 0 0,2 1 1 0 0,37-62-1 0 0,-44 89-155 0 0,0 2-7 0 0,-4 4-39 0 0,0 1 0 0 0,1-1-1 0 0,0 1 1 0 0,0 1-1 0 0,20-13 1 0 0,5 0-381 0 0,-26 15-187 0 0,5 1-218 0 0,36-13-343 0 0,-36 13-1062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9.5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1051 88 0 0,'3'1'1035'0'0,"9"5"333"0"0,-1-4 2576 0 0,-2-5 4700 0 0,6-12-8340 0 0,-11 6-18 0 0,0-16 26 0 0,-2-1 0 0 0,0 0 0 0 0,-3-36 0 0 0,-6-126 278 0 0,2 33-403 0 0,5 153-186 0 0,-5-52 77 0 0,3 0-1 0 0,6-70 1 0 0,-1 84-26 0 0,2 0 1 0 0,1 1 0 0 0,23-77-1 0 0,-28 111-48 0 0,1 0 0 0 0,0 0 0 0 0,0 0-1 0 0,0 0 1 0 0,1 1 0 0 0,0-1 0 0 0,-1 1-1 0 0,2-1 1 0 0,-1 1 0 0 0,0 0 0 0 0,1 0 0 0 0,0 0-1 0 0,0 1 1 0 0,0-1 0 0 0,0 1 0 0 0,7-4-1 0 0,-10 7-3 0 0,0-1-1 0 0,1 0 0 0 0,-1 1 1 0 0,0-1-1 0 0,1 1 0 0 0,-1-1 1 0 0,0 1-1 0 0,1 0 1 0 0,-1-1-1 0 0,1 1 0 0 0,-1 0 1 0 0,1 0-1 0 0,-1 0 0 0 0,3 1 1 0 0,0-1-1 0 0,-2-1 1 0 0,0 1-1 0 0,-1 0 1 0 0,1 0-1 0 0,0 0 0 0 0,0 0 1 0 0,-1 0-1 0 0,1 0 1 0 0,0 1-1 0 0,0-1 0 0 0,0 0 1 0 0,-1 1-1 0 0,1 0 1 0 0,0-1-1 0 0,2 2 1 0 0,3 1-6 0 0,0 0-60 0 0,1 0 0 0 0,-1 1 0 0 0,0-1 0 0 0,0 1 0 0 0,0 1 0 0 0,-1-1 0 0 0,1 1 0 0 0,-1 0 0 0 0,0 0 0 0 0,-1 1 0 0 0,1 0 0 0 0,-1 0 0 0 0,0 1 0 0 0,0-1 1 0 0,4 10-1 0 0,0 2-429 0 0,-2 0 1 0 0,0 0 0 0 0,-1 0 0 0 0,-1 1 0 0 0,3 19 0 0 0,-7-32 144 0 0,0-1 0 0 0,-1 1-1 0 0,0 0 1 0 0,0-1 0 0 0,0 1 0 0 0,-1-1-1 0 0,1 1 1 0 0,-1-1 0 0 0,-1 1 0 0 0,1-1 0 0 0,-1 1-1 0 0,0-1 1 0 0,-3 6 0 0 0,-5 15-2390 0 0,-3 16-923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9.9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297 185 380 0 0,'-14'3'802'0'0,"0"1"0"0"0,0 1 0 0 0,1 1 0 0 0,0-1 0 0 0,-19 13 0 0 0,26-14-547 0 0,1 0 0 0 0,1-1-1 0 0,-1 2 1 0 0,1-1 0 0 0,-1 0 0 0 0,1 1-1 0 0,0 0 1 0 0,1 0 0 0 0,-1 0 0 0 0,1 1-1 0 0,0-1 1 0 0,1 1 0 0 0,-1-1 0 0 0,1 1-1 0 0,-2 9 1 0 0,2-9-168 0 0,1-1-1 0 0,0 1 1 0 0,0 0-1 0 0,1 0 1 0 0,0 0 0 0 0,0-1-1 0 0,0 1 1 0 0,0 0-1 0 0,1 0 1 0 0,0 0-1 0 0,1-1 1 0 0,-1 1 0 0 0,1 0-1 0 0,0-1 1 0 0,0 0-1 0 0,1 1 1 0 0,0-1-1 0 0,-1 0 1 0 0,2 0 0 0 0,-1 0-1 0 0,1-1 1 0 0,-1 1-1 0 0,1-1 1 0 0,1 0-1 0 0,-1 0 1 0 0,0 0-1 0 0,1-1 1 0 0,0 1 0 0 0,0-1-1 0 0,0 0 1 0 0,0-1-1 0 0,1 1 1 0 0,-1-1-1 0 0,1 0 1 0 0,-1 0 0 0 0,7 1-1 0 0,-8-3-221 0 0,0 0 0 0 0,0 1 0 0 0,-1-1-1 0 0,1-1 1 0 0,0 1 0 0 0,-1 0 0 0 0,1-1-1 0 0,0 0 1 0 0,-1 0 0 0 0,1 0 0 0 0,-1 0 0 0 0,1 0-1 0 0,-1-1 1 0 0,0 1 0 0 0,1-1 0 0 0,2-3 0 0 0,-4 4-403 0 0,0-1 1 0 0,0 1 0 0 0,0-1 0 0 0,0 0 0 0 0,-1 0 0 0 0,1 1 0 0 0,-1-1 0 0 0,3-4-1 0 0,1-7-2468 0 0</inkml:trace>
  <inkml:trace contextRef="#ctx0" brushRef="#br0" timeOffset="1">77 0 1140 0 0,'-4'4'1140'0'0,"-1"2"-801"0"0,1-1 0 0 0,-1 1 0 0 0,1 0 0 0 0,0 0 0 0 0,1 1-1 0 0,-1-1 1 0 0,1 1 0 0 0,1-1 0 0 0,-1 1 0 0 0,1 0 0 0 0,-2 13 0 0 0,1 28 1755 0 0,9 91 0 0 0,0-13 57 0 0,-4-74-1615 0 0,-1-34-790 0 0,0 1 0 0 0,-3 26 0 0 0,1-37-407 0 0,0 0 1 0 0,-1 0-1 0 0,0 0 0 0 0,-1-1 0 0 0,-3 9 0 0 0,-4 7-2556 0 0,-6-3 247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20.3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1 337 132 0 0,'0'0'3932'0'0,"3"1"-2783"0"0,3 1-875 0 0,0-1 0 0 0,0 0 0 0 0,1 0 0 0 0,-1-1 0 0 0,0 1 0 0 0,0-1 0 0 0,1 0 0 0 0,-1-1 0 0 0,0 0 0 0 0,0 0 0 0 0,0 0 0 0 0,9-3 0 0 0,19-3 493 0 0,614-152 5887 0 0,-164 33-4118 0 0,-402 109-2587 0 0,127-9 0 0 0,-195 26-920 0 0,0 0 0 0 0,21 3 0 0 0,-32-3-139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20.7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790 35 424 0 0,'-2'-3'1123'0'0,"-18"-28"7393"0"0,22 41-7793 0 0,7 50 367 0 0,-3 1-1 0 0,-1 62 1 0 0,-3-24 143 0 0,0-41-480 0 0,-2-1 1 0 0,-13 98-1 0 0,7-130-582 0 0,0-1 1 0 0,-1 0-1 0 0,-2-1 0 0 0,-19 40 1 0 0,3-19-38 0 0,-39 54 1 0 0,54-84-307 0 0,-2-1-1 0 0,0 0 1 0 0,0-1 0 0 0,-1 0 0 0 0,-1-1 0 0 0,0 0 0 0 0,-1-1-1 0 0,1-1 1 0 0,-2 0 0 0 0,1-1 0 0 0,-1-1 0 0 0,-1-1 0 0 0,-26 8-1 0 0,32-12-48 0 0,-1 0 0 0 0,0 0 0 0 0,1-1 0 0 0,-1-1 0 0 0,0 0 0 0 0,0-1 0 0 0,0 0 0 0 0,1-1 0 0 0,-1 0 0 0 0,1-1 0 0 0,-1 0 0 0 0,1-1 0 0 0,0 0 0 0 0,-17-9 0 0 0,14 5-71 0 0,0-1-1 0 0,1-1 1 0 0,0 0 0 0 0,1 0-1 0 0,0-1 1 0 0,1-1 0 0 0,0 0 0 0 0,0 0-1 0 0,2-1 1 0 0,-10-17 0 0 0,2 3-1041 0 0,2-1 1 0 0,0-1-1 0 0,-10-33 0 0 0,13 20-1145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21.0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0 298 4104 0 0,'4'-17'152'0'0,"1"0"-1"0"0,0 1 0 0 0,1-1 0 0 0,1 1 0 0 0,16-26 0 0 0,-19 35 23 0 0,0 1 0 0 0,1 0-1 0 0,0 0 1 0 0,0 0-1 0 0,0 1 1 0 0,1-1 0 0 0,0 1-1 0 0,0 0 1 0 0,1 1 0 0 0,-1 0-1 0 0,1 0 1 0 0,0 0-1 0 0,0 1 1 0 0,0 0 0 0 0,10-3-1 0 0,0 2 189 0 0,0 1-1 0 0,0 1 0 0 0,0 0 1 0 0,0 1-1 0 0,1 1 0 0 0,-1 1 0 0 0,0 1 1 0 0,0 0-1 0 0,0 1 0 0 0,31 9 1 0 0,-37-8-219 0 0,1 0 1 0 0,-2 1 0 0 0,1 0 0 0 0,0 0 0 0 0,-1 1-1 0 0,0 1 1 0 0,0-1 0 0 0,-1 2 0 0 0,0-1 0 0 0,0 1 0 0 0,-1 1-1 0 0,0 0 1 0 0,0 0 0 0 0,-1 0 0 0 0,0 1 0 0 0,10 19 0 0 0,-15-21-287 0 0,1-1-1 0 0,-1 1 1 0 0,-1-1 0 0 0,1 1 0 0 0,-1 0 0 0 0,-1 0 0 0 0,0 0 0 0 0,0 0-1 0 0,0 0 1 0 0,-1-1 0 0 0,0 1 0 0 0,0 0 0 0 0,-1 0 0 0 0,0-1 0 0 0,-1 1-1 0 0,1-1 1 0 0,-1 1 0 0 0,-1-1 0 0 0,0 0 0 0 0,0-1 0 0 0,-6 10 0 0 0,7-14-146 0 0,1 1 0 0 0,-1-1 0 0 0,1 0 0 0 0,-1 0 0 0 0,0 0 0 0 0,0-1 0 0 0,0 1 0 0 0,0-1 0 0 0,0 1 0 0 0,-6 1 0 0 0,5-2-215 0 0,-6-2-2290 0 0,-20-10 215 0 0</inkml:trace>
  <inkml:trace contextRef="#ctx0" brushRef="#br0" timeOffset="1">233 50 348 0 0,'-3'-7'493'0'0,"-8"-20"1132"0"0,11 26-1377 0 0,-1 0 0 0 0,1 0 0 0 0,0 0 0 0 0,-1 0 0 0 0,1 1 0 0 0,-1-1 0 0 0,0 0 0 0 0,1 0 1 0 0,-1 0-1 0 0,0 0 0 0 0,1 1 0 0 0,-1-1 0 0 0,0 0 0 0 0,0 1 0 0 0,0-1 0 0 0,1 0 0 0 0,-1 1 0 0 0,-2-2 0 0 0,1 8 515 0 0,-3 15-43 0 0,0 0-1 0 0,2 0 1 0 0,-2 36-1 0 0,0 4 150 0 0,1-30-466 0 0,-1 11 324 0 0,-11 43-1 0 0,12-71-1148 0 0,-1 1 0 0 0,0-1 0 0 0,-1 0 1 0 0,0-1-1 0 0,-1 1 0 0 0,-14 18 0 0 0,19-29-102 0 0,0 0 1 0 0,-1 0 0 0 0,0-1 0 0 0,0 1 0 0 0,1-1 0 0 0,-2 0-1 0 0,1 0 1 0 0,0 0 0 0 0,-4 2 0 0 0,-11 1-2493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21.5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807 15 180 0 0,'0'0'961'0'0,"-2"-2"-88"0"0,-9-7 3016 0 0,19 8-3085 0 0,27-2-46 0 0,-34 3-711 0 0,0 0 0 0 0,0 0 0 0 0,0 0 0 0 0,0 0 0 0 0,0 0 0 0 0,0 0 0 0 0,0 0 0 0 0,0 1 0 0 0,0-1 0 0 0,1 0 0 0 0,-1 0 0 0 0,0 1 0 0 0,0-1 0 0 0,1 1 0 0 0,39 20 1272 0 0,70 44 0 0 0,-92-52-1073 0 0,38 29 517 0 0,-52-38-901 0 0,-1 0 1 0 0,0 0 0 0 0,0 1-1 0 0,0 0 1 0 0,0-1 0 0 0,-1 1 0 0 0,0 0-1 0 0,0 1 1 0 0,3 6 0 0 0,-6-11-594 0 0,-2 3-1876 0 0,-6 8-85 0 0,6-8 206 0 0</inkml:trace>
  <inkml:trace contextRef="#ctx0" brushRef="#br0" timeOffset="1">877 32 1112 0 0,'-25'-28'7559'0'0,"22"32"-6720"0"0,-36 106 3130 0 0,28-85-3136 0 0,-2-1 1 0 0,-1-1 0 0 0,-24 32 0 0 0,29-43-650 0 0,-1-2 0 0 0,0 1 0 0 0,0-1 0 0 0,-1-1 0 0 0,0 0 0 0 0,-1 0 0 0 0,0-1 0 0 0,-17 8 0 0 0,6-5-345 0 0,-1-2-1 0 0,0-1 1 0 0,-1 0-1 0 0,1-2 1 0 0,-1-1-1 0 0,-1 0 1 0 0,-32 0-1 0 0,39-5-208 0 0,-1 0 0 0 0,1-1-1 0 0,-1-1 1 0 0,1-1 0 0 0,0 0-1 0 0,0-2 1 0 0,0 0 0 0 0,0-1-1 0 0,1-1 1 0 0,-20-10 0 0 0,-87-60-6738 0 0,88 49 3731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21.8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350 121 12 0 0,'11'-6'331'0'0,"-1"0"0"0"0,0 1 0 0 0,1 0-1 0 0,0 1 1 0 0,0 0 0 0 0,1 0 0 0 0,-1 1 0 0 0,1 1 0 0 0,-1 0-1 0 0,1 1 1 0 0,0 0 0 0 0,0 0 0 0 0,0 2 0 0 0,-1-1 0 0 0,1 1 0 0 0,0 1-1 0 0,-1 0 1 0 0,1 1 0 0 0,-1 0 0 0 0,1 1 0 0 0,-1 0 0 0 0,-1 1-1 0 0,1 0 1 0 0,-1 1 0 0 0,1 0 0 0 0,11 9 0 0 0,-8-3 131 0 0,1 0 0 0 0,-2 0 0 0 0,0 1 0 0 0,21 28 0 0 0,-30-36-355 0 0,-1 0 0 0 0,0 1 1 0 0,0-1-1 0 0,0 1 0 0 0,-1 0 0 0 0,0 0 0 0 0,0 0 1 0 0,-1 0-1 0 0,1 0 0 0 0,-1 1 0 0 0,0-1 0 0 0,-1 0 1 0 0,0 1-1 0 0,0-1 0 0 0,0 0 0 0 0,-1 1 0 0 0,-2 10 1 0 0,1-8-78 0 0,0-1 0 0 0,-1 0 0 0 0,0 0 1 0 0,0 0-1 0 0,-1-1 0 0 0,0 1 1 0 0,-1-1-1 0 0,1 0 0 0 0,-1 0 0 0 0,-1 0 1 0 0,1-1-1 0 0,-1 0 0 0 0,0 0 1 0 0,0 0-1 0 0,-1-1 0 0 0,0 0 1 0 0,0 0-1 0 0,0-1 0 0 0,-1 1 0 0 0,1-2 1 0 0,-1 1-1 0 0,0-1 0 0 0,0 0 1 0 0,0-1-1 0 0,0 0 0 0 0,-1 0 0 0 0,1-1 1 0 0,0 0-1 0 0,-1 0 0 0 0,1-1 1 0 0,-16-1-1 0 0,10-2-140 0 0,-1 0 0 0 0,1 0 0 0 0,-1-1 0 0 0,1-1 0 0 0,0-1 0 0 0,1 0 0 0 0,-1 0 0 0 0,1-2 0 0 0,0 1 0 0 0,1-2 0 0 0,-21-18 0 0 0,8 5-159 0 0,0-1 0 0 0,2-2 0 0 0,2 0 1 0 0,-26-36-1 0 0,31 34-55 0 0,1 0 0 0 0,1 0 0 0 0,-20-55 0 0 0,32 72 278 0 0,-1 1 0 0 0,2-1 1 0 0,-1 1-1 0 0,1-1 1 0 0,1-16-1 0 0,0 23 382 0 0,0-5-122 0 0,0 3 1812 0 0,2 12-1770 0 0,0 2-211 0 0,3 5 89 0 0,-2 0 0 0 0,0 1 1 0 0,0-1-1 0 0,-1 1 0 0 0,-1-1 0 0 0,-1 29 0 0 0,-2-34-423 0 0,0 0 0 0 0,0-1 0 0 0,-1 0 0 0 0,0 1 0 0 0,0-1 0 0 0,-1-1 0 0 0,0 1 0 0 0,-1 0 0 0 0,0-1-1 0 0,0 0 1 0 0,0 0 0 0 0,-1 0 0 0 0,0-1 0 0 0,0 0 0 0 0,-1 0 0 0 0,0 0 0 0 0,0-1 0 0 0,0 0 0 0 0,-1 0 0 0 0,-12 5 0 0 0,-6 3-2614 0 0,-1 1 220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22.2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88 231 312 0 0,'-2'-1'112'0'0,"0"1"0"0"0,0 0 0 0 0,0 0 0 0 0,0-1 1 0 0,0 1-1 0 0,0-1 0 0 0,0 0 0 0 0,0 0 0 0 0,0 1 0 0 0,1-1 0 0 0,-1-1 0 0 0,0 1 0 0 0,0 0 1 0 0,1 0-1 0 0,-1 0 0 0 0,1-1 0 0 0,-1 1 0 0 0,1-1 0 0 0,-1 0 0 0 0,1 1 0 0 0,0-1 0 0 0,0 0 1 0 0,0 1-1 0 0,0-1 0 0 0,0 0 0 0 0,0 0 0 0 0,1 0 0 0 0,-1 0 0 0 0,1 0 0 0 0,-1 0 0 0 0,1 0 0 0 0,-1-3 1 0 0,1 0 68 0 0,0 0-1 0 0,0 1 1 0 0,1-1 0 0 0,0 0 0 0 0,0 1 0 0 0,0-1 0 0 0,0 0 0 0 0,0 1 0 0 0,1 0 0 0 0,0-1 0 0 0,0 1 0 0 0,0 0 0 0 0,4-6 0 0 0,3-1 273 0 0,0 0 1 0 0,0 0 0 0 0,1 1 0 0 0,1 1-1 0 0,-1-1 1 0 0,2 2 0 0 0,-1 0 0 0 0,1 0 0 0 0,23-11-1 0 0,-32 18-144 0 0,3-5-13 0 0,-3 2 2149 0 0,-8 11-2232 0 0,-21 25 0 0 0,-28 41 460 0 0,43-56-552 0 0,5-8-56 0 0,0 0-1 0 0,1 1 1 0 0,0-1-1 0 0,1 1 1 0 0,-5 16-1 0 0,2 2-39 0 0,1 0 0 0 0,2 0-1 0 0,1 0 1 0 0,1 0 0 0 0,1 0 0 0 0,2 0-1 0 0,4 33 1 0 0,-4-37-716 0 0,0 1 1 0 0,-2-1-1 0 0,-1 0 0 0 0,-1 0 0 0 0,-11 43 1 0 0,10-54-1442 0 0,-1 1 0 0 0,-11 22-1 0 0,6-16-928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23.1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22 540 0 0,'2'-2'2742'0'0,"9"-4"7163"0"0,-10-3-7340 0 0,0 5-2329 0 0,-1 3 293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23.9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21 460 0 0,'11'-11'2906'0'0,"-10"10"-2565"0"0,1 0-1 0 0,-1 0 1 0 0,1 0-1 0 0,0 0 0 0 0,-1 0 1 0 0,1 1-1 0 0,-1-1 1 0 0,1 0-1 0 0,0 1 0 0 0,0-1 1 0 0,-1 1-1 0 0,1 0 1 0 0,0-1-1 0 0,0 1 0 0 0,0 0 1 0 0,-1 0-1 0 0,1 0 1 0 0,0 0-1 0 0,2 1 0 0 0,-2 0-208 0 0,0 0-1 0 0,0 0 0 0 0,0 0 0 0 0,0 0 0 0 0,0 0 0 0 0,0 1 0 0 0,0-1 0 0 0,0 0 0 0 0,0 1 0 0 0,-1 0 0 0 0,1-1 0 0 0,-1 1 0 0 0,1 0 0 0 0,-1 0 0 0 0,0 0 0 0 0,2 3 0 0 0,4 9 159 0 0,-1 0-1 0 0,-1 1 0 0 0,0-1 1 0 0,-1 1-1 0 0,0 0 1 0 0,-1 0-1 0 0,-1 0 0 0 0,0 1 1 0 0,-1 25-1 0 0,-4 13 359 0 0,-13 76 0 0 0,6-52-204 0 0,-15 70 287 0 0,13-84-266 0 0,-4 68-1 0 0,15-128-441 0 0,1 0 0 0 0,0 0-1 0 0,0 0 1 0 0,0 0-1 0 0,0 0 1 0 0,0-1 0 0 0,1 1-1 0 0,0 0 1 0 0,0 0 0 0 0,0 0-1 0 0,3 6 1 0 0,-3-8-28 0 0,1-1-194 0 0,-2-1 158 0 0,0 0-1 0 0,1 1 1 0 0,-1-1-1 0 0,0 0 1 0 0,1 0-1 0 0,-1 0 1 0 0,0 0 0 0 0,1 1-1 0 0,-1-1 1 0 0,0 0-1 0 0,1 0 1 0 0,-1 0-1 0 0,0 0 1 0 0,1 0 0 0 0,-1 0-1 0 0,0 0 1 0 0,1 0-1 0 0,-1 0 1 0 0,1 0-1 0 0,-1 0 1 0 0,0 0 0 0 0,1 0-1 0 0,-1 0 1 0 0,0 0-1 0 0,1 0 1 0 0,-1 0-1 0 0,0-1 1 0 0,1 1-1 0 0,-1 0 1 0 0,0 0 0 0 0,1 0-1 0 0,-1-1 1 0 0,0 1-1 0 0,1 0 1 0 0,-1 0-1 0 0,0-1 1 0 0,1 1 0 0 0,1-4-405 0 0,3-6 639 0 0,-3 1-6520 0 0,-6 7 5564 0 0,-10-9-6 0 0,10 9-100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24.8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82 99 492 0 0,'0'0'2669'0'0,"1"3"-2046"0"0,0 2-222 0 0,0-2-77 0 0,0 1 0 0 0,-1-2-1 0 0,1 1 1 0 0,0 0 0 0 0,0 0-1 0 0,1 0 1 0 0,-1 0 0 0 0,3 4 0 0 0,-3-6 111 0 0,10 14 634 0 0,3-7 130 0 0,-5-5-1030 0 0,-6-2 141 0 0,0-4-165 0 0,0 0-67 0 0,0 1 1 0 0,0-1 0 0 0,0 0 0 0 0,0 0 0 0 0,-1-1-1 0 0,0 1 1 0 0,1-1 0 0 0,-1 1 0 0 0,0-1 0 0 0,0 0 0 0 0,-1 1-1 0 0,1-1 1 0 0,-1 0 0 0 0,0 0 0 0 0,0 0 0 0 0,0 0-1 0 0,-1-1 1 0 0,1 1 0 0 0,-1 0 0 0 0,0 0 0 0 0,0 0-1 0 0,-1 0 1 0 0,1 0 0 0 0,-1-1 0 0 0,0 1 0 0 0,0 0 0 0 0,0 0-1 0 0,-3-5 1 0 0,3 7 132 0 0,-3-2 90 0 0,4 4-275 0 0,0 0 0 0 0,-1-1 0 0 0,1 1 0 0 0,0 0 0 0 0,0-1 1 0 0,0 1-1 0 0,-1 0 0 0 0,1-1 0 0 0,0 1 0 0 0,0 0 0 0 0,-1-1 0 0 0,1 1 0 0 0,0 0 0 0 0,0 0 0 0 0,-1-1 0 0 0,1 1 0 0 0,0 0 0 0 0,-1 0 0 0 0,1 0 1 0 0,0 0-1 0 0,-1-1 0 0 0,1 1 0 0 0,0 0 0 0 0,-1 0 0 0 0,1 0 0 0 0,-1 0 0 0 0,1 0 0 0 0,0 0 0 0 0,-1 0 0 0 0,-12-1 159 0 0,10 0 147 0 0,-2 5-183 0 0,-1 0-102 0 0,-9 6 32 0 0,4 2 47 0 0,5-4-14 0 0,1 1-1 0 0,0 1 0 0 0,1-1 0 0 0,-1 1 1 0 0,2-1-1 0 0,0 1 0 0 0,-4 18 0 0 0,7-26-31 0 0,6 8-21 0 0,-5-10-55 0 0,-1 0 0 0 0,0 0 0 0 0,1 0 0 0 0,-1 1 0 0 0,1-1 0 0 0,-1 0-1 0 0,0 0 1 0 0,1 0 0 0 0,-1 0 0 0 0,1 0 0 0 0,-1 0 0 0 0,0 1 0 0 0,1-1 0 0 0,-1 0 0 0 0,1 0 0 0 0,-1-1-1 0 0,1 1 1 0 0,-1 0 0 0 0,0 0 0 0 0,1 0 0 0 0,-1 0 0 0 0,1 0 0 0 0,-1 0 0 0 0,0 0 0 0 0,1-1-1 0 0,29-15 7 0 0,-26 14-9 0 0,0 0-1 0 0,0 0 1 0 0,0-1-1 0 0,-1 0 0 0 0,1 0 1 0 0,-1 0-1 0 0,0 0 1 0 0,0-1-1 0 0,0 1 0 0 0,3-6 1 0 0,-3 5-10 0 0,-1-1 0 0 0,0 0 1 0 0,0-1-1 0 0,0 1 1 0 0,-1 0-1 0 0,1-1 0 0 0,-1 1 1 0 0,0 0-1 0 0,-1-1 0 0 0,0-9 1 0 0,0 13 3 0 0,0 0 0 0 0,-1 0 1 0 0,1 0-1 0 0,-1 0 0 0 0,0 1 1 0 0,0-1-1 0 0,0 0 0 0 0,1 0 1 0 0,-2 1-1 0 0,1-1 0 0 0,0 0 0 0 0,-2-1 1 0 0,-1-2-17 0 0,4 4 18 0 0,-1 0-1 0 0,0 0 1 0 0,0 0-1 0 0,1-1 1 0 0,-1 1-1 0 0,0 1 0 0 0,0-1 1 0 0,0 0-1 0 0,0 0 1 0 0,-1 0-1 0 0,1 0 1 0 0,0 1-1 0 0,0-1 1 0 0,0 0-1 0 0,-1 1 0 0 0,1-1 1 0 0,0 1-1 0 0,-1 0 1 0 0,-1-1-1 0 0,0 0 6 0 0,0 0 0 0 0,0 1 0 0 0,1-1-1 0 0,-1 1 1 0 0,0-1 0 0 0,0 1 0 0 0,0 0 0 0 0,0 0-1 0 0,0 0 1 0 0,0 1 0 0 0,0-1 0 0 0,0 1 0 0 0,0-1 0 0 0,0 1-1 0 0,0 0 1 0 0,1 0 0 0 0,-4 2 0 0 0,-1 0-5 0 0,-11 5 14 0 0,9-1 0 0 0,6-3-4 0 0,-1 0 0 0 0,1 0-1 0 0,0 0 1 0 0,0 1 0 0 0,0-1 0 0 0,0 1 0 0 0,1 0-1 0 0,0 0 1 0 0,0 0 0 0 0,0 0 0 0 0,1 0 0 0 0,-2 5-1 0 0,3-7-4 0 0,-1 1-1 0 0,1-1 0 0 0,0 0 0 0 0,0 0 1 0 0,0 0-1 0 0,1 0 0 0 0,-1 0 0 0 0,1 0 1 0 0,0 0-1 0 0,0 0 0 0 0,0 0 1 0 0,0-1-1 0 0,0 1 0 0 0,0 0 0 0 0,1 0 1 0 0,-1-1-1 0 0,1 1 0 0 0,0-1 0 0 0,0 1 1 0 0,0-1-1 0 0,0 0 0 0 0,0 0 1 0 0,4 3-1 0 0,-4-3-3 0 0,-1-1 1 0 0,0 0 0 0 0,0 0 0 0 0,0 1 0 0 0,0-1 0 0 0,0 0 0 0 0,1-1 0 0 0,-1 1 0 0 0,0 0 0 0 0,0 0 0 0 0,1 0 0 0 0,-1-1 0 0 0,1 1 0 0 0,-1-1 1 0 0,0 1-1 0 0,1-1 0 0 0,2 1 0 0 0,7-1-7 0 0,0-1 0 0 0,0 0 0 0 0,19-4 0 0 0,-25 3 4 0 0,0 1 0 0 0,0-1 0 0 0,1 1 0 0 0,-1-2 0 0 0,-1 1 0 0 0,9-5 0 0 0,1-4-9 0 0,9-6-20 0 0,8-14-64 0 0,-31 30 95 0 0,1 0 1 0 0,0-1-1 0 0,0 1 0 0 0,0 0 0 0 0,-1-1 1 0 0,1 1-1 0 0,-1-1 0 0 0,1 1 1 0 0,-1-1-1 0 0,0 1 0 0 0,1-1 0 0 0,-1 1 1 0 0,0-1-1 0 0,0 1 0 0 0,0-1 0 0 0,0 1 1 0 0,0-1-1 0 0,-1 0 0 0 0,1 1 1 0 0,0-1-1 0 0,-1 1 0 0 0,1-1 0 0 0,-1 1 1 0 0,1 0-1 0 0,-1-1 0 0 0,-1-1 0 0 0,0 0 9 0 0,1 0-1 0 0,-1 0 0 0 0,0 1 0 0 0,0-1 0 0 0,-1 1 0 0 0,1 0 0 0 0,0-1 0 0 0,-1 1 0 0 0,1 0 1 0 0,-1 0-1 0 0,-4-2 0 0 0,2 2 32 0 0,-1-1 0 0 0,0 1 1 0 0,0 1-1 0 0,0-1 0 0 0,0 1 1 0 0,0 0-1 0 0,0 0 0 0 0,0 1 1 0 0,0-1-1 0 0,-8 2 0 0 0,10-1-21 0 0,0 1 0 0 0,0-1 0 0 0,0 1 0 0 0,0 0-1 0 0,0 1 1 0 0,1-1 0 0 0,-1 1 0 0 0,0-1 0 0 0,1 1 0 0 0,-4 3 0 0 0,-1 2 23 0 0,-9 16 65 0 0,4-8-68 0 0,12-12-47 0 0,-1 0 0 0 0,1 0-1 0 0,0 0 1 0 0,0 0 0 0 0,0 1 0 0 0,1-1-1 0 0,-1 0 1 0 0,1 0 0 0 0,-1 1 0 0 0,1-1 0 0 0,0 0-1 0 0,0 0 1 0 0,1 1 0 0 0,-1-1 0 0 0,2 5-1 0 0,-2-7-32 0 0,4 10-208 0 0,-1-1-1225 0 0,-3-1-7179 0 0,-2 6 5278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09.8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24 16 0 0,'0'0'1020'0'0,"21"-4"20"0"0,63-12 17 0 0,-79 15-849 0 0,1 0 0 0 0,-1 0 0 0 0,1 1 1 0 0,10 0-1 0 0,52 1 796 0 0,-31 1-46 0 0,79 6 766 0 0,-97-7-1463 0 0,57 8 934 0 0,-57-6-977 0 0,54 10 793 0 0,-21-2-472 0 0,-30-4-52 0 0,-20-6-474 0 0,48 27 624 0 0,-45-25-550 0 0,0 1 0 0 0,0 0-1 0 0,0 0 1 0 0,-1 0 0 0 0,0 1-1 0 0,0 0 1 0 0,0 0 0 0 0,0 0-1 0 0,4 7 1 0 0,-3 0-4 0 0,0-1 1 0 0,-1 1 0 0 0,0 0-1 0 0,-1 0 1 0 0,-1 0 0 0 0,0 1-1 0 0,0-1 1 0 0,-1 1-1 0 0,-1-1 1 0 0,-1 23 0 0 0,-2-15-354 0 0,0-1 1 0 0,-1 0 0 0 0,-1 0 0 0 0,-1-1 0 0 0,-1 0 0 0 0,-11 23 0 0 0,14-34-391 0 0,1-1 0 0 0,-2 0 0 0 0,1 0 0 0 0,-1-1 0 0 0,1 1 0 0 0,-1-1 0 0 0,-1 0 0 0 0,1 0 0 0 0,-12 7 0 0 0,-6 4-2448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0.1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82 0 912 0 0,'0'0'7130'0'0,"5"7"-6501"0"0,-4-5-612 0 0,3 2 114 0 0,-1 0 1 0 0,1 0-1 0 0,-1 0 0 0 0,-1 0 0 0 0,1 1 0 0 0,-1 0 0 0 0,1-1 0 0 0,-1 1 0 0 0,-1 0 0 0 0,1 0 0 0 0,-1 0 1 0 0,0 0-1 0 0,0 0 0 0 0,0 0 0 0 0,0 1 0 0 0,-1 6 0 0 0,-1-7-100 0 0,0 2 12 0 0,0-1 0 0 0,0 0 1 0 0,0 0-1 0 0,-4 9 1 0 0,4-13-130 0 0,0 0 1 0 0,0-1-1 0 0,0 1 1 0 0,0 0-1 0 0,0-1 1 0 0,0 1-1 0 0,0-1 1 0 0,-1 1-1 0 0,1-1 1 0 0,0 0-1 0 0,-1 1 1 0 0,1-1 0 0 0,-1 0-1 0 0,1 0 1 0 0,-1 0-1 0 0,0 0 1 0 0,0-1-1 0 0,1 1 1 0 0,-1 0-1 0 0,0-1 1 0 0,-2 1-1 0 0,-1 0-423 0 0,0 0 0 0 0,0 0 0 0 0,0-1 0 0 0,1 0 0 0 0,-1 0 0 0 0,0 0 0 0 0,0-1 0 0 0,-7-1-1 0 0,-15-8-2136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0.5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478 1 900 0 0,'0'0'7307'0'0,"-2"8"-6464"0"0,-10 89 1106 0 0,5-39-726 0 0,4-32-675 0 0,-1 10 400 0 0,-2 1 0 0 0,-1-2 0 0 0,-13 39 0 0 0,15-60-500 0 0,-1-1 0 0 0,-13 21 0 0 0,19-33-441 0 0,-1-1 1 0 0,1 1 0 0 0,0-1 0 0 0,-1 1 0 0 0,1-1-1 0 0,-1 0 1 0 0,1 1 0 0 0,-1-1 0 0 0,1 0 0 0 0,-1 1 0 0 0,0-1-1 0 0,1 0 1 0 0,-1 1 0 0 0,1-1 0 0 0,-1 0 0 0 0,0 0-1 0 0,1 0 1 0 0,-2 0 0 0 0,2 0-6 0 0,0 0 1 0 0,-1 0-1 0 0,1 0 1 0 0,0 0-1 0 0,-1 1 1 0 0,1-1-1 0 0,0 0 0 0 0,-1 0 1 0 0,1 0-1 0 0,0 0 1 0 0,0 0-1 0 0,-1 0 1 0 0,1 0-1 0 0,0 1 0 0 0,0-1 1 0 0,-1 0-1 0 0,1 0 1 0 0,0 0-1 0 0,0 1 0 0 0,-1-1 1 0 0,1 0-1 0 0,0 0 1 0 0,0 1-1 0 0,0-1 1 0 0,0 0-1 0 0,-1 0 0 0 0,1 1 1 0 0,0-1-1 0 0,-7-2 38 0 0,1 1-46 0 0,1-1 0 0 0,-1 0 0 0 0,1 0-1 0 0,0 0 1 0 0,-1-1 0 0 0,1 0 0 0 0,0 0 0 0 0,0 0-1 0 0,1-1 1 0 0,-1 0 0 0 0,-7-7 0 0 0,-11-19-81 0 0,-35-58 0 0 0,-2-4 182 0 0,59 91 259 0 0,-1 8-305 0 0,-3 6-19 0 0,1 0 0 0 0,0 0 0 0 0,1 0 0 0 0,1 1 0 0 0,-1 16 0 0 0,0 77-9 0 0,3-87-106 0 0,0-11-70 0 0,0-1-1 0 0,-1 0 0 0 0,-1 0 1 0 0,1 0-1 0 0,-1 0 0 0 0,-6 15 1 0 0,7-20-124 0 0,0 0 1 0 0,0 0 0 0 0,0-1 0 0 0,-1 1 0 0 0,1-1 0 0 0,-1 1 0 0 0,0-1 0 0 0,0 0 0 0 0,0 0 0 0 0,0 0 0 0 0,0 0-1 0 0,0 0 1 0 0,0 0 0 0 0,-1 0 0 0 0,1-1 0 0 0,-1 1 0 0 0,1-1 0 0 0,-1 0 0 0 0,0 0 0 0 0,1 0 0 0 0,-1 0 0 0 0,0 0-1 0 0,0 0 1 0 0,-4 0 0 0 0,-21 0-3691 0 0,2-3 302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0.9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357 689 516 0 0,'3'-8'720'0'0,"-2"5"-43"0"0,-3 9 3433 0 0,-3 9-3661 0 0,-1-1 0 0 0,0 0 0 0 0,0-1 0 0 0,-2 1 0 0 0,-14 19 0 0 0,18-27-262 0 0,-11 13 553 0 0,0-2 1 0 0,-22 20-1 0 0,33-33-608 0 0,-1 0-1 0 0,1-1 1 0 0,-1 0 0 0 0,0 1 0 0 0,0-2 0 0 0,0 1-1 0 0,0 0 1 0 0,0-1 0 0 0,-1 0 0 0 0,1-1 0 0 0,-1 1-1 0 0,1-1 1 0 0,-1 0 0 0 0,-7 1 0 0 0,7-3-73 0 0,0 1 1 0 0,1 0-1 0 0,-1-1 0 0 0,1 0 0 0 0,-1-1 1 0 0,1 1-1 0 0,0-1 0 0 0,-1 0 1 0 0,1 0-1 0 0,0-1 0 0 0,0 1 1 0 0,1-1-1 0 0,-1 0 0 0 0,0-1 1 0 0,1 1-1 0 0,0-1 0 0 0,0 0 1 0 0,0 0-1 0 0,0 0 0 0 0,1 0 1 0 0,-1-1-1 0 0,1 1 0 0 0,0-1 1 0 0,-4-10-1 0 0,1 2-5 0 0,1 0 0 0 0,0-1 1 0 0,1 0-1 0 0,1 0 0 0 0,0-1 0 0 0,1 1 0 0 0,0-1 1 0 0,1-17-1 0 0,1 15-7 0 0,0 10-24 0 0,0-1 0 0 0,0 1 0 0 0,1-1 0 0 0,0 1 0 0 0,1-1 0 0 0,-1 1 0 0 0,1 0 0 0 0,1 0 0 0 0,4-12 0 0 0,-2 7-8 0 0,6-18 14 0 0,1 1 1 0 0,1 0-1 0 0,18-26 1 0 0,0 10 1 0 0,1 1 0 0 0,3 2 0 0 0,1 2 0 0 0,2 1 0 0 0,66-52 0 0 0,-16 29-469 0 0,-36 32-166 0 0,-43 25 205 0 0,-1 1-56 0 0,23-13-60 0 0,-23 13-75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28:11.3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585 16 396 0 0,'0'0'5487'0'0,"-16"-4"-4959"0"0,-2 0-277 0 0,-35-3-1 0 0,51 7-215 0 0,-1 0 0 0 0,0 0 0 0 0,1 1-1 0 0,-1-1 1 0 0,1 1 0 0 0,-1 0 0 0 0,1 0 0 0 0,-1 0 0 0 0,1 0 0 0 0,-1 0-1 0 0,1 0 1 0 0,0 1 0 0 0,0-1 0 0 0,0 1 0 0 0,0-1 0 0 0,0 1-1 0 0,0 0 1 0 0,0 0 0 0 0,0 0 0 0 0,1 0 0 0 0,-1 0 0 0 0,-1 4 0 0 0,-6 6 141 0 0,-18 19 376 0 0,1 2 0 0 0,-22 39 0 0 0,34-49-172 0 0,1 0 0 0 0,2 1 1 0 0,0 1-1 0 0,-10 37 0 0 0,20-58-307 0 0,0 0-1 0 0,0 0 1 0 0,0 0-1 0 0,1 0 1 0 0,-1 0 0 0 0,1 0-1 0 0,0 0 1 0 0,1-1 0 0 0,0 8-1 0 0,0-9-35 0 0,-1-1 0 0 0,1 1 1 0 0,0 0-1 0 0,-1-1 0 0 0,1 1 0 0 0,0-1 0 0 0,0 1 0 0 0,0-1 0 0 0,0 1 0 0 0,1-1 1 0 0,-1 0-1 0 0,0 1 0 0 0,1-1 0 0 0,-1 0 0 0 0,1 0 0 0 0,-1 0 0 0 0,1 0 0 0 0,-1 0 0 0 0,1-1 1 0 0,-1 1-1 0 0,4 1 0 0 0,-2-1 152 0 0,4-4-110 0 0,-5 2-79 0 0,3-1 27 0 0,0 0 0 0 0,0 0 1 0 0,-1 0-1 0 0,1-1 0 0 0,5-4 0 0 0,-8 5-14 0 0,-1 1-1 0 0,1-1 0 0 0,-1 1 0 0 0,1-1 0 0 0,-1 0 0 0 0,0 1 0 0 0,1-1 0 0 0,-1 0 0 0 0,0 0 0 0 0,0 0 0 0 0,-1 0 0 0 0,1 0 1 0 0,0 0-1 0 0,-1 0 0 0 0,1 0 0 0 0,-1 0 0 0 0,1 0 0 0 0,-1 0 0 0 0,0-1 0 0 0,0-2 0 0 0,-1-2 6 0 0,0 1-1 0 0,-1-1 1 0 0,1 0 0 0 0,-1 1-1 0 0,-1-1 1 0 0,1 1-1 0 0,-1 0 1 0 0,0 0 0 0 0,-1 0-1 0 0,1 0 1 0 0,-1 0-1 0 0,0 1 1 0 0,0 0 0 0 0,-7-7-1 0 0,-9-6-19 0 0,0 0-1 0 0,-31-20 1 0 0,8 7-144 0 0,-40-36-251 0 0,79 64 341 0 0,-5-8-111 0 0,-30-31 140 0 0,30 31 103 0 0,7 11-66 0 0,1 0 0 0 0,-1 0 0 0 0,1 0 0 0 0,0-1 0 0 0,-1 1 1 0 0,1 0-1 0 0,0-1 0 0 0,-1 1 0 0 0,1-1 0 0 0,0 0 0 0 0,-2-1 0 0 0,-1 0 21 0 0,1 2 33 0 0,1 7 8 0 0,1 45 298 0 0,7 94 1 0 0,2-27 98 0 0,-4-6 35 0 0,0 109 686 0 0,-5-122-588 0 0,-3 35 214 0 0,-7 51 341 0 0,3 49-605 0 0,8-209-677 0 0,13 132-2626 0 0,-10-138 1811 0 0,-2-14 375 0 0,0 0-1 0 0,0 0 1 0 0,1-1 0 0 0,3 9-1 0 0,7 8-5227 0 0,-3-12 1799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43.5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1154 97 208 0 0,'-1'-2'271'0'0,"0"-9"-3"0"0,0 9 272 0 0,1-1-278 0 0,-1 1-170 0 0,0 0-1 0 0,0 1 0 0 0,0-1 0 0 0,0 0 0 0 0,0 0 0 0 0,-1 1 1 0 0,1-1-1 0 0,0 1 0 0 0,-1-1 0 0 0,0 1 0 0 0,1-1 0 0 0,-1 1 1 0 0,0 0-1 0 0,1 0 0 0 0,-1 0 0 0 0,-2-1 0 0 0,-2-2 118 0 0,-1 0 65 0 0,-1 1 0 0 0,0-1-1 0 0,0 1 1 0 0,0 1 0 0 0,0-1 0 0 0,-12-1-1 0 0,-59-6 1189 0 0,38 5-859 0 0,-39-4 363 0 0,78 8-948 0 0,0 1 0 0 0,1 0 0 0 0,-1 0-1 0 0,0 0 1 0 0,0 0 0 0 0,0 0-1 0 0,0 0 1 0 0,0 1 0 0 0,1-1 0 0 0,-1 1-1 0 0,0-1 1 0 0,0 1 0 0 0,0-1 0 0 0,-2 3-1 0 0,-4 0 31 0 0,-89 19 593 0 0,68-17-321 0 0,0 2-1 0 0,1 1 1 0 0,-1 0 0 0 0,-38 20-1 0 0,-125 76 1680 0 0,190-103-1969 0 0,1 0 1 0 0,-1 0-1 0 0,1 1 0 0 0,-1-1 0 0 0,1 1 0 0 0,0-1 1 0 0,0 1-1 0 0,-1 0 0 0 0,0 2 0 0 0,-6 7 83 0 0,-1-3-41 0 0,3-2-9 0 0,0 1-1 0 0,0-1 1 0 0,0 1 0 0 0,-9 15-1 0 0,-13 29 128 0 0,-21 34 104 0 0,8-16 1 0 0,12-17-56 0 0,20-37-141 0 0,1 2 1 0 0,0-1-1 0 0,1 1 1 0 0,1 0-1 0 0,-5 22 1 0 0,-12 91 398 0 0,21-115-452 0 0,-6 72 165 0 0,-6 27 85 0 0,10-86-124 0 0,1 0 1 0 0,1 31-1 0 0,2-32 113 0 0,-1 0 0 0 0,-8 41 1 0 0,5-39-58 0 0,1 0 0 0 0,1 1 0 0 0,4 51 0 0 0,0-15 116 0 0,6 213 362 0 0,-5-179-494 0 0,6 51 31 0 0,32 299 210 0 0,-31-316-335 0 0,-5-48-50 0 0,3 38 35 0 0,-1-17-56 0 0,-3-40-103 0 0,6 138-144 0 0,-2-66 122 0 0,-2-75 29 0 0,-1-3 29 0 0,2 42-13 0 0,10 165-77 0 0,-4-34 93 0 0,-2-20 5 0 0,-8-183 6 0 0,3 39-24 0 0,21 94 1 0 0,45 79 17 0 0,-61-200 13 0 0,-10-33-1 0 0,1-1 0 0 0,1 0-1 0 0,-1 0 1 0 0,6 12 0 0 0,55 115-10 0 0,39 80-15 0 0,-86-184 27 0 0,2 0-1 0 0,30 40 1 0 0,-41-63-12 0 0,0 0 0 0 0,0-1 0 0 0,1 0 0 0 0,1 0 0 0 0,-1-1 1 0 0,1 0-1 0 0,0-1 0 0 0,1 1 0 0 0,-1-2 0 0 0,1 1 0 0 0,19 6 0 0 0,11 3-11 0 0,-26-9 19 0 0,0-1-1 0 0,20 4 1 0 0,0-1-10 0 0,-22-5 4 0 0,1 0 1 0 0,-1-1-1 0 0,0 0 1 0 0,25 0-1 0 0,-19-3 12 0 0,15 0-12 0 0,38-6 1 0 0,-61 5 0 0 0,1-1 1 0 0,0 0 0 0 0,-1 0 0 0 0,0-1-1 0 0,1 0 1 0 0,-2-1 0 0 0,15-8 0 0 0,-4 0-3 0 0,-2 0 0 0 0,1-2 0 0 0,-2 0 0 0 0,0-1 0 0 0,20-24 0 0 0,-20 18 45 0 0,-6 8-41 0 0,1 0 1 0 0,16-15-1 0 0,-20 20 18 0 0,-1-1-1 0 0,0 0 0 0 0,0 0 0 0 0,-1-1 0 0 0,-1 1 0 0 0,0-1 0 0 0,0 0 0 0 0,-1-1 0 0 0,0 1 0 0 0,2-16 0 0 0,-5 22-7 0 0,-1 1-1 0 0,1-1 1 0 0,-1 0 0 0 0,0 0 0 0 0,-2-9-1 0 0,0-15 10 0 0,3-28 11 0 0,-10-82 0 0 0,-20-62 3 0 0,16 119-20 0 0,-39-190-5 0 0,10 50 78 0 0,10 59-107 0 0,13 80 30 0 0,7 12 2 0 0,9 46-1 0 0,-12-44-1 0 0,-23-116 17 0 0,-6-21-20 0 0,-12-33-31 0 0,24 74 10 0 0,17 65 15 0 0,-2 8-23 0 0,-3-24-12 0 0,7 28-10 0 0,-6-95-211 0 0,18 34-145 0 0,0 77 194 0 0,0 45 80 0 0,3-44-1 0 0,1 36 39 0 0,-2 1 0 0 0,-5-47 0 0 0,0-12-137 0 0,-7-61-97 0 0,9 124 233 0 0,-3-92-299 0 0,-1-7-34 0 0,5 116 351 0 0,0 0 1 0 0,1-1-1 0 0,1-18 0 0 0,1-40-523 0 0,4 43-449 0 0,-5 21 744 0 0,0 0 0 0 0,0 1 0 0 0,1-1 0 0 0,4-10-1 0 0,2-13 49 0 0,10-100-181 0 0,-14 104 392 0 0,-1 7-12 0 0,9-32 0 0 0,9-23-24 0 0,5-14-24 0 0,1 1 249 0 0,-26 85-83 0 0,0-1-1 0 0,-1 1 0 0 0,1 0 0 0 0,-1 0 0 0 0,0 0 0 0 0,1-1 0 0 0,-2 1 0 0 0,1 0 0 0 0,-1-6 0 0 0,0-7 71 0 0,1 13-60 0 0,-4-14 311 0 0,0 10-237 0 0,0 0 0 0 0,-1 1 0 0 0,0 0 0 0 0,-6-7 0 0 0,9 12-56 0 0,1-1-68 0 0,0 0 1 0 0,-1 0-1 0 0,1 1 1 0 0,-1-1 0 0 0,0 0-1 0 0,1 1 1 0 0,-1 0-1 0 0,0-1 1 0 0,-3-1-1 0 0,-9-8 30 0 0,-34-39-101 0 0,41 24-658 0 0,1 16 110 0 0,5 9 459 0 0,0 0-1 0 0,1 1 0 0 0,-1-1 0 0 0,0 0 1 0 0,1 0-1 0 0,-1 0 0 0 0,1 0 1 0 0,-1 0-1 0 0,1 0 0 0 0,0 0 0 0 0,-1 0 1 0 0,1 0-1 0 0,0 0 0 0 0,0 0 0 0 0,-1 0 1 0 0,1 0-1 0 0,0-2 0 0 0,2-17-1068 0 0,0 7-3922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1.2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97 32 228 0 0,'0'0'4350'0'0,"-4"0"-4236"0"0,-37 0 2343 0 0,37 0-1688 0 0,1 0-690 0 0,2 1 156 0 0,0-1 1 0 0,0 0-1 0 0,1 1 1 0 0,-1-1-1 0 0,0 0 1 0 0,0 0-1 0 0,0 0 1 0 0,0 0 0 0 0,0 0-1 0 0,1 0 1 0 0,-1 0-1 0 0,0 0 1 0 0,0 0-1 0 0,0 0 1 0 0,0 0-1 0 0,0-1 1 0 0,1 1-1 0 0,-1 0 1 0 0,0-1-1 0 0,-1 0 1 0 0,-4-4-755 0 0,4 3 590 0 0,0 1-2333 0 0,1 1 2178 0 0,0 0 0 0 0,0 0 0 0 0,1-1 1 0 0,-1 1-1 0 0,0 0 0 0 0,1-1 1 0 0,-1 1-1 0 0,0-1 0 0 0,1 1 0 0 0,-1-1 1 0 0,0 1-1 0 0,1-1 0 0 0,-1 1 1 0 0,0-2-1 0 0,-3-13-5880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2.0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214 110 88 0 0,'0'0'8503'0'0,"-6"2"-8181"0"0,-16 7-5 0 0,16-7 295 0 0,-8 8-32 0 0,9-6-448 0 0,0 0-1 0 0,0 0 0 0 0,1 1 0 0 0,0 0 1 0 0,0 0-1 0 0,0 0 0 0 0,0 0 0 0 0,1 0 1 0 0,-5 10-1 0 0,0 3 202 0 0,-9 31-1 0 0,9-20-158 0 0,1 1 0 0 0,2-1-1 0 0,1 1 1 0 0,1 0-1 0 0,1 1 1 0 0,2-1-1 0 0,1 0 1 0 0,2 0-1 0 0,1 0 1 0 0,1 0 0 0 0,1 0-1 0 0,13 34 1 0 0,-16-56-169 0 0,0-1 0 0 0,0 1 1 0 0,1-1-1 0 0,1 0 1 0 0,-1 0-1 0 0,1 0 0 0 0,0 0 1 0 0,1-1-1 0 0,-1 0 1 0 0,1 0-1 0 0,1-1 0 0 0,-1 1 1 0 0,1-1-1 0 0,0-1 1 0 0,0 1-1 0 0,0-1 0 0 0,1 0 1 0 0,-1-1-1 0 0,1 0 1 0 0,0 0-1 0 0,0-1 0 0 0,0 0 1 0 0,0 0-1 0 0,0-1 1 0 0,1 0-1 0 0,-1 0 0 0 0,0-1 1 0 0,1 0-1 0 0,-1 0 1 0 0,0-1-1 0 0,1 0 0 0 0,11-4 1 0 0,3-1-11 0 0,0-1 0 0 0,-1-1 0 0 0,0-2 1 0 0,0 0-1 0 0,-1-1 0 0 0,0-1 0 0 0,-1-1 1 0 0,0 0-1 0 0,-1-2 0 0 0,-1 0 0 0 0,-1-1 1 0 0,0-1-1 0 0,25-32 0 0 0,-1-21-4 0 0,-21 34 9 0 0,-15 25 5 0 0,0-1-1 0 0,0 0 1 0 0,-1 0-1 0 0,-1 0 1 0 0,0 0-1 0 0,0-1 1 0 0,-2 1-1 0 0,1-1 1 0 0,-2 0-1 0 0,0 1 1 0 0,0-1-1 0 0,-1 0 1 0 0,0 1-1 0 0,-1-1 1 0 0,-6-18-1 0 0,2 9 8 0 0,-1 0 0 0 0,0 1-1 0 0,-2 1 1 0 0,-1-1-1 0 0,0 1 1 0 0,-19-27 0 0 0,22 37-1 0 0,0 0 1 0 0,-1 1 0 0 0,0-1-1 0 0,-1 2 1 0 0,0-1-1 0 0,-14-9 1 0 0,18 14-6 0 0,0 1-1 0 0,0 0 1 0 0,0 0-1 0 0,-1 0 1 0 0,1 1 0 0 0,-1 0-1 0 0,0 0 1 0 0,0 1-1 0 0,0-1 1 0 0,0 1 0 0 0,0 1-1 0 0,-6-1 1 0 0,-4 0-2 0 0,1 1 0 0 0,0 0 0 0 0,0 1 0 0 0,-26 5 0 0 0,-69 20-54 0 0,54-12-140 0 0,-116 22-3262 0 0,122-28-3048 0 0,46-7 3745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2.4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31 24 0 0,'0'0'6680'0'0,"6"0"-6002"0"0,85 2 2089 0 0,-67-3-2298 0 0,0-1 1 0 0,30-7-1 0 0,-10 2-1030 0 0,-11 0-864 0 0,-8 1-3712 0 0,-23 5 2639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45.7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199 112 228 0 0,'0'0'2122'0'0,"-2"2"-1834"0"0,-5 6 15 0 0,5-6 272 0 0,-1-2-280 0 0,-3 3 125 0 0,-1 0 0 0 0,0 0 0 0 0,1 1 0 0 0,0 0-1 0 0,0 0 1 0 0,0 0 0 0 0,-9 9 0 0 0,12-9-281 0 0,0 0-1 0 0,0 1 1 0 0,1-1 0 0 0,0 0-1 0 0,0 1 1 0 0,-4 9 0 0 0,-5 23 347 0 0,-29 113 1279 0 0,33-126-1459 0 0,6-21-255 0 0,-1 0 0 0 0,1 1 0 0 0,0-1 0 0 0,1 0 0 0 0,-1 1 0 0 0,1-1 0 0 0,-1 8 0 0 0,1-2 66 0 0,-1 0 0 0 0,0 0-1 0 0,0 0 1 0 0,-5 16-1 0 0,4-14 17 0 0,-1-1 1 0 0,1 1-1 0 0,0 16 0 0 0,-4 21 322 0 0,3-39-311 0 0,2 1 1 0 0,-2 19 0 0 0,-5 34 348 0 0,13 4-142 0 0,-3-54-243 0 0,1 1-1 0 0,1-2 0 0 0,0 1 1 0 0,11 24-1 0 0,-10-26-70 0 0,-3-8-31 0 0,-1 0-1 0 0,0-1 1 0 0,1 1 0 0 0,0 0-1 0 0,-1-1 1 0 0,1 1 0 0 0,0-1-1 0 0,0 1 1 0 0,1-1-1 0 0,-1 0 1 0 0,0 0 0 0 0,1 0-1 0 0,0 0 1 0 0,-1-1-1 0 0,1 1 1 0 0,4 1 0 0 0,-1 1-6 0 0,8 3 16 0 0,3-3-12 0 0,-1 1-4 0 0,58 9-187 0 0,-40-10 114 0 0,-22-3 55 0 0,0-1 0 0 0,-1 0 0 0 0,1-1 0 0 0,0 0 0 0 0,22-6 0 0 0,-12 3 9 0 0,-8 0 11 0 0,0-1-1 0 0,0 0 1 0 0,-1-1-1 0 0,1-1 1 0 0,-1 0-1 0 0,21-16 1 0 0,-23 16 21 0 0,37-18 139 0 0,-46 23-149 0 0,1 1 3 0 0,32-19 78 0 0,-33 18-77 0 0,1 1-3 0 0,5-4 10 0 0,-1 0 0 0 0,0-1 0 0 0,1 1 0 0 0,-2-2-1 0 0,10-8 1 0 0,-10 10-6 0 0,-3 4-14 0 0,10-15 78 0 0,-12 14-80 0 0,12-16 66 0 0,0-2 0 0 0,-1 0 0 0 0,12-29 0 0 0,-7 8-6 0 0,2-25 4 0 0,-13 44-48 0 0,-4 17-14 0 0,-1-1-1 0 0,1 1 0 0 0,-1 0 0 0 0,2 0 0 0 0,-1 0 0 0 0,4-7 0 0 0,-1 4 0 0 0,-1-1-1 0 0,-1 0 0 0 0,1 1 0 0 0,-1-1 0 0 0,-1 0 0 0 0,2-12 0 0 0,2-3 10 0 0,-1-24 55 0 0,-3 18 7 0 0,-2 28-57 0 0,0-1 8 0 0,0-24 63 0 0,0 25-56 0 0,-2-15 68 0 0,-11-40 110 0 0,-1 18 152 0 0,13 36-307 0 0,-1 0-15 0 0,0-1 0 0 0,0 1 0 0 0,0-1 0 0 0,1 0 0 0 0,-1 1 0 0 0,1-1 0 0 0,-1-5 0 0 0,1 7-12 0 0,-15-23 139 0 0,10 18-118 0 0,1 0 1 0 0,-1 1-1 0 0,-12-10 0 0 0,6 8-6 0 0,0 0 0 0 0,0 2 0 0 0,0-1 0 0 0,-1 2 0 0 0,0 0 1 0 0,-22-6-1 0 0,-3 3 46 0 0,-45-2 1 0 0,7 3-91 0 0,71 7-6 0 0,-2 0-45 0 0,0 0-1 0 0,0 1 1 0 0,0 0-1 0 0,1 0 1 0 0,-1 0 0 0 0,1 1-1 0 0,-1 0 1 0 0,1 0 0 0 0,-8 4-1 0 0,2 0-198 0 0,0 1 0 0 0,0 0 0 0 0,-16 13 0 0 0,3 2-1158 0 0,1 2-1 0 0,1 1 0 0 0,-36 51 0 0 0,31-39-2687 0 0,0-1 560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54.6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58 300 20 0 0,'0'0'2154'0'0,"-8"2"-1871"0"0,-25 8-12 0 0,17 3 16727 0 0,21-12-17014 0 0,14 7 22 0 0,-12-6-7 0 0,-1-1-1 0 0,0 0 1 0 0,0 0-1 0 0,1 0 0 0 0,-1-1 1 0 0,1 0-1 0 0,11-1 1 0 0,8 0-4 0 0,59 1-11 0 0,219-22 83 0 0,-187 9-68 0 0,70 4 19 0 0,-97-4-26 0 0,319-11 20 0 0,-381 21-6 0 0,-8 0 15 0 0,-1 2-1 0 0,30 0 0 0 0,-35 1-16 0 0,1-1-1 0 0,-1 0 0 0 0,0-1 0 0 0,18-6 0 0 0,25-2 3 0 0,10 0 9 0 0,25-1 16 0 0,65-4 89 0 0,-40 3-53 0 0,-24-1-26 0 0,-20 2-6 0 0,14 1 2 0 0,164-17 46 0 0,-83 12 20 0 0,-147 14-87 0 0,32-8 0 0 0,-34 5-5 0 0,33-3 0 0 0,92-6 30 0 0,-89 6-22 0 0,84 0 0 0 0,-3 7 19 0 0,-111-1-27 0 0,34-7 1 0 0,-24 3 9 0 0,-21 3-20 0 0,46-1-14 0 0,-58 3 13 0 0,182-1 9 0 0,-135-1 2 0 0,65 0-5 0 0,-57 0-15 0 0,-36 2 2 0 0,0 1 0 0 0,30 5 0 0 0,4-1 25 0 0,35 2 41 0 0,-86-7-52 0 0,-1 0 0 0 0,11 0 22 0 0,-10 0-17 0 0,1 1-2 0 0,31 5 165 0 0,70 2-1 0 0,-55-5-57 0 0,-44-4-103 0 0,0 1 1 0 0,1 0 0 0 0,-1 1-1 0 0,0-1 1 0 0,12 4 0 0 0,-6-2 6 0 0,-10-1-8 0 0,31 4 24 0 0,-30-4-36 0 0,46 6-34 0 0,-16-1 1 0 0,41-2-112 0 0,-20-2-48 0 0,73-7 0 0 0,-106 0 164 0 0,-20 4 27 0 0,1 1 0 0 0,-1-1 0 0 0,1 0 1 0 0,-1 1-1 0 0,1 0 0 0 0,0 0 0 0 0,-1 0 0 0 0,5 0 1 0 0,0 0 19 0 0,9 0-17 0 0,8 0-3 0 0,-37-27-8225 0 0,-9-17 930 0 0,14 30 4355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55.1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20 776 0 0,'-44'-20'11819'0'0,"51"24"-11553"0"0,131 63 1786 0 0,-87-40-1667 0 0,-14-8-27 0 0,0 1 0 0 0,62 47-1 0 0,-93-62-266 0 0,1 1-1 0 0,-1 0 0 0 0,0 1 0 0 0,0-1 0 0 0,-1 1 0 0 0,1 0 1 0 0,-2 1-1 0 0,1-1 0 0 0,-1 1 0 0 0,0 0 0 0 0,-1 0 0 0 0,0 0 1 0 0,0 1-1 0 0,2 10 0 0 0,-3-6 44 0 0,-1-1-1 0 0,0 1 1 0 0,-1 0 0 0 0,-1-1 0 0 0,0 1 0 0 0,0 0-1 0 0,-1-1 1 0 0,-1 0 0 0 0,-5 14 0 0 0,-4 10 388 0 0,-1-1 0 0 0,-21 36 1 0 0,26-56-550 0 0,-1-1 1 0 0,0-1 0 0 0,-1 1-1 0 0,0-1 1 0 0,-1-1-1 0 0,-1 0 1 0 0,0-1 0 0 0,-20 15-1 0 0,12-12-1326 0 0,-1 0-1 0 0,-1-2 0 0 0,0 0 0 0 0,-41 15 1 0 0,50-22-1248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56.0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0 644 0 0,'0'0'3693'0'0,"2"8"-3041"0"0,25 110 824 0 0,10 54-174 0 0,-21-70-623 0 0,16 129 883 0 0,-24-13-343 0 0,-9-122-772 0 0,1-9-53 0 0,-12 88 1 0 0,10-135-67 0 0,2-29-5242 0 0,0-61-1051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56.4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32 1 304 0 0,'-4'1'729'0'0,"3"0"-618"0"0,0-1 0 0 0,-1 0 1 0 0,1 1-1 0 0,-1-1 0 0 0,1 1 0 0 0,0 0 1 0 0,-1-1-1 0 0,1 1 0 0 0,0 0 0 0 0,0 0 1 0 0,-1 0-1 0 0,1 0 0 0 0,0 0 0 0 0,0 0 1 0 0,0 0-1 0 0,0 0 0 0 0,0 1 0 0 0,1-1 1 0 0,-1 0-1 0 0,0 0 0 0 0,0 1 0 0 0,1-1 1 0 0,-1 1-1 0 0,1-1 0 0 0,-1 0 0 0 0,1 1 1 0 0,0-1-1 0 0,0 1 0 0 0,-1-1 0 0 0,1 1 1 0 0,0-1-1 0 0,0 1 0 0 0,0-1 0 0 0,1 1 1 0 0,-1-1-1 0 0,1 3 0 0 0,7 17 447 0 0,1-1 0 0 0,1 1-1 0 0,1-2 1 0 0,15 22 0 0 0,134 199 2086 0 0,-94-134-1584 0 0,-63-101-1028 0 0,1 0 0 0 0,-1-1 1 0 0,1 1-1 0 0,0-1 0 0 0,0 0 0 0 0,1 0 1 0 0,-1 0-1 0 0,1-1 0 0 0,0 1 1 0 0,0-1-1 0 0,0 0 0 0 0,1-1 0 0 0,-1 1 1 0 0,0-1-1 0 0,1 0 0 0 0,0-1 0 0 0,-1 1 1 0 0,1-1-1 0 0,0 0 0 0 0,0 0 1 0 0,0-1-1 0 0,0 0 0 0 0,0 0 0 0 0,0 0 1 0 0,-1-1-1 0 0,1 0 0 0 0,0 0 0 0 0,0 0 1 0 0,-1-1-1 0 0,1 1 0 0 0,0-2 1 0 0,-1 1-1 0 0,9-6 0 0 0,20-12-132 0 0,0-3 1 0 0,47-42-1 0 0,27-18-823 0 0,-76 61 55 0 0,1 2 0 0 0,0 1-1 0 0,2 2 1 0 0,37-13 0 0 0,-46 20-1848 0 0,1-3 208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56.9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1793 0 84 0 0,'-29'21'1001'0'0,"27"-20"-859"0"0,1 1 0 0 0,-1-1 1 0 0,-1 0-1 0 0,1 0 0 0 0,0 0 1 0 0,0 0-1 0 0,0 0 0 0 0,0 0 1 0 0,-1 0-1 0 0,1-1 0 0 0,0 1 1 0 0,-1-1-1 0 0,-3 0 0 0 0,-11 3 655 0 0,-28 8 550 0 0,0-2 0 0 0,-1-3 1 0 0,-64 3-1 0 0,-23 1-290 0 0,-78 13-173 0 0,-235 34 176 0 0,345-37-627 0 0,-146 9 1 0 0,206-27-265 0 0,-94 1 399 0 0,104-2-308 0 0,-58 7 1 0 0,85-7-208 0 0,-20-6-254 0 0,20 4 65 0 0,9-4-1462 0 0,12-9 934 0 0,24-21-1763 0 0,-17 16-2270 0 0,-22 17 2042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57.3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652 5 484 0 0,'0'0'1703'0'0,"7"-5"-768"0"0,-5 5-34 0 0,-8 6 4521 0 0,-24 15-4733 0 0,-1-2 1 0 0,-1-1 0 0 0,-41 18-1 0 0,-63 13 829 0 0,24-10-440 0 0,50-16-453 0 0,37-15-146 0 0,0 1-1 0 0,1 2 1 0 0,-44 25-1 0 0,66-34-438 0 0,-1 0 0 0 0,0 0 0 0 0,0 0 0 0 0,1 1 0 0 0,0-1 0 0 0,-1 1 0 0 0,1 0 0 0 0,0-1 0 0 0,0 1 0 0 0,0 0 0 0 0,1 0 0 0 0,-1 0 0 0 0,1 1 0 0 0,0-1 0 0 0,-1 0 0 0 0,2 1 0 0 0,-1-1 0 0 0,0 0 0 0 0,1 1 0 0 0,-1-1 0 0 0,1 1 0 0 0,0-1 0 0 0,0 1 0 0 0,1 6 0 0 0,2 5 29 0 0,1 0 0 0 0,0 0 0 0 0,1-1 0 0 0,10 21 0 0 0,-2-2 56 0 0,-7-19-92 0 0,0-1 0 0 0,0-1 0 0 0,1 1 0 0 0,1-1 0 0 0,0 0 0 0 0,17 18 0 0 0,17 26 6 0 0,-27-36-168 0 0,0 0 1 0 0,22 22-1 0 0,-33-38 90 0 0,105 94-2663 0 0,-93-85 2107 0 0,28 20-1582 0 0,-37-28 1150 0 0,1 0 0 0 0,-1 0 1 0 0,0 1-1 0 0,0 0 1 0 0,-1 0-1 0 0,8 9 1 0 0,-4 4-2347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19.1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348 78 148 0 0,'0'0'865'0'0,"-5"0"-454"0"0,-16 2 2914 0 0,17-1-2888 0 0,-10 2-8 0 0,11-2-8 0 0,-1 1-5 0 0,-13 4-142 0 0,0 1 0 0 0,0 1 0 0 0,1 0 0 0 0,0 2 0 0 0,1-1 0 0 0,0 2 0 0 0,0 0 0 0 0,1 1-1 0 0,1 0 1 0 0,0 1 0 0 0,0 1 0 0 0,2 0 0 0 0,0 1 0 0 0,0 0 0 0 0,1 0 0 0 0,1 1 0 0 0,-11 26 0 0 0,11-20-84 0 0,2 0-1 0 0,0 1 1 0 0,1-1 0 0 0,1 2 0 0 0,1-1-1 0 0,1 0 1 0 0,1 1 0 0 0,1-1-1 0 0,1 1 1 0 0,2-1 0 0 0,0 1 0 0 0,7 29-1 0 0,-6-40-131 0 0,1-1-1 0 0,1 0 0 0 0,0 0 1 0 0,1 0-1 0 0,0-1 0 0 0,1 1 0 0 0,10 13 1 0 0,-3-8 16 0 0,0 0 0 0 0,2-1 0 0 0,23 19 1 0 0,-31-29-59 0 0,0 0 1 0 0,0-1-1 0 0,1 0 1 0 0,0 0 0 0 0,0-1-1 0 0,0 0 1 0 0,1-1-1 0 0,-1 0 1 0 0,1 0 0 0 0,0-1-1 0 0,0 0 1 0 0,0-1-1 0 0,0 0 1 0 0,0-1 0 0 0,0 0-1 0 0,0 0 1 0 0,0-1-1 0 0,0-1 1 0 0,0 1-1 0 0,-1-2 1 0 0,13-3 0 0 0,-8 1-11 0 0,0 0 1 0 0,0-1-1 0 0,-1-1 1 0 0,0 0-1 0 0,0-1 1 0 0,0 0 0 0 0,-1-1-1 0 0,-1 0 1 0 0,1-1-1 0 0,-1 0 1 0 0,-1-1-1 0 0,0 0 1 0 0,12-18-1 0 0,-8 7-26 0 0,-1 0-1 0 0,-1-1 0 0 0,-1 0 0 0 0,-1-1 1 0 0,-1 0-1 0 0,-1 0 0 0 0,-1-1 0 0 0,-1 0 1 0 0,-2 0-1 0 0,0-1 0 0 0,-2 1 0 0 0,0-1 1 0 0,-2 0-1 0 0,-6-48 0 0 0,0 37-54 0 0,-2 1-1 0 0,-1 1 1 0 0,-2-1 0 0 0,-22-49-1 0 0,28 77 44 0 0,1 0 0 0 0,-1 0 0 0 0,0 1 0 0 0,-1 0 1 0 0,0 0-1 0 0,0 0 0 0 0,-1 1 0 0 0,1 0 0 0 0,-1 0 0 0 0,-1 1 0 0 0,-14-9 0 0 0,15 11-11 0 0,0 0 0 0 0,0 0 0 0 0,0 1 0 0 0,0 0 0 0 0,0 0 1 0 0,-1 1-1 0 0,1 0 0 0 0,0 0 0 0 0,-1 0 0 0 0,1 1 0 0 0,-1 1 0 0 0,1-1 0 0 0,-1 1 0 0 0,-8 2 1 0 0,-5 2-223 0 0,0 1 1 0 0,0 1-1 0 0,1 0 1 0 0,0 2 0 0 0,0 0-1 0 0,1 2 1 0 0,0 0-1 0 0,1 1 1 0 0,0 0 0 0 0,1 2-1 0 0,0 0 1 0 0,-24 27 0 0 0,-21 29-5433 0 0,46-52 3328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19.7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1 345 556 0 0,'0'0'2227'0'0,"3"0"-1572"0"0,10 3-41 0 0,-10-3 499 0 0,4 0-594 0 0,76-15 1292 0 0,-32 6-956 0 0,-24 5-273 0 0,31-9 1 0 0,-7-2 150 0 0,-47 14-572 0 0,0 1-1 0 0,54-6 1110 0 0,-53 6-511 0 0,-14-2-749 0 0,-1 0-7 0 0,2 1 2 0 0,1-1 0 0 0,0 0 0 0 0,0-1-1 0 0,-14-6 1 0 0,18 8-5 0 0,-126-65 53 0 0,127 65-57 0 0,0 0 0 0 0,0 0 1 0 0,0 0-1 0 0,0-1 0 0 0,0 1 1 0 0,0-1-1 0 0,1 1 0 0 0,-1-1 0 0 0,1 0 1 0 0,-1 1-1 0 0,1-1 0 0 0,-1 0 1 0 0,1 0-1 0 0,0 0 0 0 0,0 0 1 0 0,0 0-1 0 0,0-1 0 0 0,-1-3 0 0 0,1 1-40 0 0,0 4 25 0 0,1 0-1 0 0,0 0 0 0 0,-1 0 1 0 0,1-1-1 0 0,0 1 0 0 0,0 0 1 0 0,0 0-1 0 0,0-1 1 0 0,0 1-1 0 0,0 0 0 0 0,0 0 1 0 0,0-1-1 0 0,0 1 0 0 0,1-2 1 0 0,1-14-353 0 0,0-27-818 0 0,-1 36 170 0 0,-1 0 0 0 0,1 0-1 0 0,-1 0 1 0 0,-1 0-1 0 0,-1-11 1 0 0,-3 4-1567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9.3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1303 0 944 0 0,'-27'9'958'0'0,"-1"1"0"0"0,2 1-1 0 0,-41 22 1 0 0,-68 53 1127 0 0,68-40-1196 0 0,-107 64 924 0 0,-94 44 683 0 0,208-123-2079 0 0,-227 110 1687 0 0,273-135-2035 0 0,-115 57-120 0 0,120-58-733 0 0,-2 1-1007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9.7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647 33 56 0 0,'0'-2'222'0'0,"0"1"0"0"0,0-1 0 0 0,0 0 0 0 0,0 1 0 0 0,0-1 0 0 0,0 1 0 0 0,-1-1 0 0 0,1 1 0 0 0,-1-1 0 0 0,1 1 0 0 0,-1-1 0 0 0,0 1 0 0 0,1 0 0 0 0,-1-1 0 0 0,0 1 0 0 0,-2-2 0 0 0,2 1 664 0 0,-4 1-47 0 0,-15-1-43 0 0,15 1-56 0 0,-3 4-56 0 0,-11 5-96 0 0,0 1 0 0 0,-34 24 1 0 0,13-3 186 0 0,3 3 0 0 0,-64 69 1 0 0,-48 84 416 0 0,110-136-868 0 0,15-17 27 0 0,0 2 0 0 0,2 0 0 0 0,-31 70 0 0 0,49-95-306 0 0,1 0 1 0 0,0 0-1 0 0,0 1 0 0 0,1-1 0 0 0,0 0 1 0 0,1 1-1 0 0,1 0 0 0 0,-1-1 0 0 0,2 1 1 0 0,-1-1-1 0 0,2 1 0 0 0,-1-1 0 0 0,1 0 1 0 0,1 1-1 0 0,0-1 0 0 0,0 0 0 0 0,1 0 1 0 0,0-1-1 0 0,1 1 0 0 0,0-1 0 0 0,1 0 1 0 0,-1 0-1 0 0,2-1 0 0 0,8 10 0 0 0,-11-14-35 0 0,6 10-38 0 0,2-1 1 0 0,-1-1-1 0 0,2 0 1 0 0,0-1-1 0 0,21 15 0 0 0,-11-14-237 0 0,0-1-1 0 0,1-1 1 0 0,44 13-1 0 0,-3-8-2751 0 0,124 12-1 0 0,-144-21-262 0 0,2-1 252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40.1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1063 0 704 0 0,'-46'50'1823'0'0,"-43"52"676"0"0,-140 219 1461 0 0,53-93-2418 0 0,-136 174-269 0 0,258-336-1171 0 0,-39 45-133 0 0,63-78 275 0 0,11-11-1819 0 0,5-7-4256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40.5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287 8 460 0 0,'0'0'3512'0'0,"0"0"-3452"0"0,0-1-1 0 0,0 1 1 0 0,0 0-1 0 0,0 0 1 0 0,0-1-1 0 0,0 1 1 0 0,0 0-1 0 0,0 0 1 0 0,0-1-1 0 0,0 1 0 0 0,0 0 1 0 0,0 0-1 0 0,0-1 1 0 0,0 1-1 0 0,0 0 1 0 0,0 0-1 0 0,-1-1 1 0 0,1 1-1 0 0,0 0 1 0 0,0 0-1 0 0,0 0 0 0 0,0-1 1 0 0,0 1-1 0 0,-1 0 1 0 0,1 0-1 0 0,0 0 1 0 0,0 0-1 0 0,0-1 1 0 0,-1 1-1 0 0,1 0 1 0 0,0 0-1 0 0,0 0 1 0 0,-1 0-1 0 0,1 0 0 0 0,0 0 1 0 0,0 0-1 0 0,0 0 1 0 0,-1 0-1 0 0,1 0 1 0 0,0 0-1 0 0,0 0 1 0 0,-1 0-1 0 0,1 0 1 0 0,0 0-1 0 0,0 0 1 0 0,-1 0-1 0 0,1 0 0 0 0,0 0 1 0 0,0 0-1 0 0,-1 0 1 0 0,1 0-1 0 0,0 0 1 0 0,0 0-1 0 0,-1 0 1 0 0,1 1-1 0 0,0-1 1 0 0,0 0-1 0 0,0 0 1 0 0,-1 0-1 0 0,1 0 0 0 0,0 1 1 0 0,0-1-1 0 0,0 0 1 0 0,0 0-1 0 0,-1 1 1 0 0,0 1-21 0 0,-25 30 840 0 0,-23 41 1 0 0,9 7-291 0 0,5 1 0 0 0,2 1 0 0 0,-34 141-1 0 0,60-196-434 0 0,1-1-1 0 0,1 1 1 0 0,-1 34-1 0 0,6-52-117 0 0,0 1 1 0 0,1-1-1 0 0,0 1 1 0 0,0-1-1 0 0,1 0 0 0 0,0 0 1 0 0,1 0-1 0 0,0 0 1 0 0,0 0-1 0 0,1 0 0 0 0,0-1 1 0 0,11 16-1 0 0,-12-19-39 0 0,1 0 0 0 0,1 0 0 0 0,-1 0-1 0 0,1 0 1 0 0,0 0 0 0 0,0-1 0 0 0,0 0-1 0 0,0 0 1 0 0,1-1 0 0 0,0 1 0 0 0,9 3 0 0 0,-6-4-28 0 0,1 0 0 0 0,-1-1 1 0 0,0 0-1 0 0,1-1 1 0 0,0 0-1 0 0,-1 0 0 0 0,15-2 1 0 0,22 0-192 0 0,-1-3-1 0 0,50-11 1 0 0,-73 10 59 0 0,0-1 0 0 0,0-1-1 0 0,0 0 1 0 0,-1-2 0 0 0,0-1 0 0 0,23-14-1 0 0,73-60-1788 0 0,-47 19-2528 0 0,-39 32 1884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15.3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441 65 160 0 0,'0'0'1336'0'0,"-4"0"-702"0"0,-17 1 3771 0 0,15 0-3997 0 0,0-1 1 0 0,1 1-1 0 0,-1 0 0 0 0,0 0 1 0 0,0 0-1 0 0,0 1 0 0 0,-9 4 1 0 0,-21 3 1167 0 0,-1 0-322 0 0,24-4-901 0 0,0 2 1 0 0,1-1-1 0 0,-1 1 1 0 0,2 1-1 0 0,-16 12 1 0 0,-52 54 776 0 0,28-26-387 0 0,43-40-577 0 0,0 0-1 0 0,1 0 1 0 0,0 1-1 0 0,0 0 1 0 0,-9 17 0 0 0,12-17-129 0 0,2 1 0 0 0,-1-1 1 0 0,1 1-1 0 0,1-1 0 0 0,-1 1 1 0 0,2-1-1 0 0,-1 1 0 0 0,1 0 1 0 0,1-1-1 0 0,0 1 0 0 0,2 10 1 0 0,-1-12-37 0 0,0-1 0 0 0,0 1 0 0 0,0-1 1 0 0,1 1-1 0 0,0-1 0 0 0,1 0 0 0 0,0 0 1 0 0,0 0-1 0 0,5 6 0 0 0,0-2 6 0 0,0 0 0 0 0,1 0 0 0 0,19 16 0 0 0,-11-10-35 0 0,-15-13 24 0 0,1-1 0 0 0,-1 0 0 0 0,1 1 0 0 0,0-1 0 0 0,0-1 0 0 0,6 5 0 0 0,12 3-57 0 0,0-2 0 0 0,46 13 0 0 0,-63-19 44 0 0,-2-2 10 0 0,0 1 0 0 0,0 0 0 0 0,0-1 0 0 0,0 1 0 0 0,0-1 0 0 0,1 0-1 0 0,-1 0 1 0 0,0 0 0 0 0,0 0 0 0 0,3-1 0 0 0,5-1-11 0 0,3 1-1 0 0,0 0 0 0 0,0-1 0 0 0,0-1 1 0 0,0 0-1 0 0,0-1 0 0 0,-1-1 0 0 0,0 0 1 0 0,0-1-1 0 0,18-10 0 0 0,-12 4-2 0 0,1-1 1 0 0,-2-1-1 0 0,0-1 1 0 0,27-28-1 0 0,-35 32 16 0 0,0 0 1 0 0,0 0-1 0 0,-2-1 1 0 0,1 0-1 0 0,-2 0 1 0 0,0-1-1 0 0,0 0 0 0 0,-1 0 1 0 0,0-1-1 0 0,-2 1 1 0 0,1-1-1 0 0,-2-1 1 0 0,0 1-1 0 0,0 0 0 0 0,-2-1 1 0 0,1 1-1 0 0,-2-1 1 0 0,0 1-1 0 0,-4-26 1 0 0,1 21-7 0 0,-1 1 0 0 0,-1-1 1 0 0,0 1-1 0 0,-2 0 0 0 0,0 0 1 0 0,-14-24-1 0 0,16 34-12 0 0,0 0-1 0 0,0 1 1 0 0,0 0-1 0 0,-1 0 1 0 0,0 0-1 0 0,0 1 1 0 0,-1 0-1 0 0,0 0 1 0 0,0 1-1 0 0,0 0 1 0 0,-1 0-1 0 0,1 0 1 0 0,-1 1 0 0 0,0 0-1 0 0,-1 1 1 0 0,-9-3-1 0 0,13 5-39 0 0,0 0 0 0 0,-1 0 0 0 0,1 0 0 0 0,0 1-1 0 0,-1 0 1 0 0,1 0 0 0 0,0 1 0 0 0,-1-1 0 0 0,1 1-1 0 0,0 0 1 0 0,-9 4 0 0 0,5-2-86 0 0,1 1 1 0 0,0 0-1 0 0,0 0 0 0 0,0 1 0 0 0,1 0 0 0 0,-10 8 1 0 0,-2 6-456 0 0,1 0 1 0 0,0 0-1 0 0,-24 39 0 0 0,17-19-1678 0 0,-21 46 0 0 0,30-53-448 0 0,0-4-302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16.9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16 342 396 0 0,'-1'2'360'0'0,"-1"-1"0"0"0,1 1 0 0 0,-1 0 0 0 0,1 0 0 0 0,0 0 0 0 0,0 0 0 0 0,-1 0-1 0 0,2 0 1 0 0,-1 1 0 0 0,0-1 0 0 0,0 0 0 0 0,1 0 0 0 0,-1 1 0 0 0,1-1 0 0 0,0 0 0 0 0,-1 1 0 0 0,1-1 0 0 0,0 0 0 0 0,1 3 0 0 0,-1-2 272 0 0,1-3-617 0 0,-1 0-1 0 0,0 0 1 0 0,0 0 0 0 0,1 0 0 0 0,-1 0-1 0 0,0 1 1 0 0,1-1 0 0 0,-1 0 0 0 0,0 0-1 0 0,0 0 1 0 0,1 0 0 0 0,-1 0 0 0 0,0 1-1 0 0,0-1 1 0 0,1 0 0 0 0,-1 0 0 0 0,0 0-1 0 0,0 1 1 0 0,0-1 0 0 0,1 0 0 0 0,-1 0 0 0 0,0 1-1 0 0,0-1 1 0 0,0 0 0 0 0,0 0 0 0 0,0 1-1 0 0,0-1 1 0 0,9 9 355 0 0,4-3 64 0 0,1-1-1 0 0,-1-1 1 0 0,25 5-1 0 0,-35-9-277 0 0,4-1-2 0 0,96-25 840 0 0,-100 25-880 0 0,0 0 6 0 0,9-5 81 0 0,21-7 1847 0 0,1 6-1939 0 0,-30 7-97 0 0,12-3-2 0 0,-16 3-10 0 0,0 0 0 0 0,0 0 1 0 0,1 0-1 0 0,-1 0 0 0 0,0 0 0 0 0,0 0 0 0 0,1 0 1 0 0,-1 0-1 0 0,0 0 0 0 0,0-1 0 0 0,0 1 0 0 0,1 0 0 0 0,-1 0 1 0 0,0 0-1 0 0,0 0 0 0 0,1 0 0 0 0,-1 0 0 0 0,0 0 1 0 0,0-1-1 0 0,0 1 0 0 0,0 0 0 0 0,1 0 0 0 0,-1 0 1 0 0,0 0-1 0 0,0-1 0 0 0,0 1 0 0 0,0 0 0 0 0,0 0 1 0 0,1 0-1 0 0,-1-1 0 0 0,0 1 0 0 0,0 0 0 0 0,0 0 0 0 0,0-1 1 0 0,0 1-1 0 0,0 0 0 0 0,0-1 0 0 0,0 1 0 0 0,0 0 1 0 0,0 0-1 0 0,0-1 0 0 0,0 1 0 0 0,0 0 0 0 0,0 0 1 0 0,1-1-1 0 0,-1 1 0 0 0,0 0 0 0 0,0 0 0 0 0,0-1 0 0 0,0 1 1 0 0,0 0-1 0 0,1 0 0 0 0,-1-1 0 0 0,0 1 0 0 0,0 0 1 0 0,0 0-1 0 0,0 0 0 0 0,1 0 0 0 0,-1-1 0 0 0,0 1 0 0 0,0 0 1 0 0,1 0-1 0 0,-1 0 0 0 0,0 0 0 0 0,0 0 0 0 0,1 0 1 0 0,-1 0-1 0 0,0-1 0 0 0,0 1 0 0 0,1 0 0 0 0,46-20 48 0 0,-10 0-34 0 0,-34 19-3 0 0,-1 0-5 0 0,8-3-13 0 0,-7 3 45 0 0,-1 0-32 0 0,3-2-30 0 0,-5 3 29 0 0,0 0 1 0 0,0 0-1 0 0,0 0 1 0 0,0 0-1 0 0,0 0 1 0 0,0 0-1 0 0,1 0 1 0 0,-1 0-1 0 0,0 0 1 0 0,0 0-1 0 0,0 0 1 0 0,0-1-1 0 0,0 1 1 0 0,0 0-1 0 0,0 0 1 0 0,0 0-1 0 0,0 0 1 0 0,0 0-1 0 0,1 0 1 0 0,-1 0-1 0 0,0 0 1 0 0,0 0-1 0 0,0-1 1 0 0,0 1-1 0 0,0 0 0 0 0,0 0 1 0 0,0 0-1 0 0,0 0 1 0 0,0 0-1 0 0,0 0 1 0 0,0-1-1 0 0,0 1 1 0 0,0 0-1 0 0,0 0 1 0 0,0 0-1 0 0,0 0 1 0 0,0 0-1 0 0,0 0 1 0 0,0 0-1 0 0,0-1 1 0 0,0 1-1 0 0,0 0 1 0 0,-1 0-1 0 0,1 0 1 0 0,0 0-1 0 0,0 0 1 0 0,0 0-1 0 0,0 0 1 0 0,0 0-1 0 0,0-1 0 0 0,0 1 1 0 0,0 0-1 0 0,0 0 1 0 0,0 0-1 0 0,-1 0 1 0 0,1 0-1 0 0,0 0 1 0 0,0 0-1 0 0,0 0 1 0 0,0 0-1 0 0,0 0 1 0 0,0 0-1 0 0,0 0 1 0 0,-1 0-1 0 0,1 0 1 0 0,-46-13-28 0 0,43 12 9 0 0,-15-2-10 0 0,15 2 31 0 0,0 0 7 0 0,-5-1-14 0 0,0-1-1 0 0,1 0 1 0 0,-12-7-1 0 0,13 5 0 0 0,6 4 1 0 0,-3 1-1 0 0,0 0 0 0 0,0 0 1 0 0,0 0-1 0 0,1 0 0 0 0,-1-1 0 0 0,0 1 0 0 0,1-1 0 0 0,-1 0 0 0 0,0 0 1 0 0,-2-1-1 0 0,-8-2-7 0 0,10 3-13 0 0,-10-10-400 0 0,9 4 296 0 0,1-1 0 0 0,0-1 0 0 0,1 1 0 0 0,-1 0 0 0 0,2-1 0 0 0,-1 1-1 0 0,1-1 1 0 0,0 1 0 0 0,1-13 0 0 0,0 9-94 0 0,-1-1-1 0 0,-5-24 1 0 0,5 35 193 0 0,1-1 1 0 0,0 1 0 0 0,0 0-1 0 0,-1 0 1 0 0,2 0-1 0 0,-1 0 1 0 0,0 0 0 0 0,0 0-1 0 0,1 0 1 0 0,-1-1 0 0 0,1-1-1 0 0,1-2-92 0 0,-2 4-82 0 0,-2-11-285 0 0,-1-6-3467 0 0,-1 10 1031 0 0,3 6 224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6.3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159 1999 144 0 0,'0'0'3731'0'0,"4"-4"-3035"0"0,-1 2-617 0 0,0 0 243 0 0,1-1-1 0 0,-1 0 1 0 0,1 0-1 0 0,-1 0 1 0 0,0-1-1 0 0,0 1 1 0 0,2-5-1 0 0,0-2 129 0 0,0 0 0 0 0,-1 0 0 0 0,0 0 0 0 0,-1-1 0 0 0,0 1 0 0 0,0-1 0 0 0,-1 0 0 0 0,-1 1 0 0 0,0-1 0 0 0,-1 0 0 0 0,0 0 0 0 0,-1-13 1 0 0,-34-232 1269 0 0,-1 1-656 0 0,7 41-155 0 0,9 52-211 0 0,-10-83 106 0 0,22 139-511 0 0,5 42-141 0 0,2-88 131 0 0,2 78-167 0 0,1 0-170 0 0,0 42-560 0 0,-1-1-1 0 0,-5-43 1 0 0,-7 7-3847 0 0,10 67 3700 0 0,-3 8-1957 0 0,2-3 2517 0 0,-4 6-897 0 0,0-1-1 0 0,0 1 1 0 0,-6 17-1 0 0,-3 13-1537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6.7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12 801 532 0 0,'-6'5'851'0'0,"2"-11"3111"0"0,3-7-3770 0 0,0 0 0 0 0,1 0 0 0 0,0 0-1 0 0,1 0 1 0 0,5-24 0 0 0,61-236 1505 0 0,-31 123-589 0 0,20-40 1126 0 0,-52 177-1856 0 0,1 0-1 0 0,0 1 1 0 0,12-19-1 0 0,-16 30-347 0 0,0-1-1 0 0,0 1 0 0 0,0 0 1 0 0,1 0-1 0 0,-1 0 0 0 0,0 0 1 0 0,1 0-1 0 0,-1 0 1 0 0,1 0-1 0 0,0 0 0 0 0,-1 0 1 0 0,1 1-1 0 0,-1-1 0 0 0,1 1 1 0 0,0-1-1 0 0,0 1 1 0 0,2 0-1 0 0,26-1 161 0 0,-25 1-183 0 0,7 0 51 0 0,-1 1 0 0 0,1 0-1 0 0,0 0 1 0 0,-1 1 0 0 0,0 1 0 0 0,1 0 0 0 0,19 8 0 0 0,-24-8-167 0 0,1 2 0 0 0,-1-1 0 0 0,1 1 0 0 0,-2 0 0 0 0,1 0 0 0 0,0 1-1 0 0,-1 0 1 0 0,0 0 0 0 0,0 0 0 0 0,8 14 0 0 0,-4-7-559 0 0,-1 1-1 0 0,0 0 1 0 0,-2 1-1 0 0,0 0 1 0 0,0 0 0 0 0,6 23-1 0 0,-2-1-2495 0 0,0 5 241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7.3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1169 1269 368 0 0,'0'0'2384'0'0,"-6"-3"-1643"0"0,3 2-658 0 0,-3-2 182 0 0,0 1 0 0 0,0-1 1 0 0,0-1-1 0 0,1 1 0 0 0,-1-1 0 0 0,1 0 1 0 0,-9-8-1 0 0,-103-114 2548 0 0,-25-30-1328 0 0,-50-65-71 0 0,7 9-416 0 0,75 82-570 0 0,-111-142 421 0 0,209 254-898 0 0,-2 1 1 0 0,-1 1-1 0 0,0 1 1 0 0,-30-25 0 0 0,43 39-219 0 0,-3-1-202 0 0,-2-1 194 0 0,2 7-3019 0 0,-10 47-1224 0 0,11-26 1918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7.7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435 1385 648 0 0,'0'0'735'0'0,"-4"-5"-36"0"0,-11-16-13 0 0,0-2 0 0 0,2 0 0 0 0,-17-40 0 0 0,11 22-345 0 0,-13-18 227 0 0,-16-40 198 0 0,-93-210 1062 0 0,124 273-1622 0 0,-35-77 541 0 0,9 17 92 0 0,42 95-815 0 0,0-1 0 0 0,0 1 0 0 0,1-1 0 0 0,-1 0 0 0 0,1 1 0 0 0,-1-1 0 0 0,1 0 0 0 0,0 1 0 0 0,-1-1 0 0 0,1 0 0 0 0,0 0 0 0 0,0 1 0 0 0,0-1 0 0 0,1 0 0 0 0,-1 0-1 0 0,0 1 1 0 0,0-1 0 0 0,1 0 0 0 0,0 1 0 0 0,-1-1 0 0 0,1 1 0 0 0,0-1 0 0 0,-1 0 0 0 0,1 1 0 0 0,0 0 0 0 0,0-1 0 0 0,2-1 0 0 0,2-1-12 0 0,0 0 0 0 0,0 1 0 0 0,0 0 0 0 0,1 0 0 0 0,-1 1 0 0 0,11-4 0 0 0,-1 0 33 0 0,77-37 6 0 0,-2-3 0 0 0,96-66 0 0 0,-68 23-764 0 0,-58 41-232 0 0,14-10-3711 0 0,-37 36 1976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17.87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365 108 84 0 0,'0'0'556'0'0,"-1"3"-382"0"0,0 7 29 0 0,1-7 2772 0 0,-1-10-2535 0 0,0-20 37 0 0,1 20 567 0 0,-3 7-806 0 0,1-1 0 0 0,0 0 0 0 0,0 0 0 0 0,0-1 0 0 0,0 1 0 0 0,0 0 0 0 0,0-1 0 0 0,1 1 1 0 0,-4-4-1 0 0,-18-11 1302 0 0,17 14-1376 0 0,-1 0 0 0 0,0 0 0 0 0,0 1-1 0 0,0 0 1 0 0,0 1 0 0 0,0-1 0 0 0,0 1 0 0 0,0 1-1 0 0,0-1 1 0 0,0 1 0 0 0,0 1 0 0 0,0-1-1 0 0,0 1 1 0 0,-7 3 0 0 0,3 0-75 0 0,0-1-1 0 0,0 1 1 0 0,1 1-1 0 0,0 0 1 0 0,0 1-1 0 0,1 0 1 0 0,0 0-1 0 0,-9 9 1 0 0,7-3 9 0 0,0 0 0 0 0,0 0 0 0 0,2 1 0 0 0,0 0 0 0 0,0 1 0 0 0,1 0 0 0 0,1 0 0 0 0,-9 29 0 0 0,12-34-68 0 0,2 1-1 0 0,-1-1 1 0 0,1 1 0 0 0,1 0 0 0 0,0-1-1 0 0,1 1 1 0 0,0 0 0 0 0,0 0 0 0 0,1-1-1 0 0,0 1 1 0 0,1 0 0 0 0,0-1 0 0 0,1 1-1 0 0,7 17 1 0 0,-8-23-26 0 0,1-1 0 0 0,-1 1 0 0 0,1-1 0 0 0,0 1 0 0 0,0-1 0 0 0,0 0 0 0 0,1 0 0 0 0,-1-1-1 0 0,1 1 1 0 0,0-1 0 0 0,0 1 0 0 0,0-1 0 0 0,1-1 0 0 0,-1 1 0 0 0,1 0 0 0 0,-1-1 0 0 0,1 0 0 0 0,0 0 0 0 0,0-1 0 0 0,0 1 0 0 0,0-1 0 0 0,0 0 0 0 0,0 0 0 0 0,0-1-1 0 0,0 1 1 0 0,1-1 0 0 0,-1-1 0 0 0,0 1 0 0 0,0-1 0 0 0,0 1 0 0 0,0-1 0 0 0,7-3 0 0 0,10-4 6 0 0,0-1 0 0 0,0 0 1 0 0,-1-2-1 0 0,-1-1 0 0 0,0 0 0 0 0,0-2 0 0 0,-1 0 0 0 0,-1-1 1 0 0,-1-1-1 0 0,25-28 0 0 0,-36 36-41 0 0,0 1 1 0 0,-1-2-1 0 0,0 1 0 0 0,0 0 0 0 0,-1-1 1 0 0,0 0-1 0 0,0 0 0 0 0,-1-1 1 0 0,0 1-1 0 0,-1-1 0 0 0,0 1 0 0 0,0-1 1 0 0,-1 0-1 0 0,-1 1 0 0 0,1-1 1 0 0,-2 0-1 0 0,1 0 0 0 0,-1 1 0 0 0,-1-1 1 0 0,0 0-1 0 0,0 1 0 0 0,-1-1 1 0 0,0 1-1 0 0,0 0 0 0 0,-1 0 0 0 0,-1 0 1 0 0,1 1-1 0 0,-1-1 0 0 0,-10-11 1 0 0,8 10-157 0 0,-23-27-221 0 0,28 35 285 0 0,-1 0 0 0 0,1 0 0 0 0,-1 0 0 0 0,1 1 0 0 0,-1-1 0 0 0,0 0 1 0 0,0 1-1 0 0,0 0 0 0 0,0 0 0 0 0,0 0 0 0 0,0 0 0 0 0,0 0 1 0 0,-6-1-1 0 0,2 3-451 0 0,0-1 1 0 0,0 1 0 0 0,0 0 0 0 0,-1 0 0 0 0,1 1-1 0 0,1 0 1 0 0,-1 0 0 0 0,0 1 0 0 0,0-1 0 0 0,1 2-1 0 0,-12 7 1 0 0,0 4-2006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18.4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5 387 736 0 0,'0'0'2296'0'0,"0"0"-2206"0"0,-1 0 0 0 0,1 0 1 0 0,0 1-1 0 0,0-1 0 0 0,-1 0 1 0 0,1 0-1 0 0,0 1 0 0 0,-1-1 0 0 0,1 0 1 0 0,0 1-1 0 0,0-1 0 0 0,0 0 1 0 0,-1 1-1 0 0,1-1 0 0 0,0 0 1 0 0,0 1-1 0 0,0-1 0 0 0,0 0 1 0 0,0 1-1 0 0,0-1 0 0 0,0 0 1 0 0,0 1-1 0 0,0-1 0 0 0,-1 1 1 0 0,2-1-1 0 0,-1 0 0 0 0,0 1 0 0 0,0-1 1 0 0,0 0-1 0 0,0 1 0 0 0,0-1 1 0 0,0 1-1 0 0,0-1 0 0 0,0 0 1 0 0,0 1-1 0 0,1-1 0 0 0,-1 0 1 0 0,0 1-1 0 0,0-1 0 0 0,1 1 1 0 0,9 2 230 0 0,0 1 0 0 0,0-1 1 0 0,0 0-1 0 0,1-1 0 0 0,-1-1 1 0 0,1 1-1 0 0,-1-2 0 0 0,18 0 1 0 0,93-11 1215 0 0,-103 8-1251 0 0,0-1-1 0 0,0-1 0 0 0,26-11 0 0 0,-16 6 115 0 0,-27 10-206 0 0,3-2-108 0 0,-3 2-75 0 0,-1 0 0 0 0,0 0 0 0 0,1 0 1 0 0,-1 0-1 0 0,0 0 0 0 0,1 0 0 0 0,-1 0 0 0 0,0 0 0 0 0,1 0 0 0 0,-1-1 0 0 0,0 1 0 0 0,1 0 0 0 0,-1 0 0 0 0,0 0 0 0 0,0 0 0 0 0,1 0 0 0 0,-1-1 0 0 0,0 1 0 0 0,0 0 0 0 0,1 0 0 0 0,-1 0 0 0 0,0-1 0 0 0,0 1 0 0 0,1 0 0 0 0,-1 0 0 0 0,0-1 0 0 0,0 1 0 0 0,0 0 0 0 0,1-1 0 0 0,-1 1 0 0 0,0 0 0 0 0,0 0 0 0 0,0-1 0 0 0,0 1 0 0 0,0 0 0 0 0,0-1 0 0 0,0 1 0 0 0,0 0 0 0 0,0-1 0 0 0,0 1 0 0 0,0 0 0 0 0,0-1 0 0 0,0 1 0 0 0,-23-18-13 0 0,1-1 0 0 0,-34-36 0 0 0,48 46-25 0 0,0-1-1 0 0,0 0 1 0 0,1 0 0 0 0,1-1-1 0 0,-1 0 1 0 0,2 0 0 0 0,0-1-1 0 0,0 1 1 0 0,-4-16 0 0 0,8 20-85 0 0,0 1 1 0 0,1-1-1 0 0,-1 1 1 0 0,1-1 0 0 0,1 0-1 0 0,-1 1 1 0 0,1-1 0 0 0,0 1-1 0 0,1-1 1 0 0,-1 1 0 0 0,4-8-1 0 0,8-19-3363 0 0,-6 18 336 0 0,-4 5 191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8.4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1445 0 404 0 0,'-27'8'1024'0'0,"0"-1"1"0"0,0-1-1 0 0,-34 2 1 0 0,14-2-55 0 0,-82 11 808 0 0,-61 10 188 0 0,-6 6-454 0 0,11 9-400 0 0,-127 43 197 0 0,114-18-3496 0 0,195-66 1551 0 0,-7 2-147 0 0,3 0-175 0 0,-2-3-3953 0 0,-7 0 2841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3:38.8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736 0 532 0 0,'-70'30'2762'0'0,"-105"63"0"0"0,23 5-635 0 0,148-95-2065 0 0,-127 93 1773 0 0,107-75-1319 0 0,0 0 0 0 0,-40 48-1 0 0,51-52-321 0 0,5-8-70 0 0,0 1 1 0 0,1-1-1 0 0,0 1 0 0 0,1 1 1 0 0,-6 12-1 0 0,5-8-45 0 0,2 1 0 0 0,0-1-1 0 0,1 1 1 0 0,1 0 0 0 0,0 0 0 0 0,1 0-1 0 0,1 0 1 0 0,1 1 0 0 0,0-1 0 0 0,1 0-1 0 0,0 1 1 0 0,2-1 0 0 0,0 0 0 0 0,0 0-1 0 0,2-1 1 0 0,0 1 0 0 0,1-1 0 0 0,8 16-1 0 0,-4-13-37 0 0,1-1-1 0 0,1 0 0 0 0,1-1 1 0 0,0 0-1 0 0,1-1 0 0 0,0-1 0 0 0,2 0 1 0 0,-1-1-1 0 0,2 0 0 0 0,26 15 1 0 0,39 23-351 0 0,70 47-2479 0 0,-80-39-2852 0 0,-22-16 2394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1.0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 1382 896 0 0,'0'0'2337'0'0,"-4"-6"-1298"0"0,2 1-826 0 0,0-1 1 0 0,0 1-1 0 0,0-1 1 0 0,1 1-1 0 0,0-1 1 0 0,0 1-1 0 0,0-1 1 0 0,1 0-1 0 0,-1 1 1 0 0,1-1-1 0 0,1 0 1 0 0,-1 1-1 0 0,1-1 1 0 0,0 0-1 0 0,0 1 1 0 0,3-8-1 0 0,4-22 570 0 0,-5 16-312 0 0,2 0-1 0 0,8-22 0 0 0,4-1 79 0 0,2 0-1 0 0,2 1 1 0 0,28-41 0 0 0,50-74 633 0 0,56-78 155 0 0,-71 123-736 0 0,62-79 190 0 0,12 4-200 0 0,-144 166-481 0 0,18-30 0 0 0,-31 49-78 0 0,0-1-39 0 0,-1 0-1611 0 0,-5 4 591 0 0,-19 13 54 0 0,-32 26-1458 0 0,8-2-3005 0 0,20-13 2312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1.7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0 253 816 0 0,'0'0'1361'0'0,"1"-2"-98"0"0,0-11 8052 0 0,4 13-8980 0 0,77-10 953 0 0,-64 8-1141 0 0,-1-2-1 0 0,1-1 0 0 0,-1 0 1 0 0,1-1-1 0 0,21-11 1 0 0,10-7 84 0 0,16-9 75 0 0,-23 11-152 0 0,3-3-76 0 0,-29 14-34 0 0,0 2 0 0 0,31-13 0 0 0,-8 3 21 0 0,-1 7-33 0 0,-27 9-25 0 0,1-2 5 0 0,-6 4 1 0 0,0 0 0 0 0,0 0 0 0 0,0 1 0 0 0,0-1 0 0 0,0 1 0 0 0,0 0-1 0 0,0 1 1 0 0,0 0 0 0 0,0 0 0 0 0,0 0 0 0 0,0 1 0 0 0,0-1 0 0 0,0 2 0 0 0,0-1 0 0 0,-1 0 0 0 0,9 6 0 0 0,-11-5 4 0 0,0-1 0 0 0,0 1 0 0 0,-1 0 0 0 0,1-1 0 0 0,-1 1 0 0 0,0 0 1 0 0,0 1-1 0 0,0-1 0 0 0,0 0 0 0 0,-1 0 0 0 0,1 1 0 0 0,-1-1 0 0 0,0 1 1 0 0,0 0-1 0 0,0-1 0 0 0,0 1 0 0 0,-1 0 0 0 0,1-1 0 0 0,-1 1 0 0 0,0 4 1 0 0,0 7 14 0 0,-1 0 1 0 0,-1 0 0 0 0,-5 22 0 0 0,-16 50-55 0 0,-48 118 0 0 0,69-201 11 0 0,-5 18-252 0 0,0 1-1 0 0,2 0 0 0 0,-5 36 1 0 0,1 73-3422 0 0,8-110 2556 0 0,-6 16-2680 0 0,4-23 2138 0 0,-4 23-1471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2.2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1 479 156 0 0,'28'8'1184'0'0,"-18"-4"-734"0"0,1-1 0 0 0,-1 0 0 0 0,1-1 0 0 0,0 0 0 0 0,0-1 0 0 0,0 0 0 0 0,20-1 0 0 0,53-13 1909 0 0,121-35 0 0 0,-86 17-1093 0 0,106-32 959 0 0,-17 4-675 0 0,291-78 78 0 0,-424 107-2582 0 0,-74 30 885 0 0,-1 0 0 0 0,1 0 0 0 0,0-1 0 0 0,0 1 0 0 0,0 0 0 0 0,-1-1 0 0 0,1 1-1 0 0,0-1 1 0 0,0 1 0 0 0,-1-1 0 0 0,1 1 0 0 0,-1-1 0 0 0,1 1 0 0 0,0-1 0 0 0,-1 0 0 0 0,1 0-1 0 0,-1 1 1 0 0,1-1 0 0 0,-1 0 0 0 0,0 1 0 0 0,1-1 0 0 0,-1 0 0 0 0,0 0 0 0 0,0 0-1 0 0,1 0 1 0 0,-1 1 0 0 0,0-3 0 0 0,0 1-94 0 0,0 0 0 0 0,-1 0-1 0 0,1 0 1 0 0,-1-1 0 0 0,1 1 0 0 0,-1 0 0 0 0,0 0-1 0 0,0 0 1 0 0,0 0 0 0 0,-2-3 0 0 0,-2-3-603 0 0,-1 1 1 0 0,0-1-1 0 0,-13-11 1 0 0,-14-3-3484 0 0,10 9 1809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2.6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72 25 180 0 0,'-48'-16'2522'0'0,"45"15"-1867"0"0,-17-7 10250 0 0,172 52-7599 0 0,-120-36-2577 0 0,44 7 1 0 0,-1-2-78 0 0,-39-5-398 0 0,-19-5-119 0 0,1 1-1 0 0,-1 0 0 0 0,0 1 1 0 0,30 15-1 0 0,-42-18-113 0 0,-1 1-1 0 0,1 0 1 0 0,-1 0 0 0 0,0 1 0 0 0,0-1-1 0 0,0 1 1 0 0,0 0 0 0 0,-1 0 0 0 0,1 0-1 0 0,-1 0 1 0 0,0 1 0 0 0,-1-1 0 0 0,1 1-1 0 0,-1 0 1 0 0,0-1 0 0 0,0 1 0 0 0,0 0-1 0 0,-1 1 1 0 0,1-1 0 0 0,-1 0 0 0 0,0 6-1 0 0,1 15 27 0 0,-1 1-1 0 0,-1 0 0 0 0,-1-1 0 0 0,-2 1 1 0 0,-9 43-1 0 0,-1-17 54 0 0,-36 90 1 0 0,4-51-35 0 0,6-17-34 0 0,6-14-553 0 0,-63 85 0 0 0,93-143 462 0 0,-20 31-690 0 0,-21 30-1302 0 0,9-27-3296 0 0,24-29 658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4.3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20 88 0 0,'0'0'2320'0'0,"45"-13"-2160"0"0,-30 7-344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5.5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 0 928 0 0,'0'0'6858'0'0,"-1"6"-6063"0"0,-14 104 2116 0 0,14-56-2018 0 0,-2 84 647 0 0,5-58-875 0 0,-1-24-241 0 0,2 1 0 0 0,11 57 1 0 0,-7-63-155 0 0,-2 0 0 0 0,-3 53 0 0 0,2 29-324 0 0,-4-94-205 0 0,0-29-105 0 0,0 1 1 0 0,0 0-1 0 0,1-1 0 0 0,0 1 1 0 0,1-1-1 0 0,4 14 1 0 0,0-16-109 0 0,-1-4-1610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5.9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1 456 0 0,'0'0'5581'0'0,"2"8"-5043"0"0,11 39 421 0 0,3 0 0 0 0,33 70 0 0 0,-34-86-606 0 0,2-1-1 0 0,1 0 1 0 0,2-2-1 0 0,39 46 1 0 0,48 51 380 0 0,-74-90-560 0 0,69 66 257 0 0,-93-93-402 0 0,1-1 0 0 0,-1 0 0 0 0,1 0 0 0 0,1-1 0 0 0,-1 0 1 0 0,1-1-1 0 0,0 0 0 0 0,0-1 0 0 0,14 4 0 0 0,-18-7-22 0 0,34 5 34 0 0,-32-9-5 0 0,3-2-27 0 0,0 0 0 0 0,0-1 1 0 0,0-1-1 0 0,15-11 1 0 0,3-8-116 0 0,-1-2 0 0 0,-1-1 0 0 0,-1-1 1 0 0,-2-1-1 0 0,-1-2 0 0 0,-2 0 1 0 0,-1-1-1 0 0,-1-1 0 0 0,17-47 1 0 0,-10 23-787 0 0,12-30-751 0 0,-21 23-3092 0 0,-11 30 2137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6.2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8 616 0 0,'0'-3'1049'0'0,"0"3"-953"0"0,0 0-1 0 0,0 0 0 0 0,0-1 1 0 0,0 1-1 0 0,0 0 0 0 0,0 0 1 0 0,0 0-1 0 0,0 0 0 0 0,0 0 1 0 0,0-1-1 0 0,0 1 0 0 0,0 0 1 0 0,0 0-1 0 0,0 0 0 0 0,0 0 1 0 0,0 0-1 0 0,0-1 0 0 0,0 1 1 0 0,0 0-1 0 0,0 0 0 0 0,1 0 0 0 0,-1 0 1 0 0,0 0-1 0 0,0 0 0 0 0,0 0 1 0 0,0-1-1 0 0,0 1 0 0 0,0 0 1 0 0,0 0-1 0 0,1 0 0 0 0,-1 0 1 0 0,0 0-1 0 0,0 0 0 0 0,0 0 1 0 0,0 0-1 0 0,0 0 0 0 0,0 0 1 0 0,1 0-1 0 0,-1 0 0 0 0,0 0 1 0 0,0 0-1 0 0,0 0 0 0 0,0 0 0 0 0,0 0 1 0 0,1 0-1 0 0,-1 0 0 0 0,0 0 1 0 0,0 0-1 0 0,0 0 0 0 0,0 0 1 0 0,0 0-1 0 0,1 0 0 0 0,-1 0 1 0 0,0 0-1 0 0,0 0 0 0 0,0 0 1 0 0,0 0-1 0 0,0 0 0 0 0,0 1 1 0 0,0-1-1 0 0,1 0 0 0 0,-1 0 1 0 0,0 0-1 0 0,0 0 0 0 0,0 0 0 0 0,0 0 1 0 0,0 0-1 0 0,0 1 0 0 0,18 13 1414 0 0,24 28-1479 0 0,-40-40 234 0 0,203 210 1953 0 0,59 43-746 0 0,-190-191-1114 0 0,3-4 1 0 0,165 100 0 0 0,-16-49-1017 0 0,-222-109 605 0 0,7 3-409 0 0,0 1 0 0 0,-1 1-1 0 0,13 10 1 0 0,8 5-3506 0 0,-28-20 839 0 0,3 6 237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6.7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265 1 1028 0 0,'6'2'1051'0'0,"42"17"1764"0"0,88 52 1 0 0,-50-25-1246 0 0,-62-34-1189 0 0,-1 0 0 0 0,-1 1-1 0 0,0 1 1 0 0,-1 2 0 0 0,21 18-1 0 0,-18-11-57 0 0,5 4 194 0 0,35 42 0 0 0,-56-60-427 0 0,-1 1-1 0 0,0 0 0 0 0,-1 1 0 0 0,0 0 0 0 0,0 0 0 0 0,-1 0 1 0 0,-1 1-1 0 0,6 21 0 0 0,-8-26-29 0 0,-1 0 1 0 0,0-1-1 0 0,0 1 0 0 0,0 1 1 0 0,-1-1-1 0 0,0 0 0 0 0,-1 7 1 0 0,0-11-47 0 0,0 0 1 0 0,0-1 0 0 0,0 1-1 0 0,0 0 1 0 0,-1 0 0 0 0,1-1-1 0 0,-1 1 1 0 0,0-1 0 0 0,1 1-1 0 0,-1-1 1 0 0,0 0 0 0 0,-1 0-1 0 0,1 0 1 0 0,0 0 0 0 0,-1 0-1 0 0,1 0 1 0 0,-1 0 0 0 0,1-1-1 0 0,-1 0 1 0 0,-3 2 0 0 0,-19 6-21 0 0,0-1 0 0 0,0-1 0 0 0,-1-1 0 0 0,1-1 0 0 0,-34 2 0 0 0,25-3-28 0 0,-449 79-1419 0 0,467-79 1026 0 0,-32 2 1 0 0,37-5-580 0 0,-1 1 1 0 0,0 0-1 0 0,-16 5 1 0 0,25-6-2069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7.2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12 116 0 0,'0'0'4398'0'0,"2"-11"6831"0"0,5 17-11091 0 0,18 15-34 0 0,95 77 298 0 0,-17-11-53 0 0,-4-2 0 0 0,-4-9-9 0 0,59 44 268 0 0,-108-89-442 0 0,46 32 393 0 0,124 63 0 0 0,-167-102-480 0 0,20 11-299 0 0,2-3 1 0 0,116 35 0 0 0,-179-65-277 0 0,1 1 0 0 0,-1 0 1 0 0,0 0-1 0 0,13 8 0 0 0,-20-10 363 0 0,0-1-1 0 0,0 1 1 0 0,0-1-1 0 0,0 1 1 0 0,0-1-1 0 0,0 0 0 0 0,0 0 1 0 0,0 1-1 0 0,0-1 1 0 0,0 0-1 0 0,0 0 0 0 0,0 0 1 0 0,0 0-1 0 0,0 0 1 0 0,0 0-1 0 0,2-1 0 0 0,0 1-355 0 0,0 0-2052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7.6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661 0 520 0 0,'0'0'6045'0'0,"5"6"-5174"0"0,49 51 1254 0 0,-28-31-1215 0 0,-1 2-1 0 0,31 43 0 0 0,-38-44-598 0 0,-1 2 0 0 0,-2 0 1 0 0,0 1-1 0 0,-3 0 0 0 0,13 41 0 0 0,4 27 98 0 0,13 49 170 0 0,-28-78-107 0 0,6 85-1 0 0,-19-144-423 0 0,0 0 0 0 0,-1-1 0 0 0,-1 1-1 0 0,0-1 1 0 0,0 1 0 0 0,0-1-1 0 0,-2 1 1 0 0,1-1 0 0 0,-1 0-1 0 0,0 0 1 0 0,-1 0 0 0 0,0 0-1 0 0,0 0 1 0 0,-1-1 0 0 0,0 0-1 0 0,-8 9 1 0 0,3-5-34 0 0,0-1 0 0 0,-1-1-1 0 0,-1 0 1 0 0,0 0 0 0 0,0-1 0 0 0,-1 0-1 0 0,0-2 1 0 0,-1 1 0 0 0,-23 9 0 0 0,-2-3-57 0 0,0-2 1 0 0,-1-1 0 0 0,-1-2-1 0 0,1-2 1 0 0,-43 2 0 0 0,54-9-79 0 0,0-1 1 0 0,0-1 0 0 0,0-2 0 0 0,-40-10 0 0 0,-107-39-1120 0 0,171 51 1115 0 0,-26-9-685 0 0,-36-17-1 0 0,58 24-20 0 0,1-1 0 0 0,0 0 0 0 0,-1-1 0 0 0,2 1 0 0 0,-1-2 0 0 0,1 1 0 0 0,0-1 0 0 0,-10-12 1 0 0,1-4-2387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8.2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 65 672 0 0,'0'0'15088'0'0,"-4"1"-14859"0"0,-17 4 1536 0 0,32-3-1561 0 0,31 5 159 0 0,51 0 0 0 0,-45-8-121 0 0,59-8 0 0 0,53-1 88 0 0,223 31 228 0 0,-195 8-309 0 0,38 6 7 0 0,-105-31-215 0 0,-100-4-70 0 0,-10 0-35 0 0,1-1 0 0 0,-1 0 0 0 0,1 0 0 0 0,-1-1 0 0 0,0 0 0 0 0,1-1 0 0 0,13-6 0 0 0,-16 5-453 0 0,-1 0 0 0 0,0-1 1 0 0,0 0-1 0 0,0 0 0 0 0,12-11 0 0 0,-20 15 443 0 0,0 1 0 0 0,1-1 0 0 0,-1 0 0 0 0,0 1 0 0 0,0-1 0 0 0,0 0 0 0 0,1 1 0 0 0,-1-1 0 0 0,0 0 0 0 0,0 1 0 0 0,0-1 0 0 0,0 0 0 0 0,0 1 0 0 0,0-1 0 0 0,0 0 0 0 0,-1 1 0 0 0,1-1 0 0 0,0 0 0 0 0,0 1 0 0 0,0-1 0 0 0,-1 0 0 0 0,1 1 0 0 0,0-1 0 0 0,-1 1 0 0 0,1-1 0 0 0,0 0 0 0 0,-1 1 0 0 0,1-1 0 0 0,-1 1 0 0 0,1-1 0 0 0,-1 1 0 0 0,1 0 0 0 0,-1-1 0 0 0,0 0 0 0 0,-24-19-1556 0 0,21 16 1190 0 0,-51-32-6316 0 0,36 20 3636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9.6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1433 962 516 0 0,'0'0'1947'0'0,"-4"0"-1113"0"0,-12 0-70 0 0,12 0 2716 0 0,1-3-3083 0 0,-34-32 776 0 0,-68-56 78 0 0,29 42-859 0 0,-2 3 1 0 0,-83-36-1 0 0,73 38-107 0 0,-24-10 105 0 0,-68-36 403 0 0,146 68-565 0 0,0-2 0 0 0,-32-29 0 0 0,-19-15 186 0 0,39 33-231 0 0,27 19-56 0 0,-37-22-1 0 0,38 27-165 0 0,0-1-1 0 0,1-1 1 0 0,0-1-1 0 0,1 0 1 0 0,1-1-1 0 0,-18-21 1 0 0,-17-19-576 0 0,47 51 463 0 0,0 0 0 0 0,-1 0 0 0 0,0 1 1 0 0,0-1-1 0 0,0 1 0 0 0,0 0 0 0 0,-7-4 0 0 0,9 7-247 0 0,-3-10-1866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09.9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283 808 240 0 0,'0'0'2631'0'0,"-6"-7"-1842"0"0,-14-19 185 0 0,2-2 1 0 0,-24-45 0 0 0,1-4 293 0 0,-41-81 636 0 0,67 124-1416 0 0,1-1 0 0 0,-16-62 0 0 0,26 83-298 0 0,1 1-1 0 0,1-1 1 0 0,-1 0-1 0 0,2 0 0 0 0,0 0 1 0 0,1 0-1 0 0,0 0 1 0 0,4-22-1 0 0,-3 35-167 0 0,-1 0-1 0 0,1 0 1 0 0,-1 0 0 0 0,1 0-1 0 0,0 0 1 0 0,0 0-1 0 0,-1 0 1 0 0,1 0-1 0 0,0 0 1 0 0,0 0 0 0 0,0 0-1 0 0,0 1 1 0 0,0-1-1 0 0,0 0 1 0 0,0 1 0 0 0,0-1-1 0 0,0 1 1 0 0,0-1-1 0 0,1 1 1 0 0,-1 0-1 0 0,0-1 1 0 0,0 1 0 0 0,0 0-1 0 0,1 0 1 0 0,-1 0-1 0 0,0 0 1 0 0,2 0 0 0 0,1 0-8 0 0,15-1 139 0 0,1 1 1 0 0,0 0 0 0 0,0 2-1 0 0,24 5 1 0 0,5 0 62 0 0,286 18 566 0 0,-257-25-1137 0 0,-1-4-1 0 0,113-19 1 0 0,-18-15-1802 0 0,5-11-3301 0 0,-56 14 1729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46.6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0 464 0 0,'0'0'8484'0'0,"6"1"-7986"0"0,32 8 918 0 0,37 12 0 0 0,29 8 370 0 0,-66-17-1221 0 0,9 3 159 0 0,-20-10-24 0 0,40 15 0 0 0,-32-8-251 0 0,90 21 1101 0 0,-2-1-9 0 0,105 25 1277 0 0,-208-52-2644 0 0,32 9 484 0 0,1 4 0 0 0,50 24 0 0 0,-66-27-289 0 0,59 35 454 0 0,-42-17-498 0 0,-22-13-100 0 0,14 10-9 0 0,18 10-43 0 0,-47-30-128 0 0,-1 1 1 0 0,15 13-1 0 0,0 0 3 0 0,8 13 49 0 0,0-5-1 0 0,113 94 268 0 0,32 25 766 0 0,-163-134-722 0 0,28 32 1 0 0,8 5-86 0 0,-44-43-211 0 0,0 0 0 0 0,18 21-1 0 0,-28-29-95 0 0,-1 0 0 0 0,1-1 0 0 0,0 0 0 0 0,0 1 0 0 0,0-1 0 0 0,5 2 0 0 0,10 8 33 0 0,108 110 553 0 0,-109-106-506 0 0,-6-6-51 0 0,-1 1 0 0 0,12 14 0 0 0,17 19 41 0 0,-24-26-14 0 0,31 28 0 0 0,-29-31-14 0 0,25 32 0 0 0,3 10 17 0 0,-10-13 76 0 0,-2 1 1 0 0,31 56-1 0 0,-32-41-97 0 0,57 99 54 0 0,89 147-108 0 0,-174-298 0 0 0,67 135 0 0 0,-65-131 0 0 0,-1 0 0 0 0,4 19 0 0 0,5 12 0 0 0,1-3 0 0 0,-1 0 0 0 0,-3 0 0 0 0,-1 2 0 0 0,-2-1 0 0 0,3 49 0 0 0,-10-78-181 0 0,1-1 0 0 0,0 1 0 0 0,0-1 0 0 0,1 0 0 0 0,7 18 0 0 0,-9-28-1011 0 0,-12-41-24581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47.7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369 0 616 0 0,'0'0'5982'0'0,"-1"4"-5487"0"0,1 4-183 0 0,0 0-1 0 0,0 0 1 0 0,1 1-1 0 0,0-1 1 0 0,3 13 0 0 0,2 25 589 0 0,-6 186 2366 0 0,-1-156-2522 0 0,-3 51 158 0 0,0 20-52 0 0,4-62-498 0 0,-4 5 43 0 0,0 165 563 0 0,4-217-744 0 0,-7 51 1 0 0,1-18 7 0 0,4-12-76 0 0,-9 88 285 0 0,-27 164 605 0 0,36-298-964 0 0,-31 168 572 0 0,-73 420 908 0 0,79-443-1206 0 0,19-115-254 0 0,6-31-83 0 0,-5 34 44 0 0,6-33-36 0 0,-8 76 14 0 0,-1-13-121 0 0,10-75 13 0 0,-1 2-1567 0 0,-2 3 1541 0 0,-4-8-4502 0 0,-20-16 3518 0 0,24 17 832 0 0,1-1 0 0 0,0 0-1 0 0,-1 1 1 0 0,1-1 0 0 0,0 0-1 0 0,0 0 1 0 0,0-1 0 0 0,-3-3-1 0 0,-10-11-6112 0 0,-3 1 2890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48.2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0 332 0 0,'0'0'8750'0'0,"6"6"-8216"0"0,21 23 536 0 0,-1 1 0 0 0,-1 2 1 0 0,27 43-1 0 0,-32-38-401 0 0,37 75 842 0 0,-50-99-1287 0 0,0-1 1 0 0,10 14 0 0 0,12 21 381 0 0,-4-13-39 0 0,-15-21-299 0 0,-8-11-246 0 0,-1-1 0 0 0,1 1-1 0 0,0-1 1 0 0,0 0 0 0 0,-1 0-1 0 0,1 0 1 0 0,0 0 0 0 0,0 0-1 0 0,0 0 1 0 0,0 0 0 0 0,1 0-1 0 0,-1-1 1 0 0,0 1-1 0 0,0-1 1 0 0,0 0 0 0 0,3 0-1 0 0,-4 1 5 0 0,7-1 29 0 0,-1 0 0 0 0,1 0 1 0 0,0 0-1 0 0,-1-1 0 0 0,1 0 1 0 0,-1-1-1 0 0,1 0 0 0 0,-1 0 0 0 0,0 0 1 0 0,13-7-1 0 0,-5 1 18 0 0,0-1-1 0 0,0 0 0 0 0,19-17 1 0 0,-8 2-4 0 0,41-48 0 0 0,-41 42-190 0 0,-15 16-284 0 0,18-28-1 0 0,-9 11-377 0 0,-12 19 31 0 0,-1 1 1 0 0,0-1-1 0 0,-1 0 0 0 0,0-1 1 0 0,-1 0-1 0 0,0 1 0 0 0,3-17 1 0 0,-11 5-5150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48.8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56 28 0 0,'0'0'4505'0'0,"8"3"-4008"0"0,23 9-9 0 0,-23-9-1 0 0,-7-2-349 0 0,-1 1 0 0 0,1-1 0 0 0,0 0 1 0 0,0 1-1 0 0,0-1 0 0 0,0 0 0 0 0,0 1 1 0 0,0-1-1 0 0,0 0 0 0 0,0 0 1 0 0,0 0-1 0 0,2 1 0 0 0,10 12 940 0 0,-1 4-560 0 0,0 0 0 0 0,1-1-1 0 0,0 0 1 0 0,1-1 0 0 0,25 21-1 0 0,-35-33-461 0 0,139 106 1778 0 0,-119-94-1524 0 0,1 0 1 0 0,1-2-1 0 0,0-1 1 0 0,34 11-1 0 0,-50-20-188 0 0,0-1 0 0 0,1 0 0 0 0,0 0 0 0 0,-1-1 0 0 0,1-1 0 0 0,0 0 0 0 0,0 0 0 0 0,14-1 0 0 0,-24-1-114 0 0,1 1 0 0 0,-1 0 1 0 0,1-1-1 0 0,-1 1 0 0 0,0-1 1 0 0,1 1-1 0 0,-1-1 1 0 0,0 0-1 0 0,1 1 0 0 0,-1-1 1 0 0,0 0-1 0 0,0 0 1 0 0,0 0-1 0 0,0 0 0 0 0,0 0 1 0 0,0 0-1 0 0,0 0 1 0 0,0 0-1 0 0,0-1 0 0 0,-1 1 1 0 0,1 0-1 0 0,0 0 1 0 0,-1-1-1 0 0,1 1 0 0 0,0-2 1 0 0,7-35-69 0 0,-8 33 48 0 0,3-13-170 0 0,-1 0 0 0 0,-1 0 0 0 0,-1 0 0 0 0,-3-33-1 0 0,-5-44-1512 0 0,-4-18-2656 0 0,2 83-464 0 0,6 17 2059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51.0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112 1272 536 0 0,'-4'-11'333'0'0,"0"0"1"0"0,1-1-1 0 0,1 1 1 0 0,0 0-1 0 0,0-1 0 0 0,1 1 1 0 0,1-1-1 0 0,1-19 1 0 0,3-8 338 0 0,13-48 0 0 0,-2 9 132 0 0,-7 12 291 0 0,-2 0-1 0 0,-3 0 0 0 0,-11-125 1 0 0,2 126-365 0 0,-4 0-1 0 0,-18-67 1 0 0,8 42-638 0 0,0-1-1120 0 0,16 77 545 0 0,-16-42-1189 0 0,18 51 907 0 0,-1 0-1 0 0,1 1 0 0 0,-1-1 1 0 0,-1 1-1 0 0,-3-5 0 0 0,-3-2-1805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52.7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3032 172 0 0,'0'0'1978'0'0,"5"-3"-1314"0"0,115-52 3454 0 0,-67 33-2914 0 0,25-11 687 0 0,108-29-1 0 0,194-49 844 0 0,-243 64-1720 0 0,141-70 1 0 0,173-128 1036 0 0,-354 196-1730 0 0,10-7-9 0 0,-104 54-303 0 0,221-141 995 0 0,-192 118-678 0 0,52-52-1 0 0,-67 59-140 0 0,27-36 1 0 0,-37 46-144 0 0,0 0 0 0 0,15-13 0 0 0,15-18 109 0 0,-13 11-17 0 0,38-36 1 0 0,-7 9 7 0 0,10-7 31 0 0,-39 38-78 0 0,25-29 0 0 0,-43 44-78 0 0,1 0-1 0 0,-1 1 1 0 0,1 0-1 0 0,12-8 1 0 0,-19 15-7 0 0,0-1-12 0 0,76-55 90 0 0,-31 18-46 0 0,12-11-52 0 0,12-7 44 0 0,29-30 55 0 0,-54 44-51 0 0,-1-2 0 0 0,43-57 0 0 0,-69 74-34 0 0,22-42 0 0 0,-8 14-1 0 0,27-55-4 0 0,-55 100 1 0 0,4-6-20 0 0,-2 0-1 0 0,0-1 1 0 0,-1 0-1 0 0,-1 0 1 0 0,0 0-1 0 0,-1 0 1 0 0,-1-1-1 0 0,-1 0 1 0 0,-1 1-1 0 0,-1-28 1 0 0,-5-81-327 0 0,1 57-1298 0 0,4 55 1292 0 0,1 0-1 0 0,1 1 0 0 0,0-1 1 0 0,1 1-1 0 0,6-16 1 0 0,-6 20 182 0 0,-1 0 0 0 0,1 0 0 0 0,0-15 0 0 0,2-8-79 0 0,4-36-262 0 0,-9 68 448 0 0,0-2 8 0 0,-1-10 0 0 0,0 10 10 0 0,2-13-366 0 0,-1 15 251 0 0,0 1 0 0 0,0-1 1 0 0,0 1-1 0 0,0-1 1 0 0,0 0-1 0 0,0 1 1 0 0,0-1-1 0 0,0 1 0 0 0,0-1 1 0 0,0 1-1 0 0,0-1 1 0 0,0 0-1 0 0,-1 1 1 0 0,1-1-1 0 0,0 1 0 0 0,0-1 1 0 0,0 1-1 0 0,-1-1 1 0 0,1 1-1 0 0,0-1 1 0 0,-1 1-1 0 0,1-1 0 0 0,-1 0 1 0 0,-14-5-6849 0 0,-3 3 3842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53.1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1 535 624 0 0,'0'0'1990'0'0,"8"-6"-1349"0"0,23-19 521 0 0,55-54 0 0 0,2-8 419 0 0,-13 15-335 0 0,106-107 1635 0 0,-164 162-2462 0 0,2 1-1 0 0,37-26 0 0 0,-53 41-369 0 0,1-1-1 0 0,-1 0 0 0 0,1 1 0 0 0,-1 0 0 0 0,1 0 0 0 0,-1 0 0 0 0,1 0 0 0 0,0 0 1 0 0,0 1-1 0 0,0-1 0 0 0,-1 1 0 0 0,1 0 0 0 0,0 1 0 0 0,0-1 0 0 0,-1 0 0 0 0,1 1 0 0 0,0 0 1 0 0,0 0-1 0 0,-1 0 0 0 0,1 1 0 0 0,-1-1 0 0 0,5 3 0 0 0,5 4 91 0 0,0 0 0 0 0,0 0 0 0 0,-1 1 1 0 0,15 14-1 0 0,-5-2 81 0 0,-1 0 0 0 0,-1 2 0 0 0,-2 0 0 0 0,0 1 0 0 0,25 44 0 0 0,-33-49-325 0 0,0 1 0 0 0,-1 0 0 0 0,-2 1 0 0 0,0 0 0 0 0,-1 0 0 0 0,-1 1 0 0 0,0 0 0 0 0,1 35 0 0 0,-7 39-2612 0 0,-6-30-3408 0 0,2-43 2819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54.9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2470 72 0 0,'70'-71'5187'0'0,"-39"50"-3799"0"0,-20 11-762 0 0,1 1-1 0 0,22-14 0 0 0,17-14 342 0 0,134-150 1281 0 0,-146 146-1875 0 0,-19 20-179 0 0,-1 0 1 0 0,18-26-1 0 0,44-61 482 0 0,166-261 526 0 0,-232 346-1135 0 0,18-21-1 0 0,10-13 39 0 0,67-94 178 0 0,-87 118-219 0 0,14-25 28 0 0,50-78 291 0 0,-59 94-186 0 0,-25 38-79 0 0,4-8-5 0 0,33-56 70 0 0,-12 15-8 0 0,-1-5-12 0 0,-5 8 30 0 0,-2 1 1 0 0,-15 39-159 0 0,10-28 175 0 0,1-8 55 0 0,-12 37-222 0 0,-1 4-5 0 0,-1 1 1 0 0,0-1-1 0 0,0 0 1 0 0,0 0 0 0 0,1-9-1 0 0,10-34 221 0 0,-3 16-134 0 0,-7 24 1 0 0,0-3-10 0 0,12-56 106 0 0,-6 21 125 0 0,4-9-72 0 0,-6 20-191 0 0,-5 27 125 0 0,-1-3-155 0 0,3-31-2 0 0,-3 31 53 0 0,0 3-128 0 0,4-40-522 0 0,4-4-387 0 0,-2 17 772 0 0,-5 27-50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55.30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1 586 564 0 0,'0'0'3742'0'0,"9"-22"-3182"0"0,30-65-8 0 0,-37 82-464 0 0,-1 1 0 0 0,2-1-1 0 0,-1 1 1 0 0,1-1-1 0 0,3-4 1 0 0,102-140 1887 0 0,-47 63-618 0 0,46-77 885 0 0,-103 156-1687 0 0,3 1-326 0 0,18-21-31 0 0,-18 20 1327 0 0,14 19-1368 0 0,63 37-17 0 0,-82-48-127 0 0,1 0 0 0 0,0 1 1 0 0,-1-1-1 0 0,1 1 0 0 0,-1-1 1 0 0,0 1-1 0 0,0 0 0 0 0,4 4 0 0 0,13 17 90 0 0,-15-17-1 0 0,2 4-38 0 0,1 1-58 0 0,16 35-74 0 0,-2 3-397 0 0,-16-39 342 0 0,-2-4-34 0 0,0 0-1 0 0,0 0 1 0 0,-1 0-1 0 0,3 12 1 0 0,4 18-478 0 0,-8-33 524 0 0,0 0 0 0 0,-1-1 0 0 0,1 1-1 0 0,0 0 1 0 0,0 0 0 0 0,0-1 0 0 0,1 1 0 0 0,-1 0-1 0 0,1-1 1 0 0,-1 1 0 0 0,4 3 0 0 0,1 0-186 0 0,-3 1-815 0 0,0 3-752 0 0,9 28-1177 0 0,-9-28 231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57.4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0 300 0 0,'0'0'2380'0'0,"6"2"-1990"0"0,11 5 308 0 0,0 0 1 0 0,0 2-1 0 0,-1-1 1 0 0,0 2 0 0 0,22 17-1 0 0,179 153 3877 0 0,-157-127-4015 0 0,21 16 161 0 0,4 4 20 0 0,-35-28-276 0 0,-24-20-69 0 0,-1 1 1 0 0,31 43 0 0 0,-41-51-209 0 0,89 113 944 0 0,9 5-272 0 0,-9-16-405 0 0,-67-80-288 0 0,-1 2 0 0 0,34 53 0 0 0,-8-2 156 0 0,-26-42-109 0 0,33 64-1 0 0,-44-73-71 0 0,4 6 17 0 0,3 8 39 0 0,4 22 67 0 0,-20-40-168 0 0,11 31 57 0 0,-9-24-373 0 0,-17-44 57 0 0,-6-5-3625 0 0,-32-30 1426 0 0,-10 0-5079 0 0,27 24 3815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4:57.7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1 237 176 0 0,'2'8'464'0'0,"0"0"0"0"0,0 0 0 0 0,1 0 0 0 0,0 0 0 0 0,0-1 0 0 0,1 1-1 0 0,7 10 1 0 0,4 3 386 0 0,19 21 0 0 0,-6-8-100 0 0,25 34 1014 0 0,-44-56-1516 0 0,0 0-1 0 0,1-1 1 0 0,1 0-1 0 0,0-1 0 0 0,0 0 1 0 0,1 0-1 0 0,0-2 1 0 0,1 1-1 0 0,0-1 0 0 0,0-1 1 0 0,0-1-1 0 0,1 0 1 0 0,0 0-1 0 0,1-1 0 0 0,-1-1 1 0 0,1-1-1 0 0,0 0 1 0 0,0 0-1 0 0,0-2 0 0 0,0 0 1 0 0,0-1-1 0 0,0 0 1 0 0,0-1-1 0 0,0-1 0 0 0,0 0 1 0 0,0-1-1 0 0,18-6 1 0 0,-22 6-149 0 0,0-1-1 0 0,0 0 1 0 0,-1 0 0 0 0,0-1 0 0 0,0 0 0 0 0,0-1 0 0 0,-1 0-1 0 0,1 0 1 0 0,-1-1 0 0 0,-1 0 0 0 0,11-12 0 0 0,-5 3-9 0 0,0-2 1 0 0,-1 0-1 0 0,21-38 1 0 0,23-68-226 0 0,-17 34-412 0 0,23-44-2565 0 0,-59 125 1534 0 0,-1-1 1 0 0,0 1-1 0 0,2-11 1 0 0,1-3-2064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5:09.6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26 72 0 0,'0'0'399'0'0,"-5"-1"-220"0"0,-20-2 1763 0 0,27-1-1732 0 0,-1 3-170 0 0,0 0-1 0 0,-1-1 1 0 0,1 1 0 0 0,0-1 0 0 0,-1 1 0 0 0,1-1 0 0 0,0 1 0 0 0,-1-1 0 0 0,1-2 4437 0 0,4 8-4310 0 0,10 6-148 0 0,6 4 802 0 0,30 26 0 0 0,-28-20-372 0 0,-19-18-375 0 0,-1 1-1 0 0,1-1 0 0 0,-1 1 0 0 0,0 0 0 0 0,0 0 1 0 0,0 1-1 0 0,3 4 0 0 0,31 37 500 0 0,-24-29-299 0 0,0 1 1 0 0,14 22-1 0 0,-21-29-163 0 0,0-1 0 0 0,1 1 0 0 0,0-1 0 0 0,1 0 0 0 0,0-1 0 0 0,13 12 0 0 0,-20-19-36 0 0,2 0-3 0 0,37 29 464 0 0,-38-29-454 0 0,15 8 164 0 0,0 1 107 0 0,-15-10-328 0 0,0 1 1 0 0,0-1 0 0 0,0 1 0 0 0,-1 0 0 0 0,1 0 0 0 0,0 0 0 0 0,0 0-1 0 0,-1 0 1 0 0,1 0 0 0 0,-1 0 0 0 0,1 1 0 0 0,-1-1 0 0 0,0 1 0 0 0,1-1-1 0 0,1 4 1 0 0,-1-4 0 0 0,-1 1-1 0 0,1-1 0 0 0,-1 0 0 0 0,1 0 0 0 0,0 0 1 0 0,-1 0-1 0 0,1 0 0 0 0,0 0 0 0 0,0-1 0 0 0,3 2 1 0 0,13 7 138 0 0,2 7-54 0 0,-18-15-102 0 0,13 4-125 0 0,-7 0 93 0 0,-5-3 4 0 0,12 5-103 0 0,4 3 113 0 0,-14-7 8 0 0,1 0-1 0 0,0-1 1 0 0,0 0-1 0 0,11 3 1 0 0,-1 0 5 0 0,29 11-7 0 0,-42-16 73 0 0,1-3-43 0 0,11-12 53 0 0,-2-1-1 0 0,20-27 0 0 0,-7 10 11 0 0,-18 25-59 0 0,-1 0 1 0 0,0-1-1 0 0,10-17 1 0 0,-15 23-22 0 0,0-1 0 0 0,1 1 0 0 0,-1 0 0 0 0,1 0 1 0 0,0 0-1 0 0,5-3 0 0 0,3-5 14 0 0,36-40 37 0 0,7-2 27 0 0,-50 50-79 0 0,13-11 5 0 0,-17 13-13 0 0,1 1-1 0 0,0-1 0 0 0,-1 0 0 0 0,1 1 1 0 0,0-1-1 0 0,-1 1 0 0 0,1-1 0 0 0,0 1 1 0 0,0-1-1 0 0,-1 1 0 0 0,1 0 0 0 0,0-1 1 0 0,0 1-1 0 0,0 0 0 0 0,0 0 0 0 0,0-1 1 0 0,1 1-1 0 0,1-3-12 0 0,-3 3 12 0 0,1-1 1 0 0,-1 0 0 0 0,0 0 0 0 0,0 0-1 0 0,1 1 1 0 0,-1-1 0 0 0,0 0 0 0 0,1 1 0 0 0,-1-1-1 0 0,1 0 1 0 0,-1 1 0 0 0,1-1 0 0 0,-1 0-1 0 0,1 1 1 0 0,-1-1 0 0 0,1 1 0 0 0,0-1 0 0 0,-1 1-1 0 0,1-1 1 0 0,0 1 0 0 0,-1 0 0 0 0,1-1 0 0 0,0 1-1 0 0,0 0 1 0 0,-1-1 0 0 0,1 1 0 0 0,1 0-1 0 0,0-1 5 0 0,1-4 3 0 0,0 1-1 0 0,0 0 1 0 0,0-1-1 0 0,1 1 1 0 0,0 1-1 0 0,-1-1 0 0 0,6-3 1 0 0,-8 6 1 0 0,0 0-2 0 0,1-2-11 0 0,21-24 16 0 0,-22 26 13 0 0,9-11-43 0 0,-9 9-1334 0 0,1-1 1 0 0,0 1-1 0 0,0 0 1 0 0,1 0-1 0 0,-1 0 0 0 0,1 1 1 0 0,4-6-1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5:11.2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99 1965 252 0 0,'0'0'273'0'0,"3"-1"-5"0"0,-2 1-181 0 0,1 0 0 0 0,-1-1-1 0 0,1 1 1 0 0,-1 0-1 0 0,0-1 1 0 0,1 1 0 0 0,-1-1-1 0 0,0 0 1 0 0,0 1-1 0 0,1-1 1 0 0,-1 0 0 0 0,0 1-1 0 0,0-1 1 0 0,0 0-1 0 0,0 0 1 0 0,0 0 0 0 0,1-2-1 0 0,-1 1 396 0 0,1-1-275 0 0,-1-1 1 0 0,0 1 0 0 0,1-1 0 0 0,-2 1 0 0 0,1-1 0 0 0,0 1 0 0 0,-1-1 0 0 0,1 0 0 0 0,-1-4-1 0 0,-5-87 1824 0 0,2 58-1589 0 0,2 0 1 0 0,4-61-1 0 0,7-17 30 0 0,-6 49-177 0 0,-4-37 290 0 0,-1 43-245 0 0,3-211 1045 0 0,-3 242-956 0 0,-10-53 0 0 0,6 54-280 0 0,3 16-49 0 0,-1 1-1 0 0,-1 0 0 0 0,-5-14 0 0 0,5 17-75 0 0,1 0 1 0 0,0 1-1 0 0,1-1 0 0 0,0 0 0 0 0,0 0 1 0 0,1 0-1 0 0,-1-12 0 0 0,1 10 20 0 0,-1 9-42 0 0,2-1 1 0 0,-1 0-1 0 0,0 0 1 0 0,0 0-1 0 0,0 0 1 0 0,1 1-1 0 0,-1-1 0 0 0,1 0 1 0 0,0 0-1 0 0,0 0 1 0 0,-1 0-1 0 0,1-3 1 0 0,-2-9 9 0 0,-4-33 36 0 0,-9-58-18 0 0,13 92-24 0 0,0-1 1 0 0,-8-18-1 0 0,1-3-19 0 0,3 9 4 0 0,3 18 7 0 0,2 3 5 0 0,-1 0 1 0 0,1-1-1 0 0,0 1 0 0 0,1 0 1 0 0,-1-1-1 0 0,1 1 0 0 0,1-10 1 0 0,-2 4-8 0 0,1 9 4 0 0,-1-2 3 0 0,-1-4 2 0 0,0 0 1 0 0,0 0 0 0 0,1-1-1 0 0,0-9 1 0 0,1 15-4 0 0,0 1 13 0 0,0 0-15 0 0,0-46-36 0 0,1 46 34 0 0,1-1-3 0 0,-5-21 58 0 0,1-27-97 0 0,-1 44 41 0 0,3 7 2 0 0,-1 0 1 0 0,1 0-1 0 0,0 0 0 0 0,0-1 1 0 0,-1 1-1 0 0,1 0 0 0 0,0-1 1 0 0,0 1-1 0 0,-1 0 1 0 0,1-1-1 0 0,0 1 0 0 0,0 0 1 0 0,0-1-1 0 0,0 1 1 0 0,0 0-1 0 0,0-1 0 0 0,-1 1 1 0 0,1 0-1 0 0,0-1 0 0 0,0 1 1 0 0,0-1-1 0 0,0 1 1 0 0,0 0-1 0 0,0-1 0 0 0,0 1 1 0 0,1 0-1 0 0,-1-1 1 0 0,1-10 0 0 0,0 9 2 0 0,-2 0-11 0 0,-2-7 6 0 0,2 6-2 0 0,5-23-15 0 0,-3 24 19 0 0,-2-1-189 0 0,0 0 80 0 0,1 1-1 0 0,0-1 1 0 0,0 1 0 0 0,0-1-1 0 0,0 1 1 0 0,0-1 0 0 0,1-5-1 0 0,0 6-125 0 0,-1-1 1 0 0,6-21-688 0 0,-5 23 853 0 0,-1 0-1 0 0,0-1 0 0 0,1 1 0 0 0,-1-1 0 0 0,1 1 0 0 0,-1 0 0 0 0,1 0 0 0 0,-1-1 0 0 0,1 1 0 0 0,0 0 0 0 0,0 0 0 0 0,0 0 1 0 0,0 0-1 0 0,-1 0 0 0 0,2 0 0 0 0,0-1 0 0 0,0-10-237 0 0,1 6-223 0 0,-1 7-802 0 0,-2 6 918 0 0,0 0 0 0 0,0 1 0 0 0,-1-1 0 0 0,1 1 0 0 0,-2-1 0 0 0,-1 10 0 0 0,-2-6-1227 0 0,2 1 126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5:43.0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713 7 116 0 0,'0'0'1338'0'0,"-5"-1"-1056"0"0,-37-2 918 0 0,38 3-776 0 0,0-1-211 0 0,-37 0 566 0 0,37 1-592 0 0,-1 0 2 0 0,-38 3 419 0 0,40-2-409 0 0,-3-1 24 0 0,-14 3 156 0 0,0 0 1 0 0,1 1-1 0 0,-1 2 0 0 0,-34 13 1 0 0,14-5 27 0 0,-4 3 38 0 0,-35 22 209 0 0,64-28-533 0 0,-1 0-1 0 0,1 0 1 0 0,1 2 0 0 0,0 0 0 0 0,1 0-1 0 0,-18 24 1 0 0,-21 40 217 0 0,38-53-131 0 0,-32 39 0 0 0,31-36-87 0 0,8-14-85 0 0,5-8-24 0 0,1 0-1 0 0,0 0 1 0 0,-1 0-1 0 0,2 0 1 0 0,-1-1-1 0 0,0 1 1 0 0,1 0-1 0 0,0 0 1 0 0,0 0-1 0 0,1 0 1 0 0,1 6-1 0 0,-1 12 23 0 0,-1 2 70 0 0,2 0 0 0 0,0 0 0 0 0,2 0 0 0 0,7 29 0 0 0,8 48 248 0 0,-17-95-309 0 0,0 0 0 0 0,0 0 0 0 0,1 0 1 0 0,0-1-1 0 0,4 7 0 0 0,-3 0-3 0 0,-3-6-23 0 0,14 12 54 0 0,50 57 62 0 0,-7-22-93 0 0,-57-53-45 0 0,16 6-5 0 0,68 24-20 0 0,-19-12-6 0 0,-51-16 24 0 0,0-1 0 0 0,-1-1 0 0 0,1 0-1 0 0,0 0 1 0 0,29-4 0 0 0,-33 2 3 0 0,48-7-32 0 0,-34 4 8 0 0,28-1 0 0 0,-4 1-5 0 0,-38 4-2 0 0,0-1-1 0 0,0-1 0 0 0,0 0 0 0 0,-1 0 1 0 0,1-1-1 0 0,17-7 0 0 0,-18 6 19 0 0,1-1-10 0 0,0-1-1 0 0,0-1 1 0 0,0 0-1 0 0,-1 0 1 0 0,0-1 0 0 0,0-1-1 0 0,-1 1 1 0 0,0-2-1 0 0,15-19 1 0 0,-6 8-14 0 0,6-15 24 0 0,-20 30 15 0 0,-1-1 0 0 0,1 1 0 0 0,1 0 0 0 0,8-9 0 0 0,-9 10 1 0 0,-1 1 0 0 0,0-1 0 0 0,0 1 0 0 0,-1-1 0 0 0,1 0 0 0 0,-1 0 0 0 0,2-8 1 0 0,5-7-16 0 0,-7 15 18 0 0,3-3-15 0 0,-1 0 1 0 0,0 0 0 0 0,6-17-1 0 0,-5 4-47 0 0,-3 13-44 0 0,0 1 0 0 0,-1-1 0 0 0,0 0 0 0 0,0 0-1 0 0,-1 0 1 0 0,0-13 0 0 0,-5-8-1504 0 0,0 0 0 0 0,-15-40 0 0 0,14 48-678 0 0,1 2 445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36.4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738 77 644 0 0,'0'0'14511'0'0,"-17"-11"-14213"0"0,-53-33-5 0 0,53 34 220 0 0,0 8-292 0 0,-50-4-6 0 0,51 4 219 0 0,-2 2-215 0 0,-53-2-33 0 0,53 2 188 0 0,0 2-190 0 0,-51 4-10 0 0,51-4 140 0 0,3-1-169 0 0,-4 1-98 0 0,-40 2 1056 0 0,45-2-1024 0 0,-2 1-45 0 0,7-1 123 0 0,0-1 0 0 0,0 0 0 0 0,-16 0 0 0 0,25 9-20 0 0,-1 30 1 0 0,0-31 144 0 0,2 4-142 0 0,4 35 8 0 0,-4-36-17 0 0,-2 1 1 0 0,-3 56 71 0 0,0-11-58 0 0,-20 189 135 0 0,14-188-215 0 0,-37 188 73 0 0,33-165-88 0 0,3-28-20 0 0,-2-1-16 0 0,3-4-7 0 0,4-12-5 0 0,5-27 10 0 0,-3 25-20 0 0,2-24 5 0 0,1-2-6 0 0,4 0-103 0 0,10 24 100 0 0,-10-25 1 0 0,6-3-17 0 0,27 16 21 0 0,-27-16-2 0 0,0 1-4 0 0,26 18 25 0 0,-26-18 2 0 0,-3-1-7 0 0,18 14-1 0 0,-18-14 4 0 0,2 1-16 0 0,20 19 5 0 0,-21-19 8 0 0,2-1 11 0 0,26 15 1 0 0,-26-15 4 0 0,2-2-7 0 0,32 7 6 0 0,-33-7 62 0 0,7-3-56 0 0,48 3-4 0 0,-48-2 72 0 0,1-2-86 0 0,56 0-8 0 0,-56 1 10 0 0,0-3-918 0 0,52-7 390 0 0,-53 7-96 0 0,-13-6-2039 0 0,12-26 1453 0 0,-13 26-139 0 0,-4-3-300 0 0,-6-34-1011 0 0,5 34-1651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36.8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10 548 0 0,'0'0'9568'0'0,"24"-2"-8954"0"0,93-6 3857 0 0,-98 13-4069 0 0,58 11-17 0 0,-58-12 1431 0 0,-1-2-1589 0 0,55 3-20 0 0,-55-4 144 0 0,-2-2-950 0 0,3 1 380 0 0,10-2 25 0 0,3 1-4598 0 0,-17 3 2391 0 0,46 6-1530 0 0,-45-6 302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37.7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60 291 484 0 0,'0'0'13914'0'0,"-3"23"-13621"0"0,-1 5-204 0 0,-8 69 316 0 0,9-65-204 0 0,2-24-8 0 0,0 4-1 0 0,1 2-121 0 0,-1-4 5 0 0,1 0-1 0 0,-1 0 0 0 0,-4 14 0 0 0,-4 24 312 0 0,2-1-282 0 0,5-36-15 0 0,2-1-7 0 0,-1 28-12 0 0,0-28 36 0 0,1 0-62 0 0,0 32-12 0 0,0-31 51 0 0,1-3-51 0 0,0 1 116 0 0,-1-12-63 0 0,0-28-44 0 0,-3-52-88 0 0,3 79 57 0 0,-2-37-12 0 0,-1-21 52 0 0,1 3-48 0 0,2 18-7 0 0,0 31 8 0 0,0-2-28 0 0,0-37-23 0 0,1 30 28 0 0,5-9 23 0 0,-5 23-1 0 0,0 1 0 0 0,0-1 0 0 0,0 0 0 0 0,-1 0 0 0 0,0 0 0 0 0,0 1 0 0 0,0-1 0 0 0,-1-6 0 0 0,-1-1 3 0 0,2 1 9 0 0,2 1 7 0 0,3-27-17 0 0,-3 28 16 0 0,0-1-9 0 0,13-45 42 0 0,-7 24-38 0 0,-5 23 106 0 0,0-1-95 0 0,11-28-4 0 0,-10 28 54 0 0,-1 3-81 0 0,12-19 1 0 0,-12 19 98 0 0,4 0-86 0 0,22-18 1 0 0,-22 18-6 0 0,21 14 8 0 0,84 25-7 0 0,-84-24 10 0 0,-23-3 0 0 0,12 18 10 0 0,-13-18-26 0 0,1 2 8 0 0,13 24-2 0 0,-13-24 83 0 0,-3 0-31 0 0,8 23 16 0 0,-7-24 312 0 0,-7 5-305 0 0,-10 35 0 0 0,10-35 3 0 0,-3-5-6 0 0,-21 21-15 0 0,21-21 1 0 0,-3-2 14 0 0,-30 14-86 0 0,30-14-48 0 0,-2-3-221 0 0,-35 6 8 0 0,36-6-102 0 0,-5-2-8107 0 0,-48 3 4820 0 0,48-2 275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0.1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0 144 0 0,'0'0'20911'0'0,"34"5"-20669"0"0,103 16-30 0 0,-103-16-28 0 0,-22-3-34 0 0,2 2-119 0 0,-3-2-83 0 0,-1 0 1 0 0,0 0-1 0 0,0-1 0 0 0,12 0 0 0 0,42 5-258 0 0,-48-5-63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0.5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1 796 0 0,'0'0'22415'0'0,"35"7"-22076"0"0,104 21-30 0 0,-104-21 213 0 0,-24-4-303 0 0,35 10-37 0 0,-35-10-46 0 0,44 13-556 0 0,-44-12-64 0 0,0-2-3551 0 0,33 8 2160 0 0,-32-7-1508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1.0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148 0 20 0 0,'0'0'19376'0'0,"-3"22"-19034"0"0,-8 64-19 0 0,1-30 150 0 0,-1-19-76 0 0,-5 26 91 0 0,2-13-268 0 0,13-46-187 0 0,0-1-1 0 0,-1 0 0 0 0,2 1 1 0 0,-1-1-1 0 0,0 1 1 0 0,1-1-1 0 0,-1 1 0 0 0,1-1 1 0 0,1 8-1 0 0,-1-8-12 0 0,0 0 0 0 0,0 1-1 0 0,0-1 1 0 0,-1 0-1 0 0,1 1 1 0 0,-1-1 0 0 0,1 0-1 0 0,-1 0 1 0 0,0 0 0 0 0,-2 4-1 0 0,-2 6 23 0 0,3-6-11 0 0,-1 0-1 0 0,1 0 1 0 0,0 0-1 0 0,1 0 1 0 0,-1 9-1 0 0,-7 38 169 0 0,8-42-171 0 0,1-5-8 0 0,-1-1-1 0 0,0 1 1 0 0,0-1-1 0 0,0 1 1 0 0,-3 6-1 0 0,-9 35 27 0 0,3-8-143 0 0,7-30-59 0 0,2 2-1529 0 0,-2 0 3900 0 0,0-1-5969 0 0,2 2-8325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2.5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171 89 76 0 0,'0'0'1940'0'0,"10"-10"-1371"0"0,31-27-46 0 0,-30 28 2252 0 0,-4 3-2306 0 0,28-21 10229 0 0,-57 43-10646 0 0,-66 48-14 0 0,66-48 257 0 0,14-11-250 0 0,-25 14-11 0 0,25-14 237 0 0,0 1-215 0 0,-23 17-21 0 0,23-17 35 0 0,1 0-69 0 0,-20 18 14 0 0,21-18 566 0 0,5 2-500 0 0,-4 26-10 0 0,4-26 924 0 0,12 1-896 0 0,30 25 0 0 0,-31-25 316 0 0,-4-4-301 0 0,17 17 2 0 0,-18-17 248 0 0,2 2-242 0 0,18 17 2 0 0,-18-18 142 0 0,-2 1-138 0 0,14 20-4 0 0,-14-21 120 0 0,0 1-124 0 0,14 18-9 0 0,-15-18 338 0 0,2-1-325 0 0,15 21 16 0 0,-16-20 1280 0 0,0 0-1238 0 0,15 20-1 0 0,-15-21 7267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3.2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1 452 0 0,'0'0'23186'0'0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4.2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224 156 112 0 0,'0'0'9032'0'0,"9"-9"-8621"0"0,28-30-11 0 0,-27 30 2836 0 0,-10 0-2907 0 0,2-3-173 0 0,0-23 2768 0 0,-16 28-2730 0 0,-40-21-12 0 0,41 21 978 0 0,-11 18-1041 0 0,-71 34 8 0 0,71-34-7 0 0,18-5-25 0 0,-18 18 5 0 0,18-17 89 0 0,2-1-117 0 0,-12 21-18 0 0,12-20 287 0 0,6 3-326 0 0,3 29 3 0 0,-3-29 141 0 0,34-20-147 0 0,107-29-15 0 0,-138 38 5 0 0,1 0-1 0 0,-1 0 1 0 0,0-1 0 0 0,0 0 0 0 0,0 0 0 0 0,7-4-1 0 0,31-23 49 0 0,-5 5 1055 0 0,-36 40-900 0 0,10 47 20 0 0,-12-62-211 0 0,1 1 0 0 0,-1-1 0 0 0,0 1 0 0 0,1-1 0 0 0,-1 1 1 0 0,0-1-1 0 0,0 1 0 0 0,0-1 0 0 0,0 1 0 0 0,0 0 0 0 0,-1-1 0 0 0,1 1 0 0 0,0-1 0 0 0,-1 1 0 0 0,1-1 0 0 0,-2 2 0 0 0,-23 68 470 0 0,1-3-67 0 0,-31 71 221 0 0,52-135-612 0 0,1 0 0 0 0,0 0-1 0 0,0 1 1 0 0,1-1-1 0 0,-1 1 1 0 0,0 5 0 0 0,-9 27 126 0 0,-9 19-3 0 0,5-9 46 0 0,7-14-152 0 0,6-25 33 0 0,1 1-78 0 0,0 1 1 0 0,0-6-8 0 0,1 0 0 0 0,-1 1 0 0 0,1-1 0 0 0,0 1-1 0 0,1 6 1 0 0,22-27-1 0 0,66-48 4 0 0,-59 42-11 0 0,-3-1 6 0 0,-21 17-20 0 0,2-2-45 0 0,23-25-80 0 0,-23 25-95 0 0,-2 2-126 0 0,17-14-130 0 0,-18 15-90 0 0,2-2-1604 0 0,20-18 1323 0 0,-20 18-78 0 0,36-12-10273 0 0,-35 15 12933 0 0,1-1-1284 0 0,25-17 19 0 0,-26 17 501 0 0,0-1-455 0 0,22-17 4 0 0,-23 17 453 0 0,0-1-466 0 0,20-21 5 0 0,-20 21 1774 0 0,-2 2-1791 0 0,18-17 6 0 0,-17 16 5299 0 0,1 24-5273 0 0,20 54-13 0 0,-21-54-29 0 0,-9-4-29 0 0,-8 42-41 0 0,8-42-41 0 0,0-2-33 0 0,-12 34-63 0 0,12-35-94 0 0,-1-2-131 0 0,-12 24-165 0 0,12-25-185 0 0,3 0-930 0 0,-5 21 353 0 0,5-21-180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4.6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0 592 0 0,'0'0'21387'0'0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5.4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353 246 672 0 0,'0'0'6461'0'0,"0"-15"-5727"0"0,3-44-50 0 0,-2 44 1132 0 0,-3 5-1262 0 0,-1-2-368 0 0,2 7 21 0 0,-1 0 0 0 0,1-1 1 0 0,0 1-1 0 0,1-1 0 0 0,-1-8 0 0 0,-3 5 200 0 0,-11-25-24 0 0,11 25 681 0 0,-3 3-756 0 0,-20-18-32 0 0,20 18 860 0 0,-7 5-980 0 0,-43-3-5 0 0,43 3 258 0 0,-2 10-297 0 0,-48 28 11 0 0,48-27 10 0 0,9-4 20 0 0,-22 21 18 0 0,22-20-50 0 0,2-1-18 0 0,-15 18-9 0 0,15-18 160 0 0,1 2-210 0 0,-15 24 8 0 0,15-24 140 0 0,15 2-183 0 0,36 28-6 0 0,-35-28-13 0 0,-6-10-28 0 0,0 0 25 0 0,0 0 0 0 0,-1 1 0 0 0,1 0 0 0 0,0 0 1 0 0,7 2-1 0 0,1 1-16 0 0,-1-2-69 0 0,7-11-417 0 0,59-27 471 0 0,-59 27 255 0 0,-14 3-79 0 0,17-19 2 0 0,-18 19 3181 0 0,-16 34-3081 0 0,-37 90-12 0 0,-22 41 536 0 0,70-158-758 0 0,-35 76 426 0 0,12-25-208 0 0,19-42-187 0 0,-13 28 95 0 0,3-11-87 0 0,10-20-79 0 0,-17 28-479 0 0,17-28 164 0 0,27-25-9153 0 0,71-52 8444 0 0,-37 28-2091 0 0,-50 38-99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5.8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0 231 16 0 0,'0'0'961'0'0,"8"-10"-422"0"0,21-28-4 0 0,-21 28 575 0 0,-5 3-503 0 0,12-21 20 0 0,-12 21 632 0 0,3-1-640 0 0,15-24-21 0 0,-16 24 540 0 0,0 2-610 0 0,13-19-18 0 0,-13 19 957 0 0,4 1-1017 0 0,26-15-9 0 0,-26 15 812 0 0,3 2-840 0 0,33-7-31 0 0,-34 7 1758 0 0,7 15-1872 0 0,53 34 26 0 0,-53-35-37 0 0,-15-3-21 0 0,7 23 20 0 0,-8-24-48 0 0,-2 3-28 0 0,-2 28-22 0 0,2-28 125 0 0,-5 3-136 0 0,-17 38 13 0 0,22-49-151 0 0,-1-1 0 0 0,1 1 0 0 0,-1-1 0 0 0,0 1 0 0 0,0-1 0 0 0,1 1 0 0 0,-1-1 0 0 0,0 1 0 0 0,0-1-1 0 0,-3 3 1 0 0,-18 19 72 0 0,16-18-14 0 0,-3 3-11 0 0,-27 24 11 0 0,27-24-14 0 0,2-2-1 0 0,-21 17 9 0 0,21-17 55 0 0,0-1-71 0 0,-22 14-7 0 0,22-14 3657 0 0,184-1-2468 0 0,-133-1-729 0 0,-28 0-1335 0 0,12-2-4311 0 0,-22-1 4808 0 0,0 0 0 0 0,0 1 0 0 0,0 0 0 0 0,0 0 0 0 0,0 0 0 0 0,6 3 0 0 0,2-1-266 0 0,-2 0-2247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8.0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64 0 40 0 0,'0'0'10412'0'0,"-10"14"-10279"0"0,-33 41-2 0 0,32-41 4000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49.0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0 776 0 0,'0'0'7509'0'0,"40"3"-6817"0"0,123 10-16 0 0,-123-10-7 0 0,-36-3-558 0 0,-1 0 0 0 0,1 0 0 0 0,0 0 0 0 0,-1 1 0 0 0,1-1 0 0 0,0 1 0 0 0,4 1 0 0 0,-1 0 205 0 0,0 0 1 0 0,1-1-1 0 0,-1 0 1 0 0,1-1 0 0 0,0 1-1 0 0,7-2 1 0 0,64 3 263 0 0,-47-1-13 0 0,34 7 515 0 0,-15-8-381 0 0,-37 0-540 0 0,1 0 0 0 0,-1 0-1 0 0,20 4 1 0 0,26 2 224 0 0,-45-4-35 0 0,5-1-25 0 0,59 1-29 0 0,-43 0-5 0 0,26 5-18 0 0,-30-2-33 0 0,61 18 195 0 0,-4-5-66 0 0,-2-2-66 0 0,2-1-59 0 0,5 0-30 0 0,-1-4 1 0 0,7-2-26 0 0,-2 0 4 0 0,44 4-15 0 0,-109-12-85 0 0,85-4 106 0 0,-100 2-165 0 0,56 1 129 0 0,23 4 50 0 0,5 2 5 0 0,14 4-12 0 0,-97-7-169 0 0,-4-1 22 0 0,0 0 0 0 0,29-1 0 0 0,52 2 143 0 0,-2 2-23 0 0,4-1-32 0 0,-20-1-10 0 0,-54-1-91 0 0,41-4 0 0 0,-37 1-29 0 0,12-1 30 0 0,56-6 33 0 0,-8-2 21 0 0,-68 6-92 0 0,-10 1-3 0 0,1 2 1 0 0,0-1 0 0 0,-1 1-1 0 0,13 1 1 0 0,50-2 2 0 0,-58 2-64 0 0,-1-2-432 0 0,4-1 338 0 0,8-1 45 0 0,3 3-2872 0 0,-18-2 2401 0 0,30-10-83 0 0,-31 10-119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50.9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246 1 220 0 0,'0'0'12844'0'0,"-7"21"-12409"0"0,-20 62-24 0 0,-10 41 920 0 0,32-112-1184 0 0,-9 23 149 0 0,-3-2 37 0 0,13-22-263 0 0,-18 29 257 0 0,15-30-272 0 0,-15 30 200 0 0,-1 10 17 0 0,9-20-164 0 0,10-22-24 0 0,0 1 0 0 0,-11 25-7 0 0,11-25 59 0 0,1-1-76 0 0,-10 22-8 0 0,10-22 207 0 0,6-35-326 0 0,11-79 53 0 0,-10 80 4 0 0,-2 15 11 0 0,0-1-2 0 0,-1 7-1 0 0,-1 0 0 0 0,2 0 0 0 0,-1-1 0 0 0,0 1 0 0 0,1 0 0 0 0,0 0 0 0 0,3-5 0 0 0,8-20-8 0 0,-10 23 5 0 0,2-3-7 0 0,15-30-26 0 0,-15 31 4 0 0,1 1 6 0 0,16-24 18 0 0,-12 19-14 0 0,0 0 0 0 0,0 1 0 0 0,21-17-1 0 0,-24 22 34 0 0,-1 1-19 0 0,3 2 0 0 0,27-16 6 0 0,-27 16 70 0 0,2 0-46 0 0,33-8-2 0 0,-33 8 314 0 0,3 3-281 0 0,2-1-28 0 0,37-2 345 0 0,-38 11-344 0 0,60 26 194 0 0,-71-26-174 0 0,16 20-27 0 0,-15-21 162 0 0,-15 9-175 0 0,-33 42 0 0 0,32-42-3 0 0,2-8-38 0 0,-26 19 37 0 0,26-19-17 0 0,1-2 11 0 0,-27 16-11 0 0,27-16 3 0 0,0-1-11 0 0,-21 14 14 0 0,21-13 15 0 0,0-1-42 0 0,-27 14 9 0 0,27-13 264 0 0,23 5-173 0 0,45 32 1 0 0,-46-31 290 0 0,-9-4-301 0 0,12 21 5 0 0,-13-21 93 0 0,-3-3-136 0 0,0 0 0 0 0,0-1-1 0 0,1 1 1 0 0,-1 0 0 0 0,1-1-1 0 0,3 5 1 0 0,0 1 5 0 0,-2-2 133 0 0,7 20-80 0 0,5 1 68 0 0,-2 1-112 0 0,-10-22 89 0 0,3-1-109 0 0,16 21 2 0 0,-16-20 42 0 0,0-1-27 0 0,16 18-12 0 0,-16-18 342 0 0,-14-31-3270 0 0,-23-74 2793 0 0,23 74 11 0 0,3 16-7 0 0,-16-24 10 0 0,15 25 12 0 0,2 2 12 0 0,-13-19 0 0 0,13 19 13 0 0,-3 0-32 0 0,-18-20 40 0 0,18 20 5 0 0,-1 0-140 0 0,-26-15 185 0 0,25 15 32 0 0,2 1-6 0 0,-21-17-2 0 0,20 17 198 0 0,2-2-169 0 0,-20-17-5 0 0,20 18 112 0 0,1 0-146 0 0,-15-20 5 0 0,15 20 426 0 0,-2 1-396 0 0,-21-16-1 0 0,20 16 33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6:58.2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24 106 280 0 0,'0'0'15456'0'0,"-4"-18"-15501"0"0,-11-52 41 0 0,11 52-4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35.7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847 96 96 0 0,'-27'-18'3726'0'0,"11"7"-2076"0"0,0 1-1 0 0,0 1 1 0 0,-24-10 0 0 0,25 13-1265 0 0,0 1-1 0 0,0 0 1 0 0,-1 1 0 0 0,0 1-1 0 0,0 1 1 0 0,0 0 0 0 0,0 1 0 0 0,-1 0-1 0 0,1 2 1 0 0,-21 2 0 0 0,3 4 121 0 0,9-2 114 0 0,0 1 1 0 0,0 1-1 0 0,-47 20 1 0 0,-48 42 1215 0 0,75-37-1223 0 0,16-7-263 0 0,16-13-169 0 0,0 0-1 0 0,1 1 1 0 0,0 1 0 0 0,1 0-1 0 0,1 1 1 0 0,-17 31 0 0 0,15-21-11 0 0,-21 48 257 0 0,29-64-394 0 0,1 0 1 0 0,0 1-1 0 0,0-1 0 0 0,1 1 1 0 0,1-1-1 0 0,0 1 0 0 0,0-1 0 0 0,1 1 1 0 0,0 0-1 0 0,0 0 0 0 0,1-1 1 0 0,1 1-1 0 0,-1-1 0 0 0,2 1 1 0 0,-1-1-1 0 0,1 0 0 0 0,7 16 0 0 0,0-9-13 0 0,0 1-1 0 0,0-2 0 0 0,2 1 1 0 0,0-2-1 0 0,0 0 0 0 0,25 21 1 0 0,-16-17 0 0 0,32 19 0 0 0,-1 0-6 0 0,-32-24-18 0 0,0-1 1 0 0,1-1-1 0 0,0-1 1 0 0,0-1 0 0 0,29 9-1 0 0,-11-4 0 0 0,-19-8 3 0 0,1-1 0 0 0,-1 0 0 0 0,1-2 1 0 0,0 0-1 0 0,29-1 0 0 0,-35-1 0 0 0,1 0 0 0 0,0-1 1 0 0,0-1-1 0 0,-1 0 0 0 0,1-1 1 0 0,-1-1-1 0 0,1-1 0 0 0,-1 0 1 0 0,0-1-1 0 0,0 0 0 0 0,23-13 1 0 0,-32 15-1 0 0,22-11 13 0 0,-1-2 0 0 0,-1-1-1 0 0,0-2 1 0 0,-1 0 0 0 0,-1-2-1 0 0,28-31 1 0 0,-37 36 8 0 0,-1-1 1 0 0,0 0-1 0 0,-2-1 1 0 0,15-26-1 0 0,-21 32-15 0 0,0-1 0 0 0,-1 0 0 0 0,0 0 0 0 0,-1-1 0 0 0,0 1 0 0 0,-1-1 0 0 0,2-27 0 0 0,-3 11 1 0 0,0 8-9 0 0,-2-1 0 0 0,0 0 0 0 0,-4-28 0 0 0,-1 12 1 0 0,4 27-6 0 0,0 0-1 0 0,-1-1 0 0 0,0 1 1 0 0,-1 0-1 0 0,-1 0 1 0 0,0 0-1 0 0,-7-15 0 0 0,7 20-9 0 0,0 1-98 0 0,1-1 0 0 0,-2 0 0 0 0,1 1-1 0 0,-1 0 1 0 0,1 0 0 0 0,-2 0 0 0 0,1 1 0 0 0,-1 0 0 0 0,1 0 0 0 0,-1 0-1 0 0,-13-7 1 0 0,5 6-268 0 0,0 0 0 0 0,0 1 0 0 0,-1 1 0 0 0,0 0-1 0 0,-28-3 1 0 0,-77 2-2934 0 0,62 4 659 0 0,3 4-4015 0 0,32-1 2831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36.2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422 35 684 0 0,'11'-25'4572'0'0,"-10"18"-3802"0"0,-1 4-146 0 0,-1 7 3154 0 0,-79 244 395 0 0,-52 208 244 0 0,58-108-2135 0 0,59-270-1883 0 0,-43 277 1119 0 0,27-82-396 0 0,21-185-759 0 0,-6 24-77 0 0,1-5-3707 0 0,15-103 1422 0 0,-1 1 3373 0 0,8-57-18988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37.2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1 468 0 0,'0'0'17508'0'0,"11"3"-17304"0"0,60 12 404 0 0,-31-7-229 0 0,78 12 628 0 0,-65-13-688 0 0,-32-3-187 0 0,33 0 1 0 0,-50-4-120 0 0,0 0-21 0 0,15 0-36 0 0,-15 0-45 0 0,8 3-30 0 0,-14-19-9023 0 0,1 12 6989 0 0,-2 1-1337 0 0,-11-13 268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37.6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66 24 72 0 0,'-14'-5'-623'0'0,"-17"-6"9455"0"0,10 4-563 0 0,31 10-7791 0 0,74 21 1471 0 0,-31-7-661 0 0,-33-11-1012 0 0,1 0-1 0 0,0-1 0 0 0,35 3 1 0 0,-40-7-342 0 0,71 9-4004 0 0,-84-10 2899 0 0,1 1-336 0 0,0-1 754 0 0,3 1-353 0 0,0 1-4231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38.2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205 44 640 0 0,'17'-44'9046'0'0,"-16"50"-8440"0"0,0 14-72 0 0,-1 0 1 0 0,0 0 0 0 0,-1 0-1 0 0,-5 23 1 0 0,-21 86 1338 0 0,10-51-975 0 0,-30 114 827 0 0,13-70-808 0 0,-9 29-30 0 0,-1-17-1759 0 0,40-123 944 0 0,22-79-15693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38.8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263 25 680 0 0,'3'-1'711'0'0,"22"-9"624"0"0,-23 9-738 0 0,1 0-51 0 0,10-6-37 0 0,-10 6-63 0 0,-2 0-330 0 0,-1 1 1 0 0,1 0-1 0 0,0-1 1 0 0,0 1-1 0 0,-1-1 0 0 0,1 1 1 0 0,0 0-1 0 0,0 0 1 0 0,0 0-1 0 0,-1-1 1 0 0,1 1-1 0 0,0 0 0 0 0,0 0 1 0 0,0 0-1 0 0,0 0 1 0 0,-1 0-1 0 0,1 1 1 0 0,0-1-1 0 0,0 0 0 0 0,0 0 1 0 0,-1 0-1 0 0,1 1 1 0 0,0-1-1 0 0,1 1 1 0 0,15 4 800 0 0,-12-3-622 0 0,-5 0 126 0 0,0-1-380 0 0,0 0 1 0 0,0-1-1 0 0,0 1 0 0 0,0 0 1 0 0,0 0-1 0 0,0-1 1 0 0,0 1-1 0 0,0 0 1 0 0,0 0-1 0 0,0-1 1 0 0,0 1-1 0 0,0 0 0 0 0,0-1 1 0 0,-1 1-1 0 0,1 0 1 0 0,0-1-1 0 0,-1 1 1 0 0,1 0-1 0 0,0-1 1 0 0,-1 1-1 0 0,1 0 0 0 0,-2 0 1 0 0,-8 8 118 0 0,-1-1 1 0 0,0 0-1 0 0,0-1 1 0 0,-1-1-1 0 0,-25 11 1 0 0,0-2 127 0 0,-96 31 907 0 0,114-40-935 0 0,-21 2 342 0 0,37-8-296 0 0,-16 4 230 0 0,16 1-345 0 0,3-5-181 0 0,0 0 1 0 0,-1 0-1 0 0,1 1 0 0 0,0-1 1 0 0,0 0-1 0 0,-1 0 0 0 0,1 0 1 0 0,0 1-1 0 0,0-1 0 0 0,0 0 0 0 0,0 0 1 0 0,-1 1-1 0 0,1-1 0 0 0,0 0 1 0 0,0 1-1 0 0,0-1 0 0 0,0 0 1 0 0,0 0-1 0 0,0 1 0 0 0,0-1 1 0 0,0 0-1 0 0,0 1 0 0 0,0-1 1 0 0,0 0-1 0 0,0 1 0 0 0,0-1 1 0 0,0 0-1 0 0,0 1 0 0 0,0-1 0 0 0,0 0 1 0 0,0 0-1 0 0,0 1 0 0 0,0-1 1 0 0,1 0-1 0 0,-1 1 0 0 0,13 24 606 0 0,19 27 0 0 0,-16-27-153 0 0,-5-7 61 0 0,-1 0 0 0 0,-1 2-1 0 0,10 25 1 0 0,22 62 1572 0 0,-30-86-1723 0 0,-9-18-305 0 0,0 0 1 0 0,0 0 0 0 0,-1 0 0 0 0,1 1 0 0 0,-1-1-1 0 0,0 1 1 0 0,0-1 0 0 0,1 6 0 0 0,8 19 408 0 0,-6-18-359 0 0,-3-8 63 0 0,2 4-110 0 0,2 4-299 0 0,5-11-8943 0 0,2-6 8273 0 0,-3-3-4428 0 0,-1 0 1315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54.5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 1 1200 0 0,'0'0'8088'0'0,"-3"3"-7560"0"0,-12 8-58 0 0,12-8 982 0 0,3-2-1406 0 0,0 1-1 0 0,1-1 1 0 0,-1 0 0 0 0,1 0 0 0 0,-1 1-1 0 0,1-1 1 0 0,-1 0 0 0 0,1 0 0 0 0,0 0-1 0 0,0 0 1 0 0,-1 0 0 0 0,1 0 0 0 0,0 0-1 0 0,0 0 1 0 0,0 0 0 0 0,0 0 0 0 0,0 0-1 0 0,0 0 1 0 0,0-1 0 0 0,1 1 0 0 0,-1 0-1 0 0,0-1 1 0 0,0 1 0 0 0,1-1 0 0 0,-1 0-1 0 0,0 1 1 0 0,0-1 0 0 0,1 0 0 0 0,-1 0-1 0 0,0 0 1 0 0,1 1 0 0 0,-1-1 0 0 0,0-1-1 0 0,3 1 1 0 0,0 0-331 0 0,1-1-119 0 0,27-7-771 0 0,22-12-5488 0 0,-38 12 3955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55.1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289 190 672 0 0,'6'-10'818'0'0,"-1"-1"0"0"0,0 0 0 0 0,0 0 0 0 0,-1 0 0 0 0,-1 0 0 0 0,0 0 0 0 0,0-1 0 0 0,-1 1 0 0 0,1-22-1 0 0,-3 31-456 0 0,-3-3-154 0 0,0 0 1 0 0,0 1-1 0 0,0 0 0 0 0,0 0 0 0 0,-1 0 0 0 0,-4-4 0 0 0,3 5-100 0 0,0 1-1 0 0,-1-1 1 0 0,1 1-1 0 0,-1 0 1 0 0,0 1-1 0 0,0-1 1 0 0,-10 0-1 0 0,7 0 4 0 0,7 1-90 0 0,0 1-1 0 0,0-1 0 0 0,0 1 0 0 0,0 0 1 0 0,0 0-1 0 0,0 0 0 0 0,-1 0 1 0 0,1 0-1 0 0,0 0 0 0 0,0 0 0 0 0,0 0 1 0 0,0 1-1 0 0,0-1 0 0 0,-3 2 1 0 0,-2 1 28 0 0,-2 0 17 0 0,-1 1 1 0 0,1 0-1 0 0,0 1 0 0 0,0 0 0 0 0,0 1 0 0 0,1 0 0 0 0,0 0 0 0 0,0 1 0 0 0,-8 8 0 0 0,10-10-27 0 0,-4 5 19 0 0,1 0 0 0 0,0 1 0 0 0,0-1 0 0 0,1 2 0 0 0,0-1 0 0 0,1 1 0 0 0,1 0 0 0 0,0 1 0 0 0,0 0 0 0 0,1-1 0 0 0,-3 16 0 0 0,7-26-50 0 0,1 0-1 0 0,-1 0 1 0 0,0-1-1 0 0,1 1 1 0 0,0 0 0 0 0,-1 0-1 0 0,1 0 1 0 0,0 0-1 0 0,0 0 1 0 0,0 0-1 0 0,0 0 1 0 0,1 0 0 0 0,-1 0-1 0 0,0 0 1 0 0,1 0-1 0 0,-1 0 1 0 0,1 0-1 0 0,0-1 1 0 0,0 1-1 0 0,0 0 1 0 0,0 0 0 0 0,0-1-1 0 0,0 1 1 0 0,0 0-1 0 0,0-1 1 0 0,1 1-1 0 0,-1-1 1 0 0,0 0 0 0 0,1 1-1 0 0,-1-1 1 0 0,1 0-1 0 0,0 0 1 0 0,-1 0-1 0 0,1 0 1 0 0,0 0-1 0 0,0 0 1 0 0,0-1 0 0 0,-1 1-1 0 0,1-1 1 0 0,0 1-1 0 0,2-1 1 0 0,4 1-2 0 0,0 0 0 0 0,1-1 0 0 0,-1 0 0 0 0,0 0 0 0 0,0-1 0 0 0,0 0 0 0 0,0 0 0 0 0,-1-1 0 0 0,11-4 0 0 0,-6 1 5 0 0,1-1 0 0 0,-1-1-1 0 0,-1 0 1 0 0,1-1-1 0 0,-1 0 1 0 0,-1-1 0 0 0,1 0-1 0 0,-1-1 1 0 0,9-11 0 0 0,35-31 42 0 0,-43 42-3 0 0,4-3 548 0 0,-11 35-392 0 0,-2 1 0 0 0,0 0 1 0 0,-1-1-1 0 0,-1 1 0 0 0,-4 31 0 0 0,-26 121 925 0 0,15-99-625 0 0,-28 125 415 0 0,24-143-656 0 0,13-45-185 0 0,2 1 0 0 0,-1-1 1 0 0,1 1-1 0 0,1 0 0 0 0,-2 29 1 0 0,5-42-80 0 0,0-1-1 0 0,0 0 1 0 0,0 0 0 0 0,0 0 0 0 0,0 0-1 0 0,-1 1 1 0 0,1-1 0 0 0,0 0 0 0 0,1 0 0 0 0,-1 0-1 0 0,0 1 1 0 0,0-1 0 0 0,0 0 0 0 0,0 0 0 0 0,0 0-1 0 0,0 0 1 0 0,0 1 0 0 0,0-1 0 0 0,0 0 0 0 0,0 0-1 0 0,0 0 1 0 0,0 0 0 0 0,0 1 0 0 0,1-1-1 0 0,-1 0 1 0 0,0 0 0 0 0,0 0 0 0 0,0 0 0 0 0,0 0-1 0 0,0 0 1 0 0,1 1 0 0 0,-1-1 0 0 0,0 0 0 0 0,0 0-1 0 0,0 0 1 0 0,0 0 0 0 0,1 0 0 0 0,-1 0 0 0 0,0 0-1 0 0,0 0 1 0 0,0 0 0 0 0,0 0 0 0 0,1 0-1 0 0,-1 0 1 0 0,0 0 0 0 0,0 0 0 0 0,0 0 0 0 0,1 0-1 0 0,11-7-5 0 0,15-20-7 0 0,-25 25 10 0 0,16-20-47 0 0,-1 0 0 0 0,18-30 0 0 0,-13 19 9 0 0,19-26-102 0 0,84-111-37 0 0,-108 152 19 0 0,0 0 0 0 0,1 0 1 0 0,1 2-1 0 0,0 0 0 0 0,2 1 1 0 0,28-16-1 0 0,-8 7-1145 0 0,-39 23 741 0 0,2 0-64 0 0,37 1-3617 0 0,-36 1 2273 0 0,-3 0-1280 0 0,13 7 247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55.5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1 106 196 0 0,'0'0'6723'0'0,"2"-5"-6183"0"0,4-4-275 0 0,0 0 1 0 0,0 1 0 0 0,1 0 0 0 0,0 0-1 0 0,1 0 1 0 0,-1 1 0 0 0,1 0 0 0 0,1 1-1 0 0,-1 0 1 0 0,1 0 0 0 0,12-6 0 0 0,-19 11-92 0 0,1 0-12 0 0,10-2 14 0 0,-10 2 272 0 0,0 4-156 0 0,-1 1-190 0 0,0 1 0 0 0,0-1-1 0 0,0 1 1 0 0,-1 0 0 0 0,1 0-1 0 0,-1 0 1 0 0,0 0 0 0 0,-1 0-1 0 0,1 0 1 0 0,-1 0-1 0 0,0 0 1 0 0,0 0 0 0 0,-2 9-1 0 0,-2 14 454 0 0,-8 31-1 0 0,11-54-473 0 0,-19 67 752 0 0,-37 88 1 0 0,37-112-3739 0 0,19-45 1628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55.8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12 1548 0 0,'0'0'5505'0'0,"4"0"-4239"0"0,13 0-77 0 0,-13 0 4007 0 0,-1 1-5510 0 0,-2 0-5 0 0,1 0 0 0 0,0 0 0 0 0,-1 0-1 0 0,1 0 1 0 0,0-1 0 0 0,0 1 0 0 0,-1-1 0 0 0,1 1 0 0 0,0-1 0 0 0,0 0 0 0 0,2 1-1 0 0,1-2-193 0 0,-1 1 0 0 0,1-1 0 0 0,0 0 0 0 0,-1 0 0 0 0,1-1-1 0 0,3-1 1 0 0,-1 0-812 0 0,14-6-1850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56.2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502 191 612 0 0,'-1'-12'844'0'0,"0"0"1"0"0,-1 1-1 0 0,-1 0 0 0 0,0-1 1 0 0,-5-13-1 0 0,-4-14 1101 0 0,11 35-1821 0 0,-1 1 0 0 0,1-1 0 0 0,0 0 0 0 0,-1 1 0 0 0,0-1 0 0 0,0 1 0 0 0,0 0 0 0 0,0-1 0 0 0,-1 1 0 0 0,1 0 0 0 0,-1 0 0 0 0,1 1 0 0 0,-1-1 0 0 0,0 1 0 0 0,0-1 0 0 0,-1 1 0 0 0,1 0-1 0 0,0 0 1 0 0,-1 0 0 0 0,1 0 0 0 0,-1 1 0 0 0,1 0 0 0 0,-1-1 0 0 0,0 1 0 0 0,0 1 0 0 0,0-1 0 0 0,1 0 0 0 0,-1 1 0 0 0,0 0 0 0 0,0 0 0 0 0,-7 1 0 0 0,-11 2 84 0 0,0 2 1 0 0,0 0-1 0 0,1 2 1 0 0,0 0-1 0 0,0 1 1 0 0,-35 21-1 0 0,-37 38 624 0 0,80-57-665 0 0,1 1-1 0 0,1 0 1 0 0,0 1-1 0 0,1 1 1 0 0,-11 16 0 0 0,8 1 100 0 0,12-28-244 0 0,1 0 0 0 0,-1-1 1 0 0,1 1-1 0 0,-1 0 1 0 0,1 0-1 0 0,0 0 1 0 0,0 0-1 0 0,0 0 1 0 0,0 0-1 0 0,0 0 0 0 0,1 0 1 0 0,-1 0-1 0 0,1 0 1 0 0,-1 0-1 0 0,1 0 1 0 0,0 0-1 0 0,0 2 0 0 0,1-1-12 0 0,0-1 0 0 0,0 1 0 0 0,-1-1 0 0 0,1 0 0 0 0,1 0 0 0 0,-1 1 0 0 0,0-1 0 0 0,0 0 0 0 0,1-1 0 0 0,-1 1 0 0 0,1 0 0 0 0,0-1 0 0 0,-1 0 0 0 0,1 1 0 0 0,0-1 0 0 0,0 0 0 0 0,0 0 0 0 0,0-1 0 0 0,4 2 0 0 0,5-3-24 0 0,-1 0 0 0 0,0 0 0 0 0,0-1 0 0 0,12-4 0 0 0,-17 5 12 0 0,12-4-14 0 0,-1-1 1 0 0,0-1 0 0 0,0 0-1 0 0,0-1 1 0 0,-1-1 0 0 0,0-1-1 0 0,16-12 1 0 0,34-20-43 0 0,-43 28 48 0 0,37-31 0 0 0,-11 7 16 0 0,-49 38 5 0 0,1 0 0 0 0,-1 0-1 0 0,0-1 1 0 0,0 1 0 0 0,1 0 0 0 0,-1 0 0 0 0,0 0 0 0 0,1 0-1 0 0,-1 0 1 0 0,0 0 0 0 0,0 0 0 0 0,1 0 0 0 0,-1-1-1 0 0,0 1 1 0 0,1 0 0 0 0,-1 0 0 0 0,0 0 0 0 0,1 0-1 0 0,-1 0 1 0 0,0 1 0 0 0,1-1 0 0 0,-1 0 0 0 0,0 0-1 0 0,0 0 1 0 0,1 0 0 0 0,-1 0 0 0 0,0 0 0 0 0,1 0-1 0 0,-1 1 1 0 0,0-1 0 0 0,0 0 0 0 0,1 0 0 0 0,-1 0-1 0 0,0 1 1 0 0,0-1 0 0 0,1 0 0 0 0,-1 0 0 0 0,0 1-1 0 0,0-1 1 0 0,0 0 0 0 0,0 0 0 0 0,0 1 0 0 0,1-1-1 0 0,-1 0 1 0 0,0 1 0 0 0,4 13 102 0 0,-4-13-82 0 0,0 4 36 0 0,1 1-1 0 0,-2 0 1 0 0,1 0-1 0 0,0-1 1 0 0,-1 1-1 0 0,0 0 0 0 0,-1-1 1 0 0,-2 9-1 0 0,0-2 29 0 0,-18 53 574 0 0,-33 69 0 0 0,5-15 180 0 0,-48 108 633 0 0,19-47-432 0 0,65-149-889 0 0,6-13-5 0 0,1 1 1 0 0,-9 34-1 0 0,1-9 12 0 0,-3 9-82 0 0,17-49-112 0 0,0-1 0 0 0,0 0 0 0 0,1 1 1 0 0,-1-1-1 0 0,1 0 0 0 0,0 1 0 0 0,0-1 1 0 0,1 0-1 0 0,-1 1 0 0 0,1-1 0 0 0,-1 0 1 0 0,3 6-1 0 0,-2-8-119 0 0,-1 0 130 0 0,0-1-1 0 0,0 1 1 0 0,0-1-1 0 0,0 1 1 0 0,0-1-1 0 0,1 1 1 0 0,-1-1-1 0 0,0 0 1 0 0,0 1 0 0 0,1-1-1 0 0,-1 1 1 0 0,0-1-1 0 0,1 0 1 0 0,-1 1-1 0 0,0-1 1 0 0,1 0-1 0 0,-1 1 1 0 0,1-1-1 0 0,-1 0 1 0 0,1 0-1 0 0,-1 0 1 0 0,0 1-1 0 0,1-1 1 0 0,-1 0-1 0 0,1 0 1 0 0,-1 0-1 0 0,1 0 1 0 0,-1 0-1 0 0,1 0 1 0 0,-1 0-1 0 0,1 0 1 0 0,-1 0-1 0 0,1 0 1 0 0,-1 0 0 0 0,1 0-1 0 0,-1 0 1 0 0,0 0-1 0 0,1 0 1 0 0,-1 0-1 0 0,2-1 1 0 0,8-3-53 0 0,0 0-1 0 0,0 0 1 0 0,0-1 0 0 0,0 0 0 0 0,-1-1 0 0 0,16-13 0 0 0,55-51-296 0 0,-77 68 357 0 0,255-257-1144 0 0,-201 203 562 0 0,63-54-1339 0 0,-100 93 1216 0 0,1 2 0 0 0,1 0 1 0 0,0 1-1 0 0,28-12 0 0 0,26-12-4007 0 0,-73 37 3071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56.5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32 0 0,'25'24'1319'0'0,"-23"-23"-852"0"0,1 0-30 0 0,3 0-37 0 0,1 0 1 0 0,-1 0-1 0 0,1 0 1 0 0,-1-1-1 0 0,0 0 0 0 0,11-1 1 0 0,46-8 1912 0 0,-37 5-1619 0 0,-14 2-312 0 0,-1 1-1 0 0,1 0 1 0 0,-1 1-1 0 0,1 0 0 0 0,-1 1 1 0 0,1 1-1 0 0,21 4 0 0 0,-28-4-92 0 0,23 8 517 0 0,-27-10-748 0 0,0 1 0 0 0,0-1 1 0 0,0 1-1 0 0,0-1 0 0 0,0 1 1 0 0,0 0-1 0 0,0 0 0 0 0,-1-1 1 0 0,1 1-1 0 0,0 0 1 0 0,-1 0-1 0 0,1 0 0 0 0,0 0 1 0 0,-1-1-1 0 0,1 1 0 0 0,-1 0 1 0 0,0 0-1 0 0,1 0 0 0 0,-1 0 1 0 0,0 1-1 0 0,1-1 0 0 0,-1 0 1 0 0,0 0-1 0 0,0 0 1 0 0,0 0-1 0 0,0 0 0 0 0,0 2 1 0 0,-2 6 76 0 0,-1 0 1 0 0,0 0-1 0 0,-1 0 1 0 0,1 0 0 0 0,-2 0-1 0 0,1-1 1 0 0,-1 0-1 0 0,-1 0 1 0 0,1 0 0 0 0,-12 11-1 0 0,-13 13 306 0 0,-35 28-1 0 0,43-41-265 0 0,-18 15 155 0 0,25-22-115 0 0,1 0 0 0 0,0 1 1 0 0,-23 28-1 0 0,37-40-198 0 0,-1-1-1 0 0,0 1 1 0 0,1 0-1 0 0,-1 0 1 0 0,1 0 0 0 0,-1-1-1 0 0,1 1 1 0 0,0 0 0 0 0,-1 0-1 0 0,1 0 1 0 0,0 0-1 0 0,0 0 1 0 0,0 0 0 0 0,-1 0-1 0 0,1 0 1 0 0,0 0 0 0 0,0 0-1 0 0,0 0 1 0 0,1 0-1 0 0,-1-1 1 0 0,0 1 0 0 0,0 0-1 0 0,0 0 1 0 0,1 0 0 0 0,0 2-1 0 0,0-2 10 0 0,0 1 0 0 0,1 0 0 0 0,-1-1-1 0 0,0 1 1 0 0,1-1 0 0 0,0 1 0 0 0,-1-1 0 0 0,1 1-1 0 0,0-1 1 0 0,4 2 0 0 0,3 1 79 0 0,1 0 1 0 0,0 0-1 0 0,16 3 0 0 0,114 17 614 0 0,-35-7-390 0 0,-18-7-454 0 0,-12 0-776 0 0,-54-7-215 0 0,0 0-1 0 0,33-1 1 0 0,7-4-6567 0 0,-34-1 3349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57.3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16 156 0 0,'0'0'8371'0'0,"10"-2"-7536"0"0,1-1-379 0 0,8-2-252 0 0,1 4 7368 0 0,-25 6-7570 0 0,1 0-8 0 0,2-3 4 0 0,1 0 0 0 0,-1 0-1 0 0,1-1 1 0 0,-1 1 0 0 0,1 0 0 0 0,-1-1 0 0 0,0 1-1 0 0,0-1 1 0 0,0 0 0 0 0,-2 2 8 0 0,16 0-3 0 0,0 1 5 0 0,0-2 0 0 0,0 0 1 0 0,0 0-1 0 0,0-1 1 0 0,25-1-1 0 0,-18 1 21 0 0,219-3 411 0 0,-167 1-338 0 0,160 2 163 0 0,-73 0-86 0 0,237-8 195 0 0,611-31 204 0 0,-430 35-372 0 0,-486 5-186 0 0,364 20-474 0 0,-154 7-3263 0 0,-297-29 2856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7:58.4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266 78 816 0 0,'0'0'2360'0'0,"-2"8"-1607"0"0,-12 86 1127 0 0,8-44-776 0 0,-2 1 0 0 0,-24 77 1 0 0,7-59 212 0 0,-43 86 0 0 0,-14 24 352 0 0,55-132-1023 0 0,26-38-513 0 0,1-8-128 0 0,0-1 1 0 0,0 0-1 0 0,0 0 1 0 0,0 0-1 0 0,0 0 0 0 0,0 0 1 0 0,0 0-1 0 0,0 1 1 0 0,0-1-1 0 0,0 0 1 0 0,0 0-1 0 0,0 0 0 0 0,1 0 1 0 0,-1 0-1 0 0,0 0 1 0 0,0 0-1 0 0,0 0 1 0 0,0 0-1 0 0,0 1 0 0 0,0-1 1 0 0,0 0-1 0 0,1 0 1 0 0,-1 0-1 0 0,0 0 1 0 0,0 0-1 0 0,0 0 0 0 0,0 0 1 0 0,0 0-1 0 0,1 0 1 0 0,-1 0-1 0 0,0 0 1 0 0,0 0-1 0 0,0 0 0 0 0,0 0 1 0 0,0 0-1 0 0,0 0 1 0 0,1 0-1 0 0,-1 0 1 0 0,0 0-1 0 0,0 0 0 0 0,0 0 1 0 0,0-1-1 0 0,0 1 1 0 0,0 0-1 0 0,1 0 0 0 0,-1 0 1 0 0,0 0-1 0 0,0 0 1 0 0,0 0-1 0 0,0 0 1 0 0,0 0-1 0 0,0 0 0 0 0,0-1 1 0 0,0 1-1 0 0,0 0 1 0 0,1 0-1 0 0,-1 0 1 0 0,0 0-1 0 0,7-10 5 0 0,0 1 0 0 0,0-1 0 0 0,-1 0 0 0 0,0 0 0 0 0,-1-1 0 0 0,0 0 1 0 0,-1 0-1 0 0,5-14 0 0 0,22-115 110 0 0,-20 86-56 0 0,-1-17 8 0 0,-8 51-62 0 0,1 0 1 0 0,1 1 0 0 0,11-37-1 0 0,-4 23-9 0 0,-8 22 2 0 0,0 1 1 0 0,10-19 0 0 0,-2 8 2 0 0,2 1 1 0 0,0 0-1 0 0,1 1 1 0 0,26-26-1 0 0,-20 25 8 0 0,2 1 0 0 0,0 1 0 0 0,1 1 0 0 0,1 1 0 0 0,0 1 0 0 0,44-19 0 0 0,-53 28-3 0 0,1 0 0 0 0,-1 1-1 0 0,1 0 1 0 0,0 1 0 0 0,1 1-1 0 0,-1 1 1 0 0,17-1 0 0 0,-29 3-6 0 0,0 0 0 0 0,0 1 0 0 0,0-1 0 0 0,0 1 1 0 0,0 0-1 0 0,0 0 0 0 0,-1 1 0 0 0,1-1 0 0 0,0 1 1 0 0,-1-1-1 0 0,1 1 0 0 0,-1 0 0 0 0,0 1 0 0 0,0-1 0 0 0,1 1 1 0 0,-2-1-1 0 0,1 1 0 0 0,0 0 0 0 0,0 0 0 0 0,-1 0 1 0 0,0 0-1 0 0,1 1 0 0 0,-1-1 0 0 0,-1 0 0 0 0,1 1 0 0 0,2 5 1 0 0,0 3 25 0 0,0 0 0 0 0,-1 1 1 0 0,0-1-1 0 0,0 1 0 0 0,-2 0 1 0 0,1 18-1 0 0,-2-14 1 0 0,-1 0 0 0 0,-1 0-1 0 0,-1 0 1 0 0,0-1 0 0 0,-1 1 0 0 0,0-1-1 0 0,-2 0 1 0 0,0 0 0 0 0,-1-1 0 0 0,0 0-1 0 0,-13 19 1 0 0,5-11 18 0 0,-2 0 0 0 0,-1-1 0 0 0,0 0 0 0 0,-2-2 0 0 0,-43 36 0 0 0,39-40-30 0 0,0 0-1 0 0,-1-1 0 0 0,-1-2 0 0 0,-28 11 0 0 0,44-21-36 0 0,0 0-1 0 0,0 0 0 0 0,-1-1 0 0 0,1 0 1 0 0,-1-1-1 0 0,1-1 0 0 0,-1 1 0 0 0,1-2 1 0 0,-1 1-1 0 0,-15-4 0 0 0,20 3-9 0 0,1-1-1 0 0,0 1 1 0 0,0-1 0 0 0,0 0-1 0 0,0 0 1 0 0,0-1 0 0 0,0 1-1 0 0,0-1 1 0 0,-7-7 0 0 0,9 8 7 0 0,0-1 1 0 0,1 0-1 0 0,0 0 1 0 0,-1 0-1 0 0,1 0 1 0 0,1 0-1 0 0,-1 0 1 0 0,0 0 0 0 0,1-1-1 0 0,-1 1 1 0 0,1-1-1 0 0,0 1 1 0 0,0-1-1 0 0,0 1 1 0 0,0-8-1 0 0,1 8 9 0 0,0 0 0 0 0,0 1-1 0 0,0-1 1 0 0,0 0 0 0 0,0 0-1 0 0,1 0 1 0 0,-1 0 0 0 0,1 0-1 0 0,0 0 1 0 0,0 1 0 0 0,0-1-1 0 0,0 0 1 0 0,0 1 0 0 0,1-1-1 0 0,-1 1 1 0 0,1-1 0 0 0,-1 1-1 0 0,1-1 1 0 0,0 1 0 0 0,0 0-1 0 0,0 0 1 0 0,0 0 0 0 0,1 0-1 0 0,-1 1 1 0 0,1-1 0 0 0,-1 1-1 0 0,1-1 1 0 0,-1 1 0 0 0,1 0-1 0 0,0 0 1 0 0,-1 0 0 0 0,5-1-1 0 0,18 1 6 0 0,-11 2 27 0 0,0 2 0 0 0,-1 0 0 0 0,1 0 0 0 0,-1 1 0 0 0,1 1 0 0 0,23 11-1 0 0,72 49 378 0 0,-68-37-17 0 0,-1 2 0 0 0,52 53 0 0 0,-46-25 441 0 0,-42-52-604 0 0,1 0 0 0 0,-1 1-1 0 0,-1 0 1 0 0,6 12 0 0 0,2 5 227 0 0,-10-22-361 0 0,10 9 192 0 0,-4-4-234 0 0,-6-6 13 0 0,1 1-34 0 0,24 12 127 0 0,-19-8-147 0 0,38 16 1 0 0,-34-16-8 0 0,1-1 0 0 0,-1 0 0 0 0,1-1 0 0 0,17 3-1 0 0,-26-6-40 0 0,1-1-184 0 0,19 4-1238 0 0,14 15-5772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0.2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1545 1 844 0 0,'-60'52'1509'0'0,"2"3"0"0"0,-59 73 0 0 0,65-61-538 0 0,-31 48 300 0 0,-185 262 1685 0 0,65-117-1353 0 0,-21-16-406 0 0,1-24-269 0 0,71-64-410 0 0,138-140-461 0 0,-32 30 127 0 0,3-15-934 0 0,41-30 443 0 0,11-4-4432 0 0,19-9 4256 0 0,33-12-4402 0 0,-39 17 2693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1.0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436 371 132 0 0,'19'-66'3263'0'0,"21"-129"-1"0"0,-39 192-3131 0 0,-1 0 0 0 0,0 0-1 0 0,0 0 1 0 0,0 1 0 0 0,0-1-1 0 0,0 0 1 0 0,-1 0 0 0 0,1 0-1 0 0,-1 0 1 0 0,0 1 0 0 0,1-1-1 0 0,-1 0 1 0 0,-1 0 0 0 0,1 1-1 0 0,0-1 1 0 0,-1 1 0 0 0,1-1-1 0 0,-1 1 1 0 0,-2-3 0 0 0,-2-1 194 0 0,0 1 0 0 0,-1-1 0 0 0,1 1 0 0 0,-15-7 0 0 0,9 4-237 0 0,10 7-49 0 0,0 0 0 0 0,-1 0 0 0 0,1 0-1 0 0,-1 0 1 0 0,1 1 0 0 0,-1-1 0 0 0,1 1 0 0 0,-1-1 0 0 0,1 1 0 0 0,-4 0 0 0 0,-6-1 141 0 0,5 0-123 0 0,1 0 1 0 0,-1 1 0 0 0,0 0 0 0 0,1 0 0 0 0,-1 0-1 0 0,0 1 1 0 0,1 0 0 0 0,-1 0 0 0 0,1 1-1 0 0,0 0 1 0 0,-1 0 0 0 0,1 1 0 0 0,-10 5-1 0 0,2 0 19 0 0,0 1-1 0 0,0 0 0 0 0,1 1 0 0 0,0 1 0 0 0,-21 22 0 0 0,-49 70 394 0 0,53-64-269 0 0,23-28-118 0 0,0 0-1 0 0,0 0 1 0 0,2 1 0 0 0,-1-1-1 0 0,-5 21 1 0 0,1-6 52 0 0,8-21-117 0 0,1-1 0 0 0,-1 1 0 0 0,1 0-1 0 0,0-1 1 0 0,0 1 0 0 0,1 0 0 0 0,-1 0 0 0 0,1 0 0 0 0,0 0 0 0 0,0 0 0 0 0,1 0-1 0 0,-1-1 1 0 0,1 1 0 0 0,0 0 0 0 0,0 0 0 0 0,1-1 0 0 0,-1 1 0 0 0,1-1 0 0 0,0 1-1 0 0,1-1 1 0 0,-1 0 0 0 0,1 0 0 0 0,0 0 0 0 0,0 0 0 0 0,0 0 0 0 0,0 0 0 0 0,0-1 0 0 0,1 0-1 0 0,0 1 1 0 0,0-1 0 0 0,6 3 0 0 0,-4-3-14 0 0,2 0 0 0 0,-1-1 0 0 0,0 0 0 0 0,0 0 0 0 0,1-1 0 0 0,-1 1 0 0 0,1-2 1 0 0,-1 1-1 0 0,15-2 0 0 0,-5-1 4 0 0,1-1 1 0 0,-1 0-1 0 0,0-2 1 0 0,0 0-1 0 0,0-1 0 0 0,-1 0 1 0 0,0-2-1 0 0,0 0 1 0 0,-1 0-1 0 0,0-2 1 0 0,0 0-1 0 0,-1 0 1 0 0,0-1-1 0 0,-1-1 1 0 0,22-26-1 0 0,-10 8 2 0 0,13-13 63 0 0,-38 42-47 0 0,0 1 0 0 0,0 0-1 0 0,0 0 1 0 0,0 0 0 0 0,1 0 0 0 0,-1 0 0 0 0,0 0 0 0 0,0-1 0 0 0,0 1 0 0 0,0 0 0 0 0,0 0 0 0 0,1 0 0 0 0,-1 0-1 0 0,0 0 1 0 0,0 0 0 0 0,0 0 0 0 0,0 0 0 0 0,1 0 0 0 0,-1 0 0 0 0,0 0 0 0 0,0 0 0 0 0,0 0 0 0 0,0 0 0 0 0,1 0-1 0 0,-1 0 1 0 0,0 0 0 0 0,0 0 0 0 0,0 0 0 0 0,0 0 0 0 0,1 0 0 0 0,-1 0 0 0 0,0 0 0 0 0,0 0 0 0 0,0 0 0 0 0,0 1-1 0 0,0-1 1 0 0,1 0 0 0 0,-1 0 0 0 0,0 0 0 0 0,0 0 0 0 0,0 0 0 0 0,0 0 0 0 0,0 0 0 0 0,0 1 0 0 0,0-1 0 0 0,0 0-1 0 0,1 0 1 0 0,-1 0 0 0 0,0 0 0 0 0,0 1 0 0 0,0-1 0 0 0,0 0 0 0 0,0 0 0 0 0,0 0 0 0 0,0 0 0 0 0,0 0 0 0 0,0 1 0 0 0,0-1-1 0 0,0 0 1 0 0,0 0 0 0 0,0 0 0 0 0,0 0 0 0 0,0 1 0 0 0,0-1 0 0 0,0 0 0 0 0,0 0 0 0 0,0 0 0 0 0,-1 1 0 0 0,0 24 397 0 0,-11 34-446 0 0,11-55 143 0 0,-59 224 578 0 0,21-98-512 0 0,10-43-90 0 0,-6 20 31 0 0,8-31-11 0 0,8 14 86 0 0,10-60-67 0 0,-8 56-1 0 0,17-81-120 0 0,-1-4-11 0 0,1 0 0 0 0,0 1 1 0 0,0-1-1 0 0,0 0 0 0 0,0 1 1 0 0,0-1-1 0 0,0 0 0 0 0,0 1 0 0 0,0-1 1 0 0,0 0-1 0 0,1 1 0 0 0,-1-1 1 0 0,0 0-1 0 0,1 2 0 0 0,0-3-2 0 0,-1 1 0 0 0,0-1 0 0 0,1 0 0 0 0,-1 1 0 0 0,0-1 0 0 0,1 0 0 0 0,-1 0 0 0 0,1 1 0 0 0,-1-1 0 0 0,0 0 0 0 0,1 0 0 0 0,-1 1 0 0 0,1-1 0 0 0,-1 0 0 0 0,1 0 0 0 0,-1 0 0 0 0,1 0 0 0 0,-1 0 0 0 0,1 0 0 0 0,-1 0 0 0 0,1 0 0 0 0,-1 0 0 0 0,0 0 1 0 0,1 0-1 0 0,0 0 0 0 0,3-1-2 0 0,0 0 0 0 0,-1-1 0 0 0,1 1 0 0 0,-1-1 0 0 0,1 0 0 0 0,4-3 1 0 0,-4 2 8 0 0,14-9-1 0 0,6-7 1 0 0,-3-1-2 0 0,6-11 0 0 0,-6 7-3 0 0,115-146 22 0 0,-27 31-40 0 0,-83 107 61 0 0,-8 9-11 0 0,30-30-1 0 0,-22 24 106 0 0,-25 28-48 0 0,5-4-134 0 0,-6 1-1852 0 0,-13 4-4798 0 0,-2 1 5843 0 0,-6-1-3264 0 0,0 0 931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1.8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2078 0 452 0 0,'0'0'4504'0'0,"-11"1"-3686"0"0,-7 1-397 0 0,0 0 1 0 0,1 1-1 0 0,-1 1 0 0 0,-23 8 1 0 0,-455 209 3273 0 0,327-141-3113 0 0,-156 77 879 0 0,-382 246-1 0 0,655-367-1249 0 0,-58 50 0 0 0,99-76-297 0 0,0 2 1 0 0,1-1 0 0 0,0 1-1 0 0,1 1 1 0 0,0 0-1 0 0,1 0 1 0 0,1 0-1 0 0,-6 16 1 0 0,6 15-1027 0 0,7-43 1069 0 0,0 0 0 0 0,0-1 0 0 0,0 1 0 0 0,0 0 0 0 0,0-1 0 0 0,0 1 0 0 0,0 0 0 0 0,0-1-1 0 0,0 1 1 0 0,1 0 0 0 0,-1-1 0 0 0,0 1 0 0 0,1 0 0 0 0,-1-1 0 0 0,0 1 0 0 0,1-1 0 0 0,-1 1 0 0 0,1-1 0 0 0,-1 1 0 0 0,1-1 0 0 0,-1 1 0 0 0,1-1 0 0 0,-1 0 0 0 0,1 1 0 0 0,-1-1 0 0 0,2 1 0 0 0,15 6-747 0 0,-4-8-466 0 0,0-1 0 0 0,0 1 0 0 0,0-2 0 0 0,17-5 0 0 0,15-8-1776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2.3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935 0 484 0 0,'0'0'1857'0'0,"-2"7"-942"0"0,-10 17-205 0 0,0-1 1 0 0,-1-1-1 0 0,-25 30 1 0 0,8-9-102 0 0,15-20-296 0 0,-33 49 1029 0 0,-70 79 0 0 0,-75 79 992 0 0,26-29-565 0 0,-87 68 503 0 0,223-233-1980 0 0,30-35-340 0 0,5-6-5563 0 0,2-3 5279 0 0,29-35-5214 0 0,-20 26 2828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4.0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29 664 0 0,'0'0'4557'0'0,"3"1"-4185"0"0,1 0-28 0 0,1-1 0 0 0,0 0 0 0 0,-1 1 0 0 0,1-2 0 0 0,-1 1 1 0 0,1 0-1 0 0,0-1 0 0 0,-1 0 0 0 0,7-2 0 0 0,38-6 1472 0 0,-19 6-1163 0 0,-13 1-352 0 0,0 0 1 0 0,0 1-1 0 0,24 2 0 0 0,-34-1-205 0 0,0 0 0 0 0,0 0 0 0 0,0 0 0 0 0,10-2 0 0 0,28-1 341 0 0,27 6-89 0 0,14-3-1857 0 0,-82 0 1011 0 0,0 0-99 0 0,11-2-66 0 0,-14 3 641 0 0,-1-1-1 0 0,0 0 1 0 0,1 0 0 0 0,-1 0 0 0 0,0 0 0 0 0,0 0 0 0 0,1 0 0 0 0,-1-1 0 0 0,0 1 0 0 0,0 0 0 0 0,1 0-1 0 0,-1 0 1 0 0,0 0 0 0 0,0 0 0 0 0,1 0 0 0 0,-1 0 0 0 0,0 0 0 0 0,0-1 0 0 0,1 1 0 0 0,-1 0-1 0 0,0 0 1 0 0,0 0 0 0 0,0-1 0 0 0,1 1 0 0 0,-1 0 0 0 0,0 0 0 0 0,0 0 0 0 0,0-1 0 0 0,0 1 0 0 0,0 0-1 0 0,1-1 1 0 0,-1 1 0 0 0,0 0 0 0 0,0 0 0 0 0,0-1 0 0 0,0 1 0 0 0,0 0 0 0 0,0-1 0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4.3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54 14 336 0 0,'-3'-2'609'0'0,"-44"-9"2926"0"0,44 10-149 0 0,15 1-3085 0 0,53 1 317 0 0,-18 2 115 0 0,163 7 1234 0 0,-141-4-1792 0 0,-65-6-329 0 0,0 0-92 0 0,14 1-98 0 0,-14-1-100 0 0,-1 0-3222 0 0,12 0 1089 0 0,-12 0 196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4.8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216 23 388 0 0,'8'-14'2277'0'0,"-8"14"-2091"0"0,1-1 1 0 0,-1 1-1 0 0,0-1 0 0 0,0 1 1 0 0,0-1-1 0 0,0 1 0 0 0,1-1 1 0 0,-1 1-1 0 0,0 0 0 0 0,1-1 1 0 0,-1 1-1 0 0,0 0 0 0 0,1-1 1 0 0,-1 1-1 0 0,0 0 0 0 0,1-1 1 0 0,-1 1-1 0 0,1 0 0 0 0,-1 0 1 0 0,0-1-1 0 0,1 1 0 0 0,-1 0 1 0 0,1 0-1 0 0,-1 0 0 0 0,1 0 1 0 0,-1-1-1 0 0,1 1 0 0 0,-1 0 1 0 0,1 0-1 0 0,-1 0 0 0 0,1 0 1 0 0,1 17 1435 0 0,-12 39-2043 0 0,8-48 1075 0 0,-29 101 313 0 0,12-50-629 0 0,-49 257 997 0 0,53-237-1083 0 0,-29 103 304 0 0,9-42-441 0 0,22-76-2492 0 0,13-62 1530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5.3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374 5 580 0 0,'3'-1'544'0'0,"-2"1"-365"0"0,0-1 1 0 0,0 1-1 0 0,1-1 0 0 0,-1 1 0 0 0,0-1 0 0 0,1 1 1 0 0,-1 0-1 0 0,0 0 0 0 0,1 0 0 0 0,-1-1 1 0 0,1 2-1 0 0,-1-1 0 0 0,0 0 0 0 0,1 0 0 0 0,1 1 1 0 0,-3-1-120 0 0,0 0 1 0 0,1 1 0 0 0,-1-1-1 0 0,0 0 1 0 0,0 1 0 0 0,0-1-1 0 0,0 1 1 0 0,0-1-1 0 0,0 0 1 0 0,0 1 0 0 0,0-1-1 0 0,0 1 1 0 0,0-1 0 0 0,0 0-1 0 0,0 1 1 0 0,0-1 0 0 0,0 1-1 0 0,0-1 1 0 0,0 0 0 0 0,0 1-1 0 0,0-1 1 0 0,0 0-1 0 0,-1 1 1 0 0,1-1 0 0 0,0 0-1 0 0,0 1 1 0 0,0-1 0 0 0,-1 0-1 0 0,1 1 1 0 0,0-1 0 0 0,-1 0-1 0 0,1 1 1 0 0,-4 3 62 0 0,1 0 1 0 0,-1 0 0 0 0,0-1-1 0 0,0 0 1 0 0,0 1-1 0 0,0-1 1 0 0,0 0 0 0 0,-8 3-1 0 0,-174 66 1528 0 0,78-25-229 0 0,105-45-1346 0 0,-1 0 0 0 0,1 0 1 0 0,-1 0-1 0 0,1 1 0 0 0,0-1 1 0 0,0 1-1 0 0,0 0 1 0 0,1 0-1 0 0,-1 0 0 0 0,-2 4 1 0 0,-16 42 1253 0 0,20-44-1172 0 0,0 0 0 0 0,0 1-1 0 0,1-1 1 0 0,0 0-1 0 0,0 0 1 0 0,0 0-1 0 0,2 6 1 0 0,-2-7-117 0 0,1 2 76 0 0,0 0 0 0 0,0 0 0 0 0,1 0 0 0 0,0 0 0 0 0,0 0-1 0 0,0 0 1 0 0,7 11 0 0 0,27 36 493 0 0,-22-33-382 0 0,1-3-30 0 0,0-1-1 0 0,2-1 0 0 0,0 0 0 0 0,0-1 0 0 0,20 12 0 0 0,-20-15-43 0 0,-14-8-112 0 0,0 0 1 0 0,0 0-1 0 0,-1 0 1 0 0,1 0 0 0 0,-1 0-1 0 0,4 6 1 0 0,-5-7-19 0 0,1 1 1 0 0,-1-1-1 0 0,1 1 0 0 0,0-1 0 0 0,-1 0 1 0 0,1 0-1 0 0,1 0 0 0 0,-1 0 1 0 0,2 2-1 0 0,-1-2-3 0 0,-1 0 0 0 0,0 0 0 0 0,1 1 0 0 0,-1-1 0 0 0,0 1 0 0 0,-1 0 0 0 0,1 0 0 0 0,0 0 0 0 0,-1-1 0 0 0,2 7 0 0 0,5 6-256 0 0,-7-14-11 0 0,5 7-244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5.7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40 752 0 0,'0'0'5933'0'0,"-2"-10"-4348"0"0,4 5 3548 0 0,14-7-7297 0 0,-1 0-3646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6.4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303 305 256 0 0,'2'-1'619'0'0,"11"-11"824"0"0,-1 0 0 0 0,19-24 0 0 0,-27 30-1115 0 0,1-1-1 0 0,-1 1 0 0 0,-1-1 0 0 0,1 0 0 0 0,-1 0 0 0 0,0-1 0 0 0,-1 1 1 0 0,3-13-1 0 0,14-78 1882 0 0,-18 94-2092 0 0,-1 0-1 0 0,0 0 1 0 0,0 0-1 0 0,0 0 0 0 0,0 0 1 0 0,-1 1-1 0 0,0-1 1 0 0,-1-6-1 0 0,0 3 228 0 0,1 5-309 0 0,1 1 1 0 0,-1 0 0 0 0,0-1 0 0 0,1 1-1 0 0,-1 0 1 0 0,0 0 0 0 0,0 0 0 0 0,0-1-1 0 0,0 1 1 0 0,0 0 0 0 0,0 0 0 0 0,0 0-1 0 0,-1 0 1 0 0,1 1 0 0 0,0-1 0 0 0,0 0-1 0 0,-1 1 1 0 0,1-1 0 0 0,0 0 0 0 0,-1 1-1 0 0,1-1 1 0 0,-1 1 0 0 0,1 0 0 0 0,0 0-1 0 0,-1-1 1 0 0,1 1 0 0 0,-3 0 0 0 0,-41 2 187 0 0,39-2-172 0 0,-12 4 72 0 0,0 0 0 0 0,0 1 0 0 0,1 0 0 0 0,0 2 0 0 0,0 0 0 0 0,1 1 0 0 0,-20 12 0 0 0,25-14-65 0 0,1 0 10 0 0,1 0 0 0 0,-1 1 0 0 0,1 0 0 0 0,0 1 0 0 0,1 0 0 0 0,-13 14 0 0 0,-37 60 333 0 0,47-66-330 0 0,10-14-62 0 0,0 1 1 0 0,0-1 0 0 0,0 1 0 0 0,0-1 0 0 0,0 1-1 0 0,1-1 1 0 0,-1 1 0 0 0,1 0 0 0 0,0 2 0 0 0,-2 7 43 0 0,1-10-48 0 0,1 0 1 0 0,0-1-1 0 0,0 1 1 0 0,0 0-1 0 0,0 0 0 0 0,0-1 1 0 0,1 1-1 0 0,-1 0 1 0 0,1-1-1 0 0,-1 1 0 0 0,1-1 1 0 0,-1 1-1 0 0,1 0 1 0 0,0-1-1 0 0,0 1 0 0 0,-1-1 1 0 0,1 0-1 0 0,0 1 1 0 0,0-1-1 0 0,1 0 0 0 0,1 3 1 0 0,0-2-7 0 0,-1 1 0 0 0,1-1 0 0 0,0 0 0 0 0,-1 0 0 0 0,1 0 0 0 0,0 0 0 0 0,0 0 0 0 0,1-1 0 0 0,4 3 0 0 0,5-2-41 0 0,0 0-1 0 0,0 0 0 0 0,0-1 1 0 0,0-1-1 0 0,0 0 0 0 0,0 0 1 0 0,0-2-1 0 0,0 1 0 0 0,0-2 1 0 0,0 0-1 0 0,-1 0 0 0 0,1-1 1 0 0,-1-1-1 0 0,0 0 0 0 0,15-9 1 0 0,-19 8-29 0 0,0 1 0 0 0,-1-1 1 0 0,0-1-1 0 0,0 1 1 0 0,-1-1-1 0 0,1 0 0 0 0,5-11 1 0 0,22-21-314 0 0,-19 28 241 0 0,-18 23 263 0 0,-2-2-116 0 0,-162 375 1859 0 0,73-179-1176 0 0,88-189-623 0 0,2 1 0 0 0,-5 27 0 0 0,2-12 39 0 0,7-31-97 0 0,0 0 0 0 0,-1-1 0 0 0,1 1 0 0 0,0 0 0 0 0,0-1 0 0 0,0 1 0 0 0,0 0 0 0 0,0-1 0 0 0,0 1 0 0 0,1 0 0 0 0,-1-1 0 0 0,0 1 1 0 0,1-1-1 0 0,-1 1 0 0 0,1-1 0 0 0,0 1 0 0 0,0-1 0 0 0,-1 1 0 0 0,1-1 0 0 0,0 1 0 0 0,0-1 0 0 0,0 0 0 0 0,0 1 0 0 0,1-1 0 0 0,-1 0 1 0 0,0 0-1 0 0,0 0 0 0 0,1 0 0 0 0,-1 0 0 0 0,1 0 0 0 0,-1-1 0 0 0,1 1 0 0 0,1 0 0 0 0,0 0 150 0 0,6-4-72 0 0,7-5-21 0 0,0 0 0 0 0,-1-2 0 0 0,0 1 0 0 0,-1-2 1 0 0,17-14-1 0 0,43-40 175 0 0,71-67 57 0 0,-137 125-590 0 0,0-1 0 0 0,0 2 0 0 0,0-1 0 0 0,16-8 0 0 0,-23 14-245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7.03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38 156 0 0,'0'0'1679'0'0,"6"0"-854"0"0,69 0 2336 0 0,15 0-1101 0 0,667 3 5223 0 0,-552-2-6244 0 0,130 3 384 0 0,-75-2-378 0 0,-199-10-1282 0 0,-58 8 79 0 0,0-1-22 0 0,2 0 267 0 0,-5 1-129 0 0,0 0 1 0 0,1 0 0 0 0,-1 0 0 0 0,0 0 0 0 0,0 0-1 0 0,0 0 1 0 0,0 0 0 0 0,0 0 0 0 0,1 0 0 0 0,-1 0-1 0 0,0 0 1 0 0,0 0 0 0 0,0-1 0 0 0,0 1 0 0 0,0 0-1 0 0,0 0 1 0 0,0 0 0 0 0,1 0 0 0 0,-1 0 0 0 0,0 0-1 0 0,0 0 1 0 0,0 0 0 0 0,0 0 0 0 0,0-1 0 0 0,0 1-1 0 0,0 0 1 0 0,0 0 0 0 0,0 0 0 0 0,0 0 0 0 0,0 0-1 0 0,0 0 1 0 0,0-1 0 0 0,0 1 0 0 0,0 0 0 0 0,0 0-1 0 0,0 0 1 0 0,0 0 0 0 0,0 0 0 0 0,0-1 0 0 0,0 1-1 0 0,0 0 1 0 0,0 0 0 0 0,0 0 0 0 0,0 0 0 0 0,0 0-1 0 0,0-1 1 0 0,0 1 0 0 0,0 0 0 0 0,0 0 0 0 0,0 0-1 0 0,0 0 1 0 0,0 0 0 0 0,0 0 0 0 0,0 0 0 0 0,0-1-1 0 0,-1 1 1 0 0,1 0 0 0 0,0 0 0 0 0,0 0 0 0 0,0 0-1 0 0,0 0 1 0 0,-5-5-197 0 0,3 3 138 0 0,0 0-1 0 0,0 0 1 0 0,0 1-1 0 0,0-1 0 0 0,0 1 1 0 0,-1-1-1 0 0,1 1 1 0 0,0 0-1 0 0,-1 0 0 0 0,1 0 1 0 0,-1 0-1 0 0,1 0 0 0 0,-1 0 1 0 0,0 1-1 0 0,-4-1 1 0 0,-59-5-2623 0 0,51 5 667 0 0,0 1 0 0 0,-29 4 0 0 0,16 3-694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07.8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188 116 204 0 0,'0'-1'593'0'0,"8"-7"-1341"0"0,-2 7 8326 0 0,-5 16-7083 0 0,0 0 1 0 0,-1 0 0 0 0,0 0-1 0 0,-6 30 1 0 0,-9 28 595 0 0,-3-1 1 0 0,-4 0-1 0 0,-32 71 1 0 0,35-100-828 0 0,-5 14 75 0 0,-21 68 0 0 0,45-122-534 0 0,2-6 79 0 0,9-16 45 0 0,14-34-3 0 0,85-186-450 0 0,-81 175 458 0 0,39-60 1 0 0,-66 119 62 0 0,24-36-17 0 0,2 1 0 0 0,52-58 0 0 0,-71 89 39 0 0,1 1 0 0 0,0 0 0 0 0,0 0 0 0 0,1 1 0 0 0,21-11 0 0 0,4-3 65 0 0,-28 17-58 0 0,-1 0 0 0 0,1 1 1 0 0,0 0-1 0 0,1 0 1 0 0,10-1-1 0 0,13-5 70 0 0,-31 8-91 0 0,0 1 0 0 0,0-1 0 0 0,0 1 0 0 0,0-1 0 0 0,0 1 0 0 0,1 0 0 0 0,-1 0 0 0 0,0-1 0 0 0,0 1 0 0 0,0 0-1 0 0,0 0 1 0 0,1 0 0 0 0,-1 0 0 0 0,0 0 0 0 0,1 1 0 0 0,16 1 77 0 0,-15-2-64 0 0,1 0 1 0 0,-1 0-1 0 0,0 1 1 0 0,1-1-1 0 0,-1 1 0 0 0,1 0 1 0 0,-1 0-1 0 0,0 1 0 0 0,1-1 1 0 0,-1 1-1 0 0,0-1 1 0 0,0 1-1 0 0,0 0 0 0 0,0 0 1 0 0,-1 0-1 0 0,1 1 0 0 0,-1-1 1 0 0,4 4-1 0 0,-3-2 23 0 0,1 1-1 0 0,-1 0 0 0 0,-1-1 1 0 0,1 1-1 0 0,-1 0 1 0 0,0 1-1 0 0,0-1 0 0 0,0 0 1 0 0,-1 1-1 0 0,1-1 1 0 0,0 11-1 0 0,-1-5 6 0 0,-1 1-1 0 0,0-1 1 0 0,-1 1-1 0 0,0-1 1 0 0,-1 1-1 0 0,0-1 1 0 0,-1 0-1 0 0,0 0 1 0 0,-1 0-1 0 0,0 0 1 0 0,0-1 0 0 0,-1 1-1 0 0,-1-1 1 0 0,0 0-1 0 0,0-1 1 0 0,-14 16-1 0 0,11-14-72 0 0,0 0 0 0 0,-1-1 0 0 0,0 0 0 0 0,-1-1-1 0 0,0 0 1 0 0,0-1 0 0 0,-1 0 0 0 0,0-1 0 0 0,0 0 0 0 0,-1 0-1 0 0,0-2 1 0 0,0 0 0 0 0,-1 0 0 0 0,1-1 0 0 0,-1-1 0 0 0,0 0-1 0 0,0-1 1 0 0,-17 1 0 0 0,20-3-84 0 0,-1-1 0 0 0,0 0-1 0 0,1 0 1 0 0,-1-1 0 0 0,1 0-1 0 0,0-1 1 0 0,-17-6 0 0 0,20 6 2 0 0,-10-1-94 0 0,15 3 115 0 0,-14-8-245 0 0,17 9 338 0 0,0 0 1 0 0,0 0 0 0 0,0-1 0 0 0,0 1-1 0 0,0 0 1 0 0,0 0 0 0 0,-1 0 0 0 0,1 0-1 0 0,0 0 1 0 0,0 0 0 0 0,0 0 0 0 0,0 0-1 0 0,0 0 1 0 0,0-1 0 0 0,0 1 0 0 0,0 0-1 0 0,0 0 1 0 0,-1 0 0 0 0,1 0 0 0 0,0 0-1 0 0,0 0 1 0 0,0-1 0 0 0,0 1-1 0 0,0 0 1 0 0,0 0 0 0 0,0 0 0 0 0,0 0-1 0 0,0 0 1 0 0,0-1 0 0 0,0 1 0 0 0,0 0-1 0 0,0 0 1 0 0,0 0 0 0 0,0 0 0 0 0,0 0-1 0 0,0-1 1 0 0,0 1 0 0 0,1 0 0 0 0,-1 0-1 0 0,0 0 1 0 0,0 0 0 0 0,0 0 0 0 0,0 0-1 0 0,0-1 1 0 0,9-1 94 0 0,14 2-43 0 0,-20 0-8 0 0,6 0 155 0 0,-5 2 17 0 0,1 0-156 0 0,-2-1 33 0 0,0 0-1 0 0,0 0 0 0 0,0 0 0 0 0,0 0 1 0 0,-1 0-1 0 0,1 1 0 0 0,0 0 1 0 0,-1-1-1 0 0,1 1 0 0 0,-1 0 0 0 0,0 0 1 0 0,0 0-1 0 0,1 1 0 0 0,-2-1 1 0 0,1 0-1 0 0,0 1 0 0 0,0-1 0 0 0,-1 1 1 0 0,1 0-1 0 0,-1 0 0 0 0,2 5 1 0 0,7 67 1217 0 0,9 49-58 0 0,-6-70-949 0 0,4-2-1 0 0,26 62 1 0 0,-42-113-305 0 0,13 36 24 0 0,3-2-1 0 0,26 45 1 0 0,-39-76-211 0 0,0 1 0 0 0,0-1 0 0 0,0 1 1 0 0,1-1-1 0 0,-1-1 0 0 0,7 5 0 0 0,8 7-2548 0 0,-17-13 1202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56.4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292 87 460 0 0,'0'0'7070'0'0,"0"0"-7023"0"0,-1-1 0 0 0,1 1 0 0 0,0-1 0 0 0,0 1 0 0 0,0 0 0 0 0,-1-1 0 0 0,1 1 0 0 0,0 0 0 0 0,-1-1 0 0 0,1 1 1 0 0,0 0-1 0 0,-1-1 0 0 0,1 1 0 0 0,0 0 0 0 0,-1 0 0 0 0,1-1 0 0 0,0 1 0 0 0,-1 0 0 0 0,1 0 0 0 0,-1 0 0 0 0,1-1 0 0 0,0 1 0 0 0,-1 0 0 0 0,1 0 0 0 0,-1 0 0 0 0,1 0 0 0 0,-1 0 0 0 0,1 0 0 0 0,-1 0 0 0 0,1 0 0 0 0,0 0 1 0 0,-1 0-1 0 0,1 0 0 0 0,-1 0 0 0 0,1 0 0 0 0,-1 1 0 0 0,1-1 0 0 0,-1 0 0 0 0,-26 9 665 0 0,-38 17-1 0 0,32-12-172 0 0,28-13-471 0 0,1 0 1 0 0,0 0 0 0 0,-1 1-1 0 0,1 0 1 0 0,0 0-1 0 0,-5 3 1 0 0,-16 13 428 0 0,19-14-400 0 0,-1 0 1 0 0,1 1-1 0 0,0-1 0 0 0,1 1 0 0 0,-1 1 1 0 0,1-1-1 0 0,0 1 0 0 0,0 0 0 0 0,-7 12 1 0 0,8-9-30 0 0,-1-1 0 0 0,2 1 1 0 0,-1 0-1 0 0,1 1 1 0 0,1-1-1 0 0,-1 1 1 0 0,2-1-1 0 0,-1 1 0 0 0,1 0 1 0 0,1-1-1 0 0,0 1 1 0 0,0 0-1 0 0,1-1 0 0 0,0 1 1 0 0,0 0-1 0 0,1-1 1 0 0,1 1-1 0 0,0-1 1 0 0,0 0-1 0 0,1 0 0 0 0,0 0 1 0 0,0 0-1 0 0,7 10 1 0 0,-10-17-54 0 0,13 21 261 0 0,30 40 0 0 0,-39-57-251 0 0,1 1 1 0 0,0-1 0 0 0,1 0-1 0 0,0 0 1 0 0,-1-1 0 0 0,2 0 0 0 0,-1 0-1 0 0,1-1 1 0 0,14 6 0 0 0,-15-7-17 0 0,1-1 1 0 0,1 0-1 0 0,-1-1 1 0 0,0 0-1 0 0,0 0 1 0 0,0-1-1 0 0,1 0 1 0 0,-1 0-1 0 0,0-1 1 0 0,14-3-1 0 0,-11 2-7 0 0,0-1-1 0 0,0 0 0 0 0,0-1 0 0 0,0-1 1 0 0,-1 0-1 0 0,0 0 0 0 0,15-10 0 0 0,0-4 5 0 0,-2 0-1 0 0,-1-1 1 0 0,0-1-1 0 0,-1-2 1 0 0,17-24-1 0 0,-32 38 6 0 0,-1 0 1 0 0,0 0-1 0 0,0 0 0 0 0,-1-1 0 0 0,4-16 0 0 0,-5 19-13 0 0,-1 0 0 0 0,-1-1 0 0 0,1 0 0 0 0,-1 1 0 0 0,0-1-1 0 0,-1 0 1 0 0,0-10 0 0 0,-1 2-4 0 0,1 12 3 0 0,-1-1 1 0 0,0 0-1 0 0,0 0 0 0 0,-1 1 0 0 0,0-1 0 0 0,1 1 1 0 0,-6-9-1 0 0,0-3-47 0 0,6 14 48 0 0,0 0-1 0 0,0 0 1 0 0,0 0-1 0 0,0 0 1 0 0,-1 0 0 0 0,1 0-1 0 0,0 0 1 0 0,-1 1-1 0 0,1-1 1 0 0,-1 1-1 0 0,0-1 1 0 0,-2-1 0 0 0,-14-14-61 0 0,-50-58-14 0 0,45 51 39 0 0,21 21 39 0 0,-1 1 1 0 0,1 0-1 0 0,-1-1 0 0 0,0 1 1 0 0,0 0-1 0 0,0 1 1 0 0,0-1-1 0 0,0 0 0 0 0,-6-2 1 0 0,-38-20-16 0 0,45 23-16 0 0,-17-7-99 0 0,14 8 64 0 0,-10-2-348 0 0,0 0 0 0 0,-21 2-1 0 0,30 1 76 0 0,3-2-1130 0 0,-4 1 1693 0 0,6 0-665 0 0,0 1 0 0 0,0-1-1 0 0,0 0 1 0 0,0 0-1 0 0,0 1 1 0 0,0-1-1 0 0,0 1 1 0 0,0-1-1 0 0,0 1 1 0 0,0-1 0 0 0,1 1-1 0 0,-1-1 1 0 0,0 1-1 0 0,0 0 1 0 0,1-1-1 0 0,-1 1 1 0 0,0 1-1 0 0,-1 0-2195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57.0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395 1 196 0 0,'0'0'7145'0'0,"-3"6"-6599"0"0,-3 1-327 0 0,4-4-87 0 0,0 0-1 0 0,0 0 1 0 0,0 0 0 0 0,0 0-1 0 0,1 0 1 0 0,-1 0 0 0 0,1 0-1 0 0,0 1 1 0 0,-1 5 0 0 0,-26 61 1715 0 0,7-22-884 0 0,-24 79 726 0 0,-33 75-22 0 0,64-165-1286 0 0,-14 49-1 0 0,-9 24 96 0 0,5-10-185 0 0,10-26-86 0 0,-16 46 28 0 0,31-91-211 0 0,6-23-34 0 0,-1 1 0 0 0,0 0 1 0 0,0 0-1 0 0,-4 8 0 0 0,5-14-93 0 0,-1 10-303 0 0,0 5-4987 0 0,7-21 4259 0 0,4-2 482 0 0,22-24-3880 0 0,-19 17 1560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8:58.4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28 145 772 0 0,'0'0'5782'0'0,"-4"0"-5398"0"0,-15 0-7 0 0,15 0 4054 0 0,7-4-4408 0 0,10-12-1 0 0,-10 12-6 0 0,13-2 21 0 0,-13 5-23 0 0,-1-1 0 0 0,6-5-4 0 0,0 0 1 0 0,-2-2 6 0 0,-5 7-15 0 0,-1 0 0 0 0,1 0 0 0 0,0 0 0 0 0,0 0 0 0 0,0 1 0 0 0,1-1 0 0 0,-1 0 0 0 0,0 1 0 0 0,1-1-1 0 0,-1 1 1 0 0,1 0 0 0 0,-1-1 0 0 0,3 0 0 0 0,15-13 19 0 0,-17 14-4 0 0,0-1-8 0 0,19-14 50 0 0,-19 14-37 0 0,0 0 110 0 0,0-1 1 0 0,0 1-1 0 0,0 0 1 0 0,0-1-1 0 0,1 1 0 0 0,-1 0 1 0 0,0 0-1 0 0,1 0 0 0 0,-1 1 1 0 0,5-3-1 0 0,6 1-117 0 0,-10 3 1674 0 0,-6 6-1595 0 0,-3 11-27 0 0,3-8 13 0 0,0-1 0 0 0,0 0 1 0 0,-1 0-1 0 0,0 0 0 0 0,0-1 1 0 0,-1 1-1 0 0,-8 9 0 0 0,13-16-76 0 0,0-1-1 0 0,-1 0 0 0 0,1 0 1 0 0,0 1-1 0 0,0-1 1 0 0,0 0-1 0 0,-1 1 1 0 0,1-1-1 0 0,0 0 1 0 0,0 0-1 0 0,0 1 0 0 0,-1-1 1 0 0,1 0-1 0 0,0 1 1 0 0,0-1-1 0 0,0 1 1 0 0,0-1-1 0 0,0 0 1 0 0,0 1-1 0 0,0-1 0 0 0,0 0 1 0 0,0 1-1 0 0,0-1 1 0 0,0 0-1 0 0,0 1 1 0 0,0 0-1 0 0,-1 10 69 0 0,-38 85 201 0 0,34-84-253 0 0,-7 36 72 0 0,10-37-92 0 0,-6 19-18 0 0,6-25 7 0 0,1 0 1 0 0,0 0 0 0 0,0 0 0 0 0,1 0 0 0 0,0 0 0 0 0,0 6 0 0 0,-2-1-240 0 0,-3 15 767 0 0,5-13-5871 0 0,27-49 2617 0 0,-26 34 1097 0 0,0 1-1020 0 0,2-11 203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00.40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52 74 192 0 0,'0'0'7284'0'0,"2"-2"-7214"0"0,1-2 66 0 0,1 1 1 0 0,-1 0-1 0 0,1-1 1 0 0,0 1-1 0 0,0 1 1 0 0,0-1-1 0 0,6-2 0 0 0,-7 4-33 0 0,25-13 412 0 0,-26 12-417 0 0,11-6 266 0 0,24-10 250 0 0,-34 17-372 0 0,1 1-183 0 0,1-1 55 0 0,0 1 0 0 0,0 1 0 0 0,1-1 0 0 0,-1 1 0 0 0,0 0 0 0 0,6 1 0 0 0,-6 0-15 0 0,-4-1-86 0 0,-1 0-1 0 0,1 0 0 0 0,-1 0 1 0 0,1 0-1 0 0,0 0 1 0 0,-1 0-1 0 0,1 0 1 0 0,0 0-1 0 0,0 0 1 0 0,0 0-1 0 0,0 0 1 0 0,1 0-1 0 0,0 1-1 0 0,-1-1 1 0 0,0 0-1 0 0,1 0 0 0 0,-1 0 0 0 0,0 1 0 0 0,0-1 1 0 0,0 1-1 0 0,0-1 0 0 0,0 1 0 0 0,0-1 1 0 0,0 1-1 0 0,0 1 0 0 0,1 2-6 0 0,-1-2 3 0 0,0 0-1 0 0,-1-1 1 0 0,1 1 0 0 0,-1 0-1 0 0,1 0 1 0 0,-1 0-1 0 0,0 0 1 0 0,0 0 0 0 0,0 0-1 0 0,-1 4 1 0 0,-1-2-5 0 0,1-1 1 0 0,0 1 0 0 0,-1-1-1 0 0,0 0 1 0 0,0 0 0 0 0,0 1-1 0 0,-1-1 1 0 0,1 0 0 0 0,-1-1-1 0 0,0 1 1 0 0,-4 4 0 0 0,-14 21-30 0 0,20-27 24 0 0,0-1 0 0 0,0 1-1 0 0,0-1 1 0 0,0 1 0 0 0,-1-1-1 0 0,1 0 1 0 0,0 1 0 0 0,-1-1-1 0 0,1 0 1 0 0,-3 1 0 0 0,-6 7 0 0 0,-25 24-52 0 0,20-20 16 0 0,5-5 3 0 0,0 0-1 0 0,-1-1 0 0 0,1 0 1 0 0,-1 0-1 0 0,-23 9 1 0 0,9-6-168 0 0,10-5 70 0 0,15-5 132 0 0,0 0 0 0 0,0 0-1 0 0,0 0 1 0 0,0 0 0 0 0,0 0 0 0 0,0 1 0 0 0,0-1 0 0 0,-1 0 0 0 0,1 0 0 0 0,0 0 0 0 0,0 0 0 0 0,0 0 0 0 0,0 0-1 0 0,0 0 1 0 0,0 0 0 0 0,0 0 0 0 0,-1 0 0 0 0,1 0 0 0 0,0 0 0 0 0,0 0 0 0 0,0 0 0 0 0,0 0 0 0 0,0 0 0 0 0,0 0-1 0 0,0 0 1 0 0,-1 0 0 0 0,1 0 0 0 0,0 0 0 0 0,0 0 0 0 0,0 0 0 0 0,0 0 0 0 0,0 0 0 0 0,0 0 0 0 0,0 0 0 0 0,-1 0-1 0 0,1 0 1 0 0,0 0 0 0 0,0 0 0 0 0,0-1 0 0 0,0 1 0 0 0,0 0 0 0 0,0 0 0 0 0,0 0 0 0 0,0 0 0 0 0,0 0 0 0 0,0 0-1 0 0,-1 0 1 0 0,1 0 0 0 0,0-1 0 0 0,0 1 0 0 0,0 0 0 0 0,0 0 0 0 0,0 0 0 0 0,0 0 0 0 0,13-27 9 0 0,-12 25-4 0 0,0 1 0 0 0,0-1-1 0 0,0 1 1 0 0,0-1 0 0 0,0 1 0 0 0,0 0-1 0 0,0-1 1 0 0,0 1 0 0 0,1 0-1 0 0,-1 0 1 0 0,1 0 0 0 0,-1 0 0 0 0,1 0-1 0 0,-1 0 1 0 0,1 0 0 0 0,-1 0-1 0 0,1 1 1 0 0,0-1 0 0 0,-1 1 0 0 0,3-1-1 0 0,12-5 43 0 0,25-13 470 0 0,-37 18 377 0 0,-1 4-672 0 0,4 3-23 0 0,-1 0 1 0 0,0 1-1 0 0,-1 0 1 0 0,0 0-1 0 0,0 0 1 0 0,0 1-1 0 0,-1 0 1 0 0,5 10-1 0 0,-9-17-173 0 0,1 0 1 0 0,-1 1-1 0 0,1-2 1 0 0,-1 1-1 0 0,1 0 1 0 0,0 0-1 0 0,-1 0 1 0 0,1 0-1 0 0,0 0 1 0 0,0 0-1 0 0,-1-1 1 0 0,1 1-1 0 0,2 1 1 0 0,10 9 296 0 0,-9-6-256 0 0,0-1 1 0 0,1-1-1 0 0,0 1 0 0 0,0 0 0 0 0,0-1 0 0 0,1 0 0 0 0,-1-1 0 0 0,9 4 0 0 0,48 15 377 0 0,-52-18-415 0 0,27 6 64 0 0,-35-9-173 0 0,2 1-102 0 0,3-1-334 0 0,-1 0 0 0 0,1 0 0 0 0,0-1 0 0 0,11-2-1 0 0,-16 2 317 0 0,0 1-1 0 0,0-2 0 0 0,0 1 1 0 0,0 0-1 0 0,0 0 0 0 0,0-1 1 0 0,0 1-1 0 0,0-1 0 0 0,0 1 1 0 0,-1-1-1 0 0,4-3 1 0 0,4-5-1307 0 0,1 3-3367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00.7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46 16 0 0,'2'-2'1019'0'0,"-1"1"-698"0"0,1-1 0 0 0,0 1 1 0 0,0-1-1 0 0,0 1 0 0 0,0 0 1 0 0,0-1-1 0 0,0 1 0 0 0,0 0 1 0 0,0 0-1 0 0,1 1 0 0 0,-1-1 1 0 0,0 0-1 0 0,1 1 0 0 0,1-1 1 0 0,33-2 1387 0 0,40-5 1529 0 0,-55 7-2328 0 0,-18 1-530 0 0,1-1-46 0 0,39-2 703 0 0,-40 3-871 0 0,0 0-56 0 0,50-5-1420 0 0,-9 0-6104 0 0,-20 3 4595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01.3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412 66 292 0 0,'0'0'1861'0'0,"-2"-2"-1344"0"0,2 0-432 0 0,-1 1 0 0 0,1 0 0 0 0,-1 0 0 0 0,1 1 0 0 0,-1-1 0 0 0,0 0-1 0 0,1 0 1 0 0,-1 0 0 0 0,0 0 0 0 0,0 0 0 0 0,0 1 0 0 0,0-1 0 0 0,0 0 0 0 0,0 1-1 0 0,0-1 1 0 0,0 1 0 0 0,0-1 0 0 0,0 1 0 0 0,0 0 0 0 0,0-1 0 0 0,0 1 0 0 0,-2 0-1 0 0,0-1 286 0 0,-16-3 933 0 0,13 5-859 0 0,-9 4-8 0 0,-1 0 0 0 0,1 0 0 0 0,1 2 0 0 0,-17 8 0 0 0,22-9-247 0 0,-12 6 190 0 0,0 0 0 0 0,2 2 0 0 0,-1 0 1 0 0,2 1-1 0 0,-24 24 0 0 0,31-26-180 0 0,-12 13 463 0 0,-23 31 0 0 0,41-49-501 0 0,0-1 1 0 0,0 1-1 0 0,1 0 1 0 0,0 0-1 0 0,0 1 1 0 0,1-1-1 0 0,0 1 1 0 0,1 0-1 0 0,-3 15 1 0 0,5-20-114 0 0,0 0 0 0 0,0 1 0 0 0,1-1 1 0 0,0 0-1 0 0,-1 1 0 0 0,2-1 0 0 0,-1 0 0 0 0,0 0 1 0 0,1 0-1 0 0,-1 0 0 0 0,1 0 0 0 0,1 0 0 0 0,-1 0 1 0 0,0-1-1 0 0,1 1 0 0 0,0-1 0 0 0,-1 1 0 0 0,1-1 1 0 0,1 0-1 0 0,-1 0 0 0 0,0-1 0 0 0,1 1 1 0 0,-1-1-1 0 0,1 1 0 0 0,0-1 0 0 0,0 0 0 0 0,6 1 1 0 0,-1 1-13 0 0,0 0 1 0 0,1-1 0 0 0,-1-1 0 0 0,1 0-1 0 0,0 0 1 0 0,0-1 0 0 0,0 0 0 0 0,0 0-1 0 0,0-1 1 0 0,0-1 0 0 0,17-2-1 0 0,-12-1-65 0 0,0 0 0 0 0,0-1 0 0 0,0-1 0 0 0,0 0-1 0 0,-1-1 1 0 0,-1-1 0 0 0,1 0 0 0 0,-1 0-1 0 0,0-2 1 0 0,-1 1 0 0 0,0-2 0 0 0,-1 0-1 0 0,18-20 1 0 0,-19 18-39 0 0,9-11-135 0 0,23-37 0 0 0,-37 53 161 0 0,0-1 0 0 0,-1 1 0 0 0,-1-1 1 0 0,1-1-1 0 0,-1 1 0 0 0,-1 0 1 0 0,1-1-1 0 0,0-16 0 0 0,-2 21 25 0 0,0 0 5 0 0,-1 0 0 0 0,1 0 0 0 0,-1-1-1 0 0,0 1 1 0 0,0 0 0 0 0,0 0 0 0 0,-1 0 0 0 0,0 0-1 0 0,0 0 1 0 0,0 0 0 0 0,0 0 0 0 0,-1 0-1 0 0,0 1 1 0 0,0-1 0 0 0,0 0 0 0 0,-1 1 0 0 0,-4-7-1 0 0,4 7-56 0 0,-1 0 0 0 0,1 0 0 0 0,-1 1 0 0 0,0 0 0 0 0,0-1 0 0 0,0 1 0 0 0,-1 1 0 0 0,1-1 0 0 0,-1 0 0 0 0,1 1 0 0 0,-1 0 0 0 0,0 0 0 0 0,0 1-1 0 0,0-1 1 0 0,0 1 0 0 0,-7-1 0 0 0,9 2-215 0 0,-1-1-33 0 0,-13-3-56 0 0,13 3-82 0 0,-14-1-749 0 0,14 2 487 0 0,2-6-243 0 0,-1 3-373 0 0,1-2-2385 0 0,-1-4 1310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01.7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398 26 452 0 0,'8'-21'2716'0'0,"-8"21"-2642"0"0,0 0 0 0 0,0 0 0 0 0,0 0 0 0 0,0 0 0 0 0,0 0 0 0 0,0 0 0 0 0,0-1 0 0 0,0 1 0 0 0,0 0 0 0 0,0 0 0 0 0,0 0 0 0 0,1 0 0 0 0,-1 0 0 0 0,0 0 0 0 0,0 0 0 0 0,0-1 0 0 0,0 1 0 0 0,0 0 0 0 0,0 0 0 0 0,0 0 0 0 0,0 0 0 0 0,0 0 0 0 0,0 0 0 0 0,-1 0 0 0 0,1-1 0 0 0,0 1 0 0 0,0 0 0 0 0,0 0 0 0 0,0 0 0 0 0,0 0 0 0 0,0 0 0 0 0,0 0 0 0 0,0 0 0 0 0,0 0 0 0 0,0-1 0 0 0,0 1 0 0 0,0 0 0 0 0,0 0 0 0 0,0 0 0 0 0,-1 0 0 0 0,1 0 0 0 0,0 0 0 0 0,0 0 0 0 0,0 0 0 0 0,0 0 0 0 0,0 0 0 0 0,0 0 0 0 0,0 0 0 0 0,-1 0 0 0 0,1 0 0 0 0,0 0 0 0 0,0 0 0 0 0,0 0 0 0 0,0 0 0 0 0,0 0 0 0 0,0 0 0 0 0,0 0 0 0 0,-1 0 0 0 0,-11 8 3775 0 0,2 2-4178 0 0,7-7-348 0 0,-17 17 1253 0 0,2 2 0 0 0,0 0 0 0 0,2 1 0 0 0,0 0 0 0 0,1 2 0 0 0,-15 35 0 0 0,-19 30 704 0 0,24-43-272 0 0,-34 91-1 0 0,12-27-37 0 0,33-76-759 0 0,0 0 1 0 0,-8 39 0 0 0,8-13-3481 0 0,14-60 2305 0 0,6 6-2309 0 0,1-2-2164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02.1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0 170 8 0 0,'15'-8'882'0'0,"-1"0"0"0"0,-1-1 1 0 0,23-18-1 0 0,18-13 688 0 0,-48 36-1426 0 0,23-14 1045 0 0,1 1 0 0 0,49-21-1 0 0,-77 38 984 0 0,1 4-1585 0 0,-2 0-457 0 0,1 0 0 0 0,0 0 0 0 0,-1 0 0 0 0,0 1 0 0 0,0-1 0 0 0,0 1 0 0 0,-1-1 0 0 0,0 0 0 0 0,1 1 0 0 0,-1-1 0 0 0,-1 1 0 0 0,1-1 0 0 0,-1 1 0 0 0,0-1 0 0 0,0 0 1 0 0,0 1-1 0 0,-3 7 0 0 0,-65 176 3007 0 0,58-161-2742 0 0,1-3-382 0 0,-1 0 0 0 0,-1-1-1 0 0,-21 30 1 0 0,3-16-3018 0 0,-3-5-4211 0 0,20-22 3121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03.1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29 236 0 0,'1'-2'1152'0'0,"7"-4"6673"0"0,0 6-5093 0 0,9 13-3896 0 0,-6-4 2129 0 0,-7-4-812 0 0,-1-1-1 0 0,1 0 1 0 0,-1 1-1 0 0,0 0 0 0 0,0-1 1 0 0,-1 1-1 0 0,1 1 0 0 0,-1-1 1 0 0,0 0-1 0 0,2 11 1 0 0,-4-15-117 0 0,15 43 590 0 0,-9-28-481 0 0,-1-1-1 0 0,-1 2 1 0 0,0-1 0 0 0,3 25 0 0 0,5 68 240 0 0,2 24-41 0 0,-3-10-160 0 0,-4-71-124 0 0,1 2 7 0 0,-8-51-73 0 0,0-1-1 0 0,1 1 0 0 0,-1 0 1 0 0,1-1-1 0 0,0 1 0 0 0,0-1 0 0 0,3 5 1 0 0,0 7-126 0 0,2-18 113 0 0,1-1 15 0 0,-1 0-1 0 0,0 0 0 0 0,-1-1 0 0 0,1 1 0 0 0,-1-1 0 0 0,0-1 0 0 0,8-12 0 0 0,12-24 14 0 0,-1-1-1 0 0,-3-1 1 0 0,19-55 0 0 0,-16 42 13 0 0,2 1 1 0 0,3 1 0 0 0,44-64-1 0 0,-42 77-6 0 0,48-51 0 0 0,-42 57-1495 0 0,-35 35 910 0 0,5-1-996 0 0,-3 1-48 0 0,0 1-3292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03.5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55 792 0 0,'0'0'4444'0'0,"7"-5"-3887"0"0,20-13-42 0 0,-27 18-478 0 0,1-1 0 0 0,0 0 0 0 0,0 0 0 0 0,0 1 1 0 0,0-1-1 0 0,0 1 0 0 0,0-1 0 0 0,0 1 0 0 0,0-1 0 0 0,0 1 0 0 0,0 0 0 0 0,0-1 1 0 0,0 1-1 0 0,0 0 0 0 0,0 0 0 0 0,0 0 0 0 0,1 0 0 0 0,-1 0 0 0 0,0 0 0 0 0,0 0 1 0 0,0 0-1 0 0,2 1 0 0 0,0-1 110 0 0,20 0 574 0 0,-3 2-72 0 0,142 17 2784 0 0,-158-19-3252 0 0,45-2-80 0 0,-47 1-227 0 0,-1 0 1 0 0,1 0-1 0 0,0 0 0 0 0,0 0 1 0 0,-1-1-1 0 0,1 1 0 0 0,-1-1 1 0 0,1 1-1 0 0,-1-1 0 0 0,1 1 1 0 0,-1-1-1 0 0,0 0 1 0 0,0 0-1 0 0,0 0 0 0 0,1-2 1 0 0,3-3-792 0 0,-1-4-3762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03.9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27 380 0 0,'0'0'100'0'0,"0"0"0"0"0,0 0-1 0 0,0-1 1 0 0,-1 1 0 0 0,1 0 0 0 0,0 0 0 0 0,0 0 0 0 0,0-1-1 0 0,0 1 1 0 0,-1 0 0 0 0,1 0 0 0 0,0-1 0 0 0,0 1-1 0 0,0 0 1 0 0,0 0 0 0 0,0-1 0 0 0,0 1 0 0 0,0 0 0 0 0,0 0-1 0 0,-1-1 1 0 0,1 1 0 0 0,0 0 0 0 0,0 0 0 0 0,0-1-1 0 0,0 1 1 0 0,1 0 0 0 0,-1 0 0 0 0,0-1 0 0 0,0 1 0 0 0,0 0-1 0 0,0 0 1 0 0,0-1 0 0 0,0 1 0 0 0,0 0 0 0 0,0 0-1 0 0,0-1 1 0 0,1 1 0 0 0,-1 0 0 0 0,0 0 0 0 0,0 0 0 0 0,0-1-1 0 0,1 1 1 0 0,-1 0 0 0 0,0 0 0 0 0,0 0 0 0 0,0 0-1 0 0,1-1 1 0 0,-1 1 0 0 0,0 0 0 0 0,0 0 0 0 0,1 0-1 0 0,-1 0 1 0 0,0 0 0 0 0,25-7 2210 0 0,22 2-615 0 0,8 3 484 0 0,-32 1-1404 0 0,27 2-1 0 0,4-1-237 0 0,-43-1-1065 0 0,0 1-1 0 0,0 0 1 0 0,12 2-1 0 0,-5 1-5351 0 0,-15-3 2478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27.2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80 608 0 0,'0'0'40'0'0,"271"-16"5151"0"0,-206 12-4223 0 0,-62 4-898 0 0,1 0-1 0 0,-1 0 1 0 0,0-1 0 0 0,0 1-1 0 0,0-1 1 0 0,-1 0-1 0 0,6-2 1 0 0,-6 2 341 0 0,1 0-197 0 0,24-9 692 0 0,-25 9-459 0 0,-6-3-391 0 0,-12-11-8 0 0,16 14-44 0 0,-1 0 0 0 0,0 1-1 0 0,0-1 1 0 0,0 0 0 0 0,0 0 0 0 0,0 1-1 0 0,0-1 1 0 0,0 1 0 0 0,0-1 0 0 0,0 1-1 0 0,0-1 1 0 0,0 1 0 0 0,-1 0-1 0 0,1-1 1 0 0,0 1 0 0 0,0 0 0 0 0,0 0-1 0 0,0 0 1 0 0,-1 0 0 0 0,0 0 0 0 0,-2 0 9 0 0,-26-5 214 0 0,-53-1 1 0 0,39 5 199 0 0,7 1 353 0 0,-42 7 0 0 0,75-6-389 0 0,-1-1-250 0 0,-12 0-29 0 0,13 0 752 0 0,13 1-769 0 0,30 6 133 0 0,65 1 0 0 0,-93-8-193 0 0,4 0 19 0 0,0 0-1 0 0,19 4 1 0 0,-14-2 18 0 0,34-2 0 0 0,-16 0-22 0 0,2 1 56 0 0,-32-1-42 0 0,0 1 0 0 0,0-1-1 0 0,13 4 1 0 0,-18-4 224 0 0,-14 1-249 0 0,-49 4 62 0 0,60-5-101 0 0,-16 1 17 0 0,0 1-1 0 0,0 0 1 0 0,-20 5-1 0 0,-1 3 21 0 0,-45 5-1 0 0,-4 1 54 0 0,51-8 92 0 0,31-7-145 0 0,0-1-4 0 0,2 1 132 0 0,11 2-57 0 0,30 7-12 0 0,57 6 3 0 0,-56-14-65 0 0,-1-2-1 0 0,1-1 1 0 0,49-9-1 0 0,-37 6 37 0 0,-47 4 11 0 0,11 0 53 0 0,-13 0 120 0 0,-12-2-217 0 0,-131-9 11 0 0,75 8-547 0 0,47 0 196 0 0,16 3-89 0 0,-3 1-114 0 0,0 0-16 0 0,-5 2 591 0 0,-4-3-9058 0 0,-6-2 5734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27.8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31 12 0 0,'1'-1'278'0'0,"-1"0"0"0"0,1 0-1 0 0,-1 0 1 0 0,1 0 0 0 0,-1 1 0 0 0,1-1 0 0 0,-1 0-1 0 0,1 1 1 0 0,-1-1 0 0 0,1 0 0 0 0,0 1 0 0 0,0-1-1 0 0,-1 1 1 0 0,2-1 0 0 0,13-3 871 0 0,-1 1 0 0 0,1 0 0 0 0,0 2 0 0 0,23-1 0 0 0,20-2 4 0 0,-40 2-656 0 0,1 1-1 0 0,28 2 1 0 0,-37 0-321 0 0,-1 0-6 0 0,-1-1 0 0 0,1 1-1 0 0,-1 1 1 0 0,1-1 0 0 0,-1 1-1 0 0,0 1 1 0 0,0 0 0 0 0,12 5 0 0 0,-19-7-154 0 0,-1 0 0 0 0,1-1 0 0 0,0 1-1 0 0,0 0 1 0 0,0 0 0 0 0,-1 0 0 0 0,1 0 0 0 0,-1 0 0 0 0,1 0 0 0 0,0 0 0 0 0,-1 0 0 0 0,0 0 0 0 0,1 0 0 0 0,-1 1 0 0 0,0-1 0 0 0,1 0 0 0 0,-1 0 0 0 0,0 0 0 0 0,0 0 0 0 0,0 2 0 0 0,-3 22 142 0 0,3-21-121 0 0,-3 11 20 0 0,-1-1 0 0 0,0 1 0 0 0,-1-1 0 0 0,-1-1 0 0 0,0 1 0 0 0,-1-1 0 0 0,0 0 0 0 0,-16 20 0 0 0,-3 0 77 0 0,-54 55 0 0 0,45-56 98 0 0,-55 40 0 0 0,59-53 329 0 0,29-18 654 0 0,15-2-841 0 0,-8 0-329 0 0,21-2 403 0 0,0 1 0 0 0,34 1 1 0 0,119 5 2163 0 0,-4-4-934 0 0,-94-1-2675 0 0,89 9 0 0 0,-158-7-46 0 0,-1 1 0 0 0,1 1 0 0 0,12 4 1 0 0,11 10-7910 0 0,-24-9 4025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28.9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55 500 0 0,'0'0'6023'0'0,"5"2"-5193"0"0,5 1-298 0 0,-1 1 0 0 0,1-2 0 0 0,0 1 0 0 0,0-2 0 0 0,0 1-1 0 0,13-1 1 0 0,70-2 2016 0 0,-91 1-2527 0 0,89 0 1835 0 0,0-4-1004 0 0,10 8-662 0 0,-107-4-222 0 0,-1-1 1 0 0,0 0-1 0 0,1 0 0 0 0,-11-3 1 0 0,10 2 9 0 0,-1 0 0 0 0,1 0 0 0 0,-1 1 0 0 0,-10 0 0 0 0,-129 3-416 0 0,128-1 416 0 0,1 1 0 0 0,0 0-1 0 0,-18 6 1 0 0,-34 3 659 0 0,66-11 97 0 0,8-2-697 0 0,0 1 0 0 0,1-1 0 0 0,-1 1-1 0 0,0-1 1 0 0,1 1 0 0 0,-1 0 0 0 0,6 0 0 0 0,5-2 28 0 0,13-3 173 0 0,-1 1 1 0 0,42-3-1 0 0,17-2 92 0 0,-56 3-239 0 0,2 2-1 0 0,40-1 1 0 0,-72 6-94 0 0,1 0 1 0 0,0 0-1 0 0,0 1 0 0 0,0-1 0 0 0,0 0 0 0 0,-1 0 0 0 0,1-1 0 0 0,0 1 0 0 0,0 0 0 0 0,0 0 0 0 0,-1 0 0 0 0,1 0 0 0 0,0-1 0 0 0,0 1 1 0 0,0 0-1 0 0,-1-1 0 0 0,1 1 0 0 0,0-1 0 0 0,0 0 0 0 0,0 0-3 0 0,0 1 1 0 0,0-1-1 0 0,0 0 1 0 0,-1 1-1 0 0,1-1 1 0 0,0 1-1 0 0,0 0 1 0 0,0-1-1 0 0,0 1 1 0 0,0 0-1 0 0,0-1 1 0 0,0 1-1 0 0,0 0 1 0 0,2 0-1 0 0,29-5-240 0 0,-30 5 213 0 0,-12-1-125 0 0,-1-1 159 0 0,6 1-1 0 0,0 1 0 0 0,0-1 0 0 0,1 1-1 0 0,-1 0 1 0 0,0 0 0 0 0,0 0 0 0 0,-5 1 0 0 0,-40 3-99 0 0,46-4 64 0 0,0-1-71 0 0,-12 0 82 0 0,12 1 0 0 0,1-1-1090 0 0,-12-1 904 0 0,12 1-65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29.5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0 277 752 0 0,'0'0'872'0'0,"3"-1"-37"0"0,-1 1-555 0 0,0-1 0 0 0,-1 1 0 0 0,1-1 0 0 0,-1 1 0 0 0,1-1 0 0 0,-1 0 0 0 0,1 0 1 0 0,-1 0-1 0 0,1 0 0 0 0,-1 0 0 0 0,0 0 0 0 0,3-3 0 0 0,-3 3 344 0 0,1-2-28 0 0,14-21 452 0 0,61-79 1992 0 0,-35 47-1892 0 0,-39 52-1039 0 0,1-1 0 0 0,-1 1 0 0 0,0-1 0 0 0,5-9-1 0 0,1-3 323 0 0,10-3 774 0 0,-11 13 1835 0 0,-5 12-2593 0 0,0 1-235 0 0,0 1 1 0 0,-1 0-1 0 0,0 0 0 0 0,0 0 1 0 0,0 0-1 0 0,-1 0 0 0 0,0 0 1 0 0,0 0-1 0 0,-1 13 1 0 0,0-2 159 0 0,1 0 1 0 0,1 0-1 0 0,0 1 1 0 0,9 28-1 0 0,-9-38-264 0 0,1 10 184 0 0,3 39 0 0 0,-1 0-248 0 0,-3-47-341 0 0,-1 1-1 0 0,-1-1 0 0 0,0 0 1 0 0,-1 0-1 0 0,0 0 0 0 0,-3 16 1 0 0,2-21-736 0 0,1 0 1 0 0,-1 0-1 0 0,0 0 0 0 0,0 0 1 0 0,-1 0-1 0 0,0-1 1 0 0,-4 7-1 0 0,-3-1-8140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36.9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445 254 36 0 0,'0'0'747'0'0,"-2"-16"2416"0"0,2 6-2628 0 0,0 7-6 0 0,-1 0-11 0 0,0-8-21 0 0,0 8-5 0 0,1-1 2 0 0,0 1-242 0 0,-1-1-1 0 0,1 1 1 0 0,-1-1-1 0 0,0 1 0 0 0,0-1 1 0 0,-1 1-1 0 0,1 0 1 0 0,-1-1-1 0 0,-2-4 1 0 0,3 7 256 0 0,-1 0-376 0 0,0 1-1 0 0,0-1 0 0 0,1 0 1 0 0,-1 1-1 0 0,0-1 0 0 0,1 0 0 0 0,-1 0 1 0 0,1 0-1 0 0,-1 0 0 0 0,1 0 1 0 0,-3-3-1 0 0,2 2-3 0 0,0 0-1 0 0,0 0 1 0 0,0 1 0 0 0,-1-1 0 0 0,1 0-1 0 0,-1 1 1 0 0,1 0 0 0 0,-1 0-1 0 0,0 0 1 0 0,1 0 0 0 0,-6-1 0 0 0,-36-3 934 0 0,32 6-745 0 0,-23 4 57 0 0,17-2-61 0 0,1-1 1 0 0,-1 2 0 0 0,-23 8 0 0 0,12 2 233 0 0,0 2-1 0 0,-45 33 1 0 0,70-46-481 0 0,0 0-1 0 0,0 1 1 0 0,0 0 0 0 0,0 0 0 0 0,0 0-1 0 0,1 0 1 0 0,0 0 0 0 0,0 0 0 0 0,0 1-1 0 0,0 0 1 0 0,1 0 0 0 0,-1-1-1 0 0,1 1 1 0 0,1 1 0 0 0,-1-1 0 0 0,-1 7-1 0 0,3-8-46 0 0,0-1-1 0 0,0 1 0 0 0,0 0 0 0 0,1 0 0 0 0,-1-1 0 0 0,1 1 0 0 0,0 0 0 0 0,0-1 0 0 0,0 1 1 0 0,0-1-1 0 0,1 1 0 0 0,-1-1 0 0 0,1 1 0 0 0,0-1 0 0 0,0 0 0 0 0,5 5 0 0 0,2 3 25 0 0,1 0 0 0 0,20 16-1 0 0,-28-26-38 0 0,6 6 4 0 0,1-1-1 0 0,-1 0 0 0 0,1-1 0 0 0,0 0 0 0 0,1-1 0 0 0,-1 0 1 0 0,1 0-1 0 0,0-1 0 0 0,0 0 0 0 0,0-1 0 0 0,0 0 0 0 0,0-1 1 0 0,1 0-1 0 0,-1 0 0 0 0,0-1 0 0 0,1 0 0 0 0,-1-1 0 0 0,21-4 1 0 0,-16 1-16 0 0,1 0 1 0 0,0-1 0 0 0,-1-1-1 0 0,0 0 1 0 0,0-1 0 0 0,-1-1-1 0 0,0 0 1 0 0,0-1-1 0 0,-1 0 1 0 0,0-1 0 0 0,14-15-1 0 0,-9 7-18 0 0,-1 0 0 0 0,0-1 0 0 0,13-22 0 0 0,-26 34 4 0 0,1-1-1 0 0,-1 0 1 0 0,0 0 0 0 0,-1-1 0 0 0,0 1-1 0 0,0-1 1 0 0,-1 0 0 0 0,0 1-1 0 0,-1-1 1 0 0,0 0 0 0 0,0-12-1 0 0,-1 16 6 0 0,-1 0 0 0 0,0 0 0 0 0,-1 0 0 0 0,1 1 0 0 0,-1-1 0 0 0,0 0-1 0 0,0 1 1 0 0,0-1 0 0 0,-1 1 0 0 0,0 0 0 0 0,0-1 0 0 0,0 1 0 0 0,0 1-1 0 0,0-1 1 0 0,-1 0 0 0 0,-4-2 0 0 0,-9-13-204 0 0,16 18 200 0 0,1 0 0 0 0,-1 0-1 0 0,0 0 1 0 0,0 0 0 0 0,0 0-1 0 0,0 0 1 0 0,0 1 0 0 0,0-1 0 0 0,0 0-1 0 0,-1 1 1 0 0,1-1 0 0 0,0 1-1 0 0,0-1 1 0 0,-2 1 0 0 0,-3-3-56 0 0,-8-4-632 0 0,0 1 0 0 0,-1 0 0 0 0,1 0 0 0 0,-25-4 0 0 0,-19-2-4878 0 0,56 12 5271 0 0,-5-3-2964 0 0,-11-5 248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37.2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 51 192 0 0,'-2'-7'1071'0'0,"0"0"0"0"0,-1 1 0 0 0,0-1 0 0 0,0 1-1 0 0,-7-11 4126 0 0,10 28-4347 0 0,19 156 2551 0 0,3 37 705 0 0,-13-66-2094 0 0,1 25-209 0 0,-5-42-915 0 0,-2 38-512 0 0,-3-144-589 0 0,0 0 1 0 0,1-1-1 0 0,3 18 1 0 0,-3-25-349 0 0,1 0 1 0 0,0-1 0 0 0,0 1-1 0 0,0-1 1 0 0,4 7 0 0 0,-5-12-888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35.4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522 148 360 0 0,'0'0'7274'0'0,"0"-3"-6845"0"0,0-7-17 0 0,0 8-32 0 0,-2 0-31 0 0,-13-4-27 0 0,0 0 1 0 0,-1 0-1 0 0,0 2 0 0 0,0 0 0 0 0,0 1 1 0 0,0 0-1 0 0,-30 0 0 0 0,-2 3 182 0 0,-71 9 0 0 0,108-8-425 0 0,-1 1-1 0 0,0 1 1 0 0,0 0 0 0 0,1 1 0 0 0,-1 0-1 0 0,1 1 1 0 0,0 0 0 0 0,1 1 0 0 0,-14 8-1 0 0,19-10-37 0 0,-1 0-1 0 0,1 1 0 0 0,0-1 0 0 0,0 1 1 0 0,0 0-1 0 0,1 0 0 0 0,0 0 0 0 0,0 0 1 0 0,0 1-1 0 0,1 0 0 0 0,0 0 0 0 0,0 0 1 0 0,0 0-1 0 0,1 0 0 0 0,-1 1 0 0 0,2-1 1 0 0,-3 13-1 0 0,3-6 34 0 0,0-1 0 0 0,1 1-1 0 0,1-1 1 0 0,0 1 0 0 0,0-1 0 0 0,1 0-1 0 0,1 1 1 0 0,0-1 0 0 0,1 0 0 0 0,0 0-1 0 0,10 17 1 0 0,-10-21-31 0 0,1-1 1 0 0,0 1-1 0 0,0-1 0 0 0,1-1 0 0 0,-1 1 0 0 0,2-1 0 0 0,-1 0 1 0 0,1 0-1 0 0,-1-1 0 0 0,2 0 0 0 0,-1 0 0 0 0,0-1 0 0 0,1 1 0 0 0,0-2 1 0 0,0 1-1 0 0,0-1 0 0 0,13 3 0 0 0,-1-1 39 0 0,0 0 0 0 0,1-1 1 0 0,0-1-1 0 0,0-2 0 0 0,0 1 0 0 0,0-2 0 0 0,0-1 0 0 0,0-1 0 0 0,25-5 1 0 0,-16-1 51 0 0,-1 0 0 0 0,56-26 0 0 0,-73 28-104 0 0,1-1 1 0 0,-2-1-1 0 0,1 1 0 0 0,-1-2 0 0 0,0 0 1 0 0,-1 0-1 0 0,0-1 0 0 0,17-20 0 0 0,-22 22-12 0 0,1 0 0 0 0,-1 0-1 0 0,0 0 1 0 0,0-1 0 0 0,-1 0-1 0 0,0 0 1 0 0,-1 0-1 0 0,0 0 1 0 0,0 0 0 0 0,-1-1-1 0 0,-1 1 1 0 0,1-1 0 0 0,-1 0-1 0 0,-1 1 1 0 0,0-1 0 0 0,0 0-1 0 0,-1 1 1 0 0,0-1 0 0 0,-1 0-1 0 0,-3-12 1 0 0,1 12-17 0 0,1-1 0 0 0,-2 1 0 0 0,1-1 0 0 0,-1 1 0 0 0,-1 1 1 0 0,0-1-1 0 0,0 1 0 0 0,-1 0 0 0 0,0 0 0 0 0,-1 1 0 0 0,0 0 0 0 0,0 0 0 0 0,0 1 0 0 0,-1 0 0 0 0,0 1 1 0 0,-1 0-1 0 0,1 0 0 0 0,-1 1 0 0 0,0 0 0 0 0,-1 1 0 0 0,1 0 0 0 0,-14-3 0 0 0,17 4-109 0 0,-1 1-1 0 0,0 1 1 0 0,-14-2-1 0 0,12 3-225 0 0,0 1 0 0 0,0 0 1 0 0,0 0-1 0 0,0 1 0 0 0,-14 4 0 0 0,-18 9-1598 0 0,39-14 1179 0 0,1 0-68 0 0,0 0 264 0 0,-3 2 581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35.8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 70 492 0 0,'-1'-5'351'0'0,"0"1"-1"0"0,-1-1 0 0 0,1 0 1 0 0,1 1-1 0 0,-1-1 1 0 0,1 0-1 0 0,-1 1 1 0 0,2-8-1 0 0,-1-1 1945 0 0,-2 6-1425 0 0,0 7-201 0 0,0 6 3339 0 0,-3 45-2773 0 0,3 55 1 0 0,1 65 1125 0 0,7 170 1257 0 0,5-116-1850 0 0,8-66-587 0 0,-9-109-551 0 0,-8-43-501 0 0,-2-8-147 0 0,0 1 1 0 0,0 0-1 0 0,0 0 0 0 0,0 0 1 0 0,0 0-1 0 0,0 0 0 0 0,0 0 0 0 0,0 0 1 0 0,0 0-1 0 0,0 0 0 0 0,0 0 1 0 0,0 0-1 0 0,0-1 0 0 0,0 1 1 0 0,0 0-1 0 0,0 0 0 0 0,1 0 0 0 0,-1 0 1 0 0,0 0-1 0 0,0 0 0 0 0,0 0 1 0 0,0 0-1 0 0,0 0 0 0 0,0 0 1 0 0,0 0-1 0 0,0 0 0 0 0,0 0 1 0 0,0 0-1 0 0,0 0 0 0 0,0 0 0 0 0,0 0 1 0 0,0 0-1 0 0,0 0 0 0 0,0-1 1 0 0,1 1-1 0 0,-1 0 0 0 0,0 0 1 0 0,0 0-1 0 0,0 0 0 0 0,0 0 0 0 0,0 0 1 0 0,0 0-1 0 0,0 0 0 0 0,0 0 1 0 0,0 0-1 0 0,0 0 0 0 0,0 0 1 0 0,1 1-1 0 0,-1-1 0 0 0,0 0 0 0 0,0 0 1 0 0,0 0-1 0 0,0 0 0 0 0,0 0 1 0 0,0 0-1 0 0,0 0 0 0 0,0 0 1 0 0,0 0-1 0 0,0 0 0 0 0,0 0 0 0 0,0 0 1 0 0,0 0-1 0 0,0 0 0 0 0,5-25-412 0 0,-4 18-75 0 0,1-4-3116 0 0,1-1-361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8:59:49.1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 85 52 0 0,'0'0'1273'0'0,"1"-3"-1089"0"0,0 2-97 0 0,-1 0-1 0 0,1 0 0 0 0,-1 0 0 0 0,0 0 0 0 0,0 0 0 0 0,0 0 0 0 0,0 0 0 0 0,0 0 0 0 0,0 0 0 0 0,0 0 0 0 0,0 0 0 0 0,0 0 0 0 0,0 0 0 0 0,0 0 0 0 0,-1 0 0 0 0,1 0 0 0 0,0 0 0 0 0,-1 0 0 0 0,1 0 0 0 0,-1 1 0 0 0,1-1 0 0 0,-1 0 0 0 0,1 0 0 0 0,-1 0 1 0 0,1 0-1 0 0,-1 1 0 0 0,0-1 0 0 0,0 0 0 0 0,1 1 0 0 0,-1-1 0 0 0,-1 0 0 0 0,1 0-329 0 0,-3-3 627 0 0,3 4-365 0 0,1-1 0 0 0,-1 1 0 0 0,0 0 1 0 0,0-1-1 0 0,1 1 0 0 0,-1-1 0 0 0,0 0 0 0 0,1 1 0 0 0,-1-1 1 0 0,1 0-1 0 0,-1 1 0 0 0,0-1 0 0 0,1 0 0 0 0,0 1 1 0 0,-1-1-1 0 0,1 0 0 0 0,-1 0 0 0 0,1 0 0 0 0,0 1 1 0 0,0-1-1 0 0,-1 0 0 0 0,1 0 0 0 0,0 0 0 0 0,0 0 1 0 0,0-1-1 0 0,0 2-39 0 0,-1-2 30 0 0,0 0-63 0 0,-8-23-2912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9:04:47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1 131 540,'0'0'6029,"11"-14"-5316,1-4-485,-6 8 38,1 1 1,1-1-1,14-14 0,-12 19 325,32-14-25,-32 14 474,4 2-567,41-8-24,-41 8 354,3 4-452,3 2-234,43 1 719,-49 2-559,42 21-4,-54-26-247,0 0 0,-1 0 0,1 0 0,0 0 0,0 0 0,0 0 0,-1 0 0,1 1 0,1 1 0,4 4 53,21 20 294,-2-5-159,-20-17-10,-1 5-16,17 27-10,-17-28-24,0-1-10,15 26-16,-15-26 116,-5 1-116,0 28-21,0-27 146,-1-1-171,-3 26-5,2-26 2642,-31-16-2489,-102-21-6,101 21 7,27 14-8,-1 1-154,2-3-5,1 0 1,0 0-1,1 0 1,-6 8-1,-9 12 102,15-19-15,-2 2-19,-17 27-25,17-26-48,1-1-73,-25 42-666,16-25 238,10-18-99,-1 2-827,-13 25 523,13-25-136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47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425 115 224 0 0,'0'0'482'0'0,"-10"-8"113"0"0,-30-28 64 0 0,30 27-3 0 0,-1 6-31 0 0,-35-10 0 0 0,35 10 757 0 0,-5 3-645 0 0,-50 0 17 0 0,50 0 1450 0 0,-2 7-1536 0 0,-55 21-43 0 0,71-28-567 0 0,0 1 0 0 0,-1 0 0 0 0,1 0 0 0 0,0 0 0 0 0,0 0 0 0 0,0 0 0 0 0,0 0 0 0 0,0 1 0 0 0,-3 2 0 0 0,-21 19 486 0 0,24-22-477 0 0,0 1-1 0 0,-1 0 0 0 0,1 0 1 0 0,0 0-1 0 0,0 0 0 0 0,1 0 1 0 0,-1 1-1 0 0,0-1 0 0 0,1 0 1 0 0,-1 1-1 0 0,1-1 0 0 0,-1 4 0 0 0,-2 2 93 0 0,0-1 286 0 0,0 3-50 0 0,-13 32-47 0 0,13-31 272 0 0,6-1-330 0 0,8 28-32 0 0,-8-28 175 0 0,7-4-240 0 0,25 18-25 0 0,-25-18 487 0 0,17-16-547 0 0,81-30-12 0 0,-83 31-49 0 0,-17 2-1 0 0,-1 0-17 0 0,-3 4-5 0 0,0-1-1 0 0,0 1 1 0 0,0-1 0 0 0,-1 0-1 0 0,0 0 1 0 0,3-7 0 0 0,11-19 102 0 0,-12 22-3 0 0,-5-2 17 0 0,-2-38 444 0 0,-3 38-414 0 0,-15-32-9 0 0,16 31-1 0 0,-4 6-20 0 0,-23-17-26 0 0,23 16 71 0 0,-1 3-126 0 0,-31-10-15 0 0,31 10-24 0 0,-7 14-3684 0 0,-48 34 2573 0 0,49-34-297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48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62 150 688 0 0,'0'0'2610'0'0,"-10"-7"-1309"0"0,-32-24-1 0 0,32 23 9192 0 0,41 7-17377 0 0,93-4 6535 0 0,-93 3 93 0 0,-28-5 121 0 0,8-21 101 0 0,-8 21 819 0 0,-1-2-408 0 0,0-1-213 0 0,0 7 58 0 0,-1-1 1 0 0,0 0 0 0 0,0 0-1 0 0,0 0 1 0 0,-1 0 0 0 0,0-8-1 0 0,7 32-1115 0 0,20 58-230 0 0,-20-58-691 0 0,-16-8-1128 0 0,-38 50 225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48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0 372 0 0,'0'0'15736'0'0,"1"20"-15633"0"0,6 60-7 0 0,-6-79-91 0 0,-1 0-1 0 0,1 0 0 0 0,-1 0 0 0 0,0 0 0 0 0,0 0 1 0 0,0 1-1 0 0,1-1 0 0 0,-1 0 0 0 0,0 0 0 0 0,-1 0 0 0 0,1 0 1 0 0,0 1-1 0 0,0-1 0 0 0,0 0 0 0 0,-1 0 0 0 0,1 0 0 0 0,-1 0 1 0 0,1 0-1 0 0,-1 0 0 0 0,1 0 0 0 0,-1 0 0 0 0,0 1 1 0 0,-4 7 21 0 0,3-6-12 0 0,1 0-1 0 0,-1 0 1 0 0,0 0-1 0 0,-1 0 1 0 0,1 0-1 0 0,0-1 1 0 0,-1 1-1 0 0,0-1 1 0 0,-4 4 0 0 0,-14 12 63 0 0,15-14 2752 0 0,26 2-2539 0 0,58 14-9 0 0,-58-15-29 0 0,-17 4-23 0 0,11 25-32 0 0,-10-25-33 0 0,-4-7-143 0 0,0 1 0 0 0,0-1 0 0 0,0 0-1 0 0,0 1 1 0 0,0-1 0 0 0,1 0 0 0 0,-1 0 0 0 0,1 1-1 0 0,1 2 1 0 0,6 29-575 0 0,-7-24 333 0 0,1 4 5 0 0,1 12-3260 0 0,3 13 396 0 0,-4-29-2045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0.0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1 131 468 0 0,'0'0'5258'0'0,"13"-14"-4255"0"0,41-44-53 0 0,-53 57-876 0 0,1-1-1 0 0,-1 0 1 0 0,1 1-1 0 0,-1-1 1 0 0,1 1-1 0 0,-1-1 1 0 0,1 1-1 0 0,0 0 1 0 0,0-1-1 0 0,0 1 1 0 0,2-1-1 0 0,32-13 758 0 0,-27 11-56 0 0,8 0-73 0 0,51-10-59 0 0,-51 11 463 0 0,2 6-617 0 0,57 10-39 0 0,-75-13-423 0 0,1 0 1 0 0,0 0 0 0 0,0 0 0 0 0,0 1 0 0 0,0-1 0 0 0,0 1 0 0 0,-1-1 0 0 0,1 1-1 0 0,0 0 1 0 0,0 0 0 0 0,-1 0 0 0 0,1 0 0 0 0,-1 0 0 0 0,3 2 0 0 0,9 6 120 0 0,-2-2-15 0 0,-1 1-1 0 0,0 1 1 0 0,0 0-1 0 0,-1 0 1 0 0,0 0-1 0 0,8 13 1 0 0,-12-15-82 0 0,58 83 441 0 0,-55-78-410 0 0,13 27 297 0 0,9 26-19 0 0,-25-55-308 0 0,12 32 177 0 0,-7-11-129 0 0,-7-23-61 0 0,-3 3-91 0 0,0 37-130 0 0,0-47 151 0 0,0 1 1 0 0,0 0 0 0 0,0-1-1 0 0,0 1 1 0 0,0 0-1 0 0,-1-1 1 0 0,1 1-1 0 0,-1-1 1 0 0,1 1 0 0 0,-2 2-1 0 0,-10 29-490 0 0,3-17-206 0 0,-12 13-196 0 0,8-16-344 0 0,6-5 604 0 0,-6 3-271 0 0,-10 4-3808 0 0,-16 9 1089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0.5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1240 0 796 0 0,'0'0'9499'0'0,"-19"15"-8782"0"0,-56 42-53 0 0,73-56-633 0 0,0 0-1 0 0,1 0 1 0 0,-1 0 0 0 0,1 0 0 0 0,0 0 0 0 0,-1 0 0 0 0,1 0 0 0 0,0 0 0 0 0,0 0-1 0 0,0 1 1 0 0,-1-1 0 0 0,1 1 0 0 0,1-1 0 0 0,-1 1 0 0 0,0-1 0 0 0,0 1 0 0 0,0-1-1 0 0,1 1 1 0 0,-1 2 0 0 0,-16 69 1329 0 0,-6 78 0 0 0,16-111-693 0 0,-2 1-99 0 0,-3 22 117 0 0,10-53-581 0 0,-8 31 400 0 0,0-9-229 0 0,10-31-256 0 0,-1 1 0 0 0,1-1 0 0 0,-1 1 0 0 0,0-1 0 0 0,1 1 0 0 0,-1-1-1 0 0,0 0 1 0 0,0 1 0 0 0,0-1 0 0 0,0 0 0 0 0,0 0 0 0 0,-2 1 0 0 0,-7 12 56 0 0,3-5 9 0 0,-1 0 0 0 0,0 0 0 0 0,-13 11 1 0 0,-18 14 62 0 0,32-29-132 0 0,1-1 0 0 0,-1 0 0 0 0,0 0 0 0 0,-15 6 0 0 0,-46 14-93 0 0,65-23 47 0 0,-1 1 0 0 0,0-1-1 0 0,1-1 1 0 0,-1 1-1 0 0,0 0 1 0 0,-6-1-1 0 0,-56 6-304 0 0,61-6 273 0 0,0 0 0 0 0,-1 0 0 0 0,1 0 0 0 0,0 0 1 0 0,0-1-1 0 0,-6-1 0 0 0,-87-15-508 0 0,91 16 434 0 0,1 0 0 0 0,-1-1 0 0 0,1 1 1 0 0,-13-6-1 0 0,-17-6-201 0 0,-17-7-887 0 0,0-2 1 0 0,-85-49-1 0 0,119 60 944 0 0,-4-2-266 0 0,1-1 0 0 0,-38-32 0 0 0,47 36 373 0 0,5 4 13 0 0,0 0-1 0 0,0-1 0 0 0,1 1 0 0 0,-8-11 0 0 0,7 11 23 0 0,5 3 73 0 0,0 1 0 0 0,0-1 0 0 0,0 0 1 0 0,0 0-1 0 0,1 0 0 0 0,-1-1 0 0 0,1 1 0 0 0,-3-5 0 0 0,-12-19-203 0 0,13 20 53 0 0,4 4 188 0 0,0 0 0 0 0,0-1 0 0 0,-1 1-1 0 0,1 0 1 0 0,-1 0 0 0 0,1 0 0 0 0,-2-4-1 0 0,1 4 15 0 0,0 0 0 0 0,0 0 0 0 0,0 0 0 0 0,1 0 0 0 0,0 0 0 0 0,-1-1 0 0 0,1-3 0 0 0,8-5 73 0 0,23-38 64 0 0,-30 49-108 0 0,0-1-1 0 0,0 1 1 0 0,0-1 0 0 0,0 1 0 0 0,0 0 0 0 0,0-1-1 0 0,0 1 1 0 0,0 0 0 0 0,0 0 0 0 0,0 0 0 0 0,1 0 0 0 0,1-2-1 0 0,5-3 68 0 0,-5 3-31 0 0,1 0-1 0 0,-1 1 1 0 0,0-1-1 0 0,1 1 1 0 0,0 0-1 0 0,-1 0 1 0 0,1 0-1 0 0,0 1 1 0 0,6-2-1 0 0,33-14 338 0 0,-19 10 58 0 0,48-5 537 0 0,-53 13-485 0 0,61 2 23 0 0,-60-2-40 0 0,-7 6 3 0 0,38 18-6 0 0,-49-24-435 0 0,0 0 0 0 0,0 0 1 0 0,0 0-1 0 0,0 0 1 0 0,0 1-1 0 0,0-1 0 0 0,-1 0 1 0 0,1 1-1 0 0,2 2 1 0 0,27 28 368 0 0,-30-31-387 0 0,0-1-1 0 0,0 1 1 0 0,0 0 0 0 0,-1 0 0 0 0,1 0 0 0 0,0 0 0 0 0,0 0 0 0 0,-1 0 0 0 0,1 0 0 0 0,0 1 0 0 0,-1-1 0 0 0,1 0 0 0 0,-1 0 0 0 0,1 2 0 0 0,10 33 325 0 0,-8-15-24 0 0,-3 30-35 0 0,0-48-265 0 0,0-1-1 0 0,0 1 1 0 0,0-1-1 0 0,-1 0 1 0 0,1 1-1 0 0,0-1 1 0 0,-1 0-1 0 0,0 0 1 0 0,-1 4-1 0 0,-1 4 27 0 0,-3 9 31 0 0,-1 0 0 0 0,-1-1-1 0 0,-13 23 1 0 0,15-30-58 0 0,-22 26-35 0 0,-7 8-156 0 0,31-39 78 0 0,-1-1 0 0 0,1 1 0 0 0,-1-1-1 0 0,0 0 1 0 0,0 0 0 0 0,-8 5 0 0 0,2-1-89 0 0,-6 3-513 0 0,-15 5-226 0 0,24-13-315 0 0,-6-3-1038 0 0,-40 3-1483 0 0,41-3 287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0.8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545 0 1128 0 0,'0'0'15702'0'0,"-10"20"-15348"0"0,-29 59-38 0 0,29-59 718 0 0,5-13-819 0 0,-12 20-22 0 0,13-20 129 0 0,-9-3-183 0 0,-3 2-97 0 0,7-2-6 0 0,0 0 0 0 0,0-1 0 0 0,0-1 0 0 0,-18 4-1 0 0,13-5-8 0 0,6 0-3 0 0,1 0 0 0 0,-1 1 0 0 0,1-1 0 0 0,0 1 0 0 0,-11 5 0 0 0,5-3 6 0 0,-41 15 113 0 0,40-15-119 0 0,8-2-7 0 0,0 0-1 0 0,0 0 1 0 0,0 1 0 0 0,0 0-1 0 0,0 0 1 0 0,-10 7 0 0 0,4-4 11 0 0,7-4-4 0 0,-1 1 1 0 0,1 0 0 0 0,-1 1-1 0 0,1-1 1 0 0,0 1 0 0 0,-9 9-1 0 0,-20 16 118 0 0,18-12-4 0 0,-12 20 8 0 0,17-18 10 0 0,-3 21 0 0 0,13-39-143 0 0,1 1-1 0 0,-1-1 0 0 0,1 1 1 0 0,-1-1-1 0 0,1 1 0 0 0,0-1 1 0 0,0 1-1 0 0,0 0 0 0 0,0-1 1 0 0,0 1-1 0 0,0 1 0 0 0,-1 9 37 0 0,1-6-20 0 0,-1 0 0 0 0,1-1 0 0 0,1 1 0 0 0,-1-1 0 0 0,1 1 0 0 0,0 0 0 0 0,2 6 0 0 0,5 30 92 0 0,-8-41-111 0 0,1 1 0 0 0,-1 0 0 0 0,0-1 1 0 0,1 1-1 0 0,-1-1 0 0 0,1 1 0 0 0,0-1 1 0 0,-1 1-1 0 0,1-1 0 0 0,2 3 0 0 0,18 29 96 0 0,-8-18-15 0 0,15 10-4 0 0,-8-12-8 0 0,72 37 2 0 0,-86-47-146 0 0,8 0-131 0 0,43 7-169 0 0,-43-8-157 0 0,5-9-1849 0 0,55-22 1285 0 0,-73 29 1037 0 0,0-1 0 0 0,0 1 0 0 0,0 0 0 0 0,1 0 0 0 0,-1-1 0 0 0,0 1 0 0 0,0-1 0 0 0,0 1 0 0 0,0-1 0 0 0,0 1 0 0 0,0-1 0 0 0,0 0 0 0 0,0 1 0 0 0,0-1 0 0 0,0 0 0 0 0,-1 0 0 0 0,1 0 0 0 0,0 0 0 0 0,0 0 0 0 0,-1 0 0 0 0,1 0 0 0 0,-1 0 0 0 0,1 0 0 0 0,0-1 0 0 0,17-39-1310 0 0,-17 39 1214 0 0,0 1 0 0 0,0-1 0 0 0,-1 0 0 0 0,1 0 0 0 0,-1 1 1 0 0,1-1-1 0 0,-1 0 0 0 0,0 0 0 0 0,1 0 0 0 0,-1-3 0 0 0,0-4-235 0 0,1-7-871 0 0,0 1 0 0 0,-1 0 0 0 0,-1-1 1 0 0,-5-25-1 0 0,-9-22-2541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1.0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370 54 212 0 0,'0'0'928'0'0,"-8"-9"-31"0"0,-23-27-2 0 0,23 27 7261 0 0,-6 24-7308 0 0,-41 46-13 0 0,53-60-768 0 0,0 1 0 0 0,0 0 0 0 0,1-1 0 0 0,-1 1-1 0 0,1 0 1 0 0,-1 0 0 0 0,1 0 0 0 0,0 0 0 0 0,0 0 0 0 0,0 1-1 0 0,-2 3 1 0 0,-52 172 2707 0 0,23-70-1322 0 0,-25 53-834 0 0,34-100-1169 0 0,21-51 395 0 0,-13 27-873 0 0,12-28 713 0 0,1-6 14 0 0,1 0 0 0 0,0 1 1 0 0,-1-1-1 0 0,1 0 0 0 0,-1 0 1 0 0,0 0-1 0 0,0 0 0 0 0,0 0 1 0 0,-4 2-1 0 0,-15 22-2192 0 0,16-20-1615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1.3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 1511 1104 0 0,'0'0'8755'0'0,"-1"12"-7916"0"0,-3 37 0 0 0,3-37 4980 0 0,-2-41-5333 0 0,-13-156 339 0 0,4 63-158 0 0,3-242 444 0 0,12 280-923 0 0,5-1 0 0 0,3 1 1 0 0,22-83-1 0 0,-24 143-113 0 0,40-105 27 0 0,-43 116-90 0 0,-1 2-1 0 0,0 0 0 0 0,0 1-1 0 0,1 0 1 0 0,1 0 0 0 0,0 0-1 0 0,8-8 1 0 0,77-97-14 0 0,-63 79-68 0 0,-26 32 45 0 0,-1 1 1 0 0,1 0-1 0 0,-1 0 0 0 0,1 0 1 0 0,0 0-1 0 0,0 1 0 0 0,1-1 1 0 0,-1 1-1 0 0,4-3 0 0 0,2 0-45 0 0,-3-1-208 0 0,2 2-77 0 0,24-13-50 0 0,-25 13-27 0 0,2 22-2039 0 0,25 54 1539 0 0,-33-70 866 0 0,0 0 0 0 0,0 0-1 0 0,0 0 1 0 0,0 0 0 0 0,0 0-1 0 0,-1 0 1 0 0,1 0-1 0 0,-1 0 1 0 0,1 0 0 0 0,-1 0-1 0 0,0 0 1 0 0,0 0 0 0 0,0 1-1 0 0,0-1 1 0 0,0 3-1 0 0,-1 19-358 0 0,1-4-134 0 0,-1 0 0 0 0,-1 0 0 0 0,-8 35 0 0 0,-18 38-5606 0 0,26-86 2639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1.7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27 1192 0 0,'0'0'7692'0'0,"42"-5"-6834"0"0,127-13-12 0 0,-158 17-635 0 0,1-1 1 0 0,-1 2-1 0 0,24 1 1 0 0,180 9 1364 0 0,-19-2 18 0 0,198 4 648 0 0,1093 54 2105 0 0,-1094-44-3754 0 0,67 5-156 0 0,-214-7-717 0 0,-211-18-96 0 0,-8 0 201 0 0,58 0-1009 0 0,-64-3 470 0 0,0-1 1 0 0,21-4-1 0 0,-16 2 57 0 0,-4 1-2578 0 0,-12 1-2129 0 0,38-11 409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6.9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88 232 0 0,'0'0'1051'0'0,"10"-8"-30"0"0,32-24-46 0 0,-32 24-56 0 0,-1 4-65 0 0,33-18 1261 0 0,-28 19-1542 0 0,42-6-58 0 0,-43 7 728 0 0,8 10-905 0 0,60 21-30 0 0,-54-17-26 0 0,2 9-21 0 0,-17-10-17 0 0,8 15-29 0 0,-15-20-17 0 0,-2 8-16 0 0,11 38-27 0 0,-13-50-142 0 0,0 0 0 0 0,-1 0 1 0 0,1 0-1 0 0,-1-1 0 0 0,0 1 0 0 0,0 0 1 0 0,0 0-1 0 0,0 0 0 0 0,0 0 0 0 0,0 3 0 0 0,-4 39 103 0 0,4-41-118 0 0,-1 1-1 0 0,1-1 1 0 0,0 1 0 0 0,-1-1-1 0 0,0 1 1 0 0,1 0-1 0 0,-1-1 1 0 0,-1 0-1 0 0,1 1 1 0 0,-3 4-1 0 0,-1 1-34 0 0,5-9 30 0 0,-1 6-51 0 0,-1-1 0 0 0,1 0 0 0 0,-1 0-1 0 0,0-1 1 0 0,-1 1 0 0 0,-2 5 0 0 0,-11 15-645 0 0,13-17 421 0 0,-4 6 82 0 0,-10 5-2664 0 0,-11 9 57 0 0,21-21 215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7.2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796 1 540 0 0,'0'0'10622'0'0,"-10"16"-10120"0"0,-30 49-28 0 0,21-33 138 0 0,16-22-569 0 0,-6 22 939 0 0,6-20-865 0 0,2-6-38 0 0,-1 0-1 0 0,0 0 1 0 0,0 0-1 0 0,-1 0 0 0 0,1-1 1 0 0,-6 9-1 0 0,4-5 22 0 0,3-6-49 0 0,-1 1 1 0 0,1-1-1 0 0,-1 1 1 0 0,0-1 0 0 0,0 0-1 0 0,-1 0 1 0 0,1 0 0 0 0,-4 4-1 0 0,-27 31 410 0 0,7-11-316 0 0,12-15-49 0 0,5-5-86 0 0,6-4-20 0 0,-1 0-1 0 0,1-1 1 0 0,-1 1-1 0 0,0-1 1 0 0,0 0 0 0 0,0 0-1 0 0,0 0 1 0 0,0-1-1 0 0,-6 2 1 0 0,-39 15-220 0 0,23-11-128 0 0,-31 5-130 0 0,28-9-135 0 0,-31 0-119 0 0,45-2-99 0 0,-10-6-64 0 0,-8-1 453 0 0,-3 1-392 0 0,1-2-1 0 0,1-2 1 0 0,-35-12-1 0 0,11 0-2032 0 0,43 16 222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7.3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7 185 752 0 0,'0'0'242'0'0,"-1"-13"35"0"0,-1-3-180 0 0,-2-34 626 0 0,12 41-422 0 0,25-30 68 0 0,-25 30 64 0 0,3 4 31 0 0,30-14 46 0 0,-31 14 41 0 0,5 2 20 0 0,43-10 10 0 0,-43 10 517 0 0,2 4-608 0 0,68 3 1517 0 0,-75 4-1700 0 0,28 23-26 0 0,-28-24-24 0 0,-10 3-38 0 0,0 40-27 0 0,-10-35-353 0 0,-30 44-142 0 0,19-31-359 0 0,12-22 498 0 0,2-2-42 0 0,2 1-637 0 0,-8-3-3303 0 0,-51 8 1761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7.7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399 1 840 0 0,'0'0'8406'0'0,"-15"15"-8088"0"0,-44 47-28 0 0,44-47 225 0 0,14-5-292 0 0,-3 48 825 0 0,1-22-947 0 0,2-27 168 0 0,-6-4-195 0 0,-20 16-4 0 0,21-16 64 0 0,-6-2-75 0 0,-35 7 7 0 0,35-8 62 0 0,-1 2-66 0 0,-38 8 7 0 0,38-8 59 0 0,3 2-57 0 0,-29 20-5 0 0,24-14 0 0 0,-5 12 4 0 0,15-18 4 0 0,1 5 4 0 0,-10 31 0 0 0,10-31 6 0 0,4-1 3 0 0,-2 39 126 0 0,9-39-154 0 0,18 28-11 0 0,-18-28-5 0 0,2-5-13 0 0,26 14-1 0 0,-26-14-19 0 0,7-6-497 0 0,50 0 75 0 0,-50 1-157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7.9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389 0 432 0 0,'0'0'8234'0'0,"-28"8"-7760"0"0,-86 24-57 0 0,88-24-234 0 0,18-1-21 0 0,-25 32 248 0 0,-4 7-510 0 0,-4 6-634 0 0,6-4-736 0 0,28-36 1048 0 0,-24 32-3124 0 0,3-8 1270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4:58.1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1140 488 0 0,'0'0'6829'0'0,"11"-22"-6054"0"0,37-74-39 0 0,-46 90-656 0 0,0 3-10 0 0,-1-1 0 0 0,1 0 0 0 0,-1 1-1 0 0,0-1 1 0 0,0 0 0 0 0,0 0 0 0 0,0 0 0 0 0,-1 0 0 0 0,1-7 0 0 0,0-5 539 0 0,1 2-399 0 0,-1 5-12 0 0,0 1 0 0 0,-1-1 0 0 0,0 0 0 0 0,-1-13 0 0 0,-8-199 1669 0 0,4 170-1551 0 0,3 37-90 0 0,0 0-1 0 0,1-23 1 0 0,0 17-122 0 0,0 6-5 0 0,1-1-1 0 0,1 1 1 0 0,0-1 0 0 0,0 1-1 0 0,8-28 1 0 0,-5 21-20 0 0,-1 4-3 0 0,0 0 1 0 0,2 0-1 0 0,0 1 1 0 0,0 0 0 0 0,2 0-1 0 0,14-26 1 0 0,77-104-86 0 0,-79 122-291 0 0,-6 13 171 0 0,-5 5 15 0 0,-5 2-24 0 0,1 0 1 0 0,0 1 0 0 0,0 0-1 0 0,0 0 1 0 0,9-5 0 0 0,-5 3-65 0 0,-1 0-508 0 0,3 0-1270 0 0,31-14-124 0 0,-30 14-1385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00.9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7 119 164 0 0,'0'0'7683'0'0,"12"-13"-7271"0"0,38-41-22 0 0,-38 41 1019 0 0,-3 8-1115 0 0,23-16-28 0 0,-24 16 820 0 0,6 4-910 0 0,42-4-10 0 0,-42 3 556 0 0,2 10-581 0 0,51 21 6 0 0,-50-21 10 0 0,-10-2-4 0 0,20 20-12 0 0,-21-20 6 0 0,0 3 2 0 0,19 28-9 0 0,-23-34-121 0 0,-1-1 0 0 0,1 1 1 0 0,0-1-1 0 0,-1 1 1 0 0,1-1-1 0 0,-1 1 0 0 0,0 0 1 0 0,0 0-1 0 0,0 0 1 0 0,0 0-1 0 0,1 5 1 0 0,-1 0 22 0 0,2 0 78 0 0,-1 3-1 0 0,1 1-81 0 0,-1-8-22 0 0,0 1 0 0 0,-1 0 1 0 0,0 0-1 0 0,0 0 0 0 0,-1 0 0 0 0,1 0 0 0 0,-1 0 0 0 0,-1 6 1 0 0,1 21 59 0 0,0-24 4 0 0,-2 5-2 0 0,-6 40-12 0 0,2-33-2 0 0,2-10-43 0 0,-15 28 71 0 0,-13 17-3 0 0,21-38-62 0 0,-27 30 0 0 0,33-43-17 0 0,-4 5 2 0 0,-25 26 4 0 0,25-27-19 0 0,0-3 12 0 0,-28 14 31 0 0,28-14-20 0 0,-4-3-32 0 0,-38 4 2 0 0,38-4 0 0 0,0-13 4 0 0,-41-33-12 0 0,40 33 7 0 0,9 4-22 0 0,-13-21 25 0 0,13 21 1264 0 0,45 16-1136 0 0,119 25 15 0 0,-105-23-5 0 0,-37-7-90 0 0,52 5 136 0 0,-12-4-89 0 0,-43-4-9 0 0,4 0-7 0 0,75 4 27 0 0,-87-5-64 0 0,1 0 0 0 0,-1-1 0 0 0,1 1-1 0 0,-1-1 1 0 0,10-3 0 0 0,6-1-1582 0 0,4 4-3346 0 0,-19-5 652 0 0,31-22 323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01.4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445 410 536 0 0,'0'0'3927'0'0,"-8"12"-3085"0"0,-23 37-70 0 0,23-37 1119 0 0,-1-6-1375 0 0,-28 18-51 0 0,28-18 662 0 0,-4-4-823 0 0,-38 6-44 0 0,38-6 425 0 0,-9-11-499 0 0,-63-25-13 0 0,82 32-154 0 0,-1 1 0 0 0,1 0 0 0 0,-1-1 0 0 0,1 1 0 0 0,0-1-1 0 0,0 0 1 0 0,-4-3 0 0 0,-29-23 118 0 0,20 10-10 0 0,-41-62 92 0 0,56 79-212 0 0,0 0 0 0 0,1-1 0 0 0,-1 1 0 0 0,0 0 0 0 0,1-1 0 0 0,-1 1 1 0 0,1 0-1 0 0,0-1 0 0 0,0 1 0 0 0,-1-1 0 0 0,1-1 0 0 0,-4-13 18 0 0,2 8-5 0 0,0-1 0 0 0,1 1 0 0 0,0-1 0 0 0,0 0 0 0 0,1-9 0 0 0,-1-27 43 0 0,0 41-55 0 0,1 0 0 0 0,0 1 0 0 0,0-1 0 0 0,0 0 0 0 0,0 0-1 0 0,0 1 1 0 0,1-1 0 0 0,0 0 0 0 0,0 0 0 0 0,2-4 0 0 0,0-2 9 0 0,3-7 38 0 0,11-15-13 0 0,-12 24-7 0 0,1 0 8 0 0,20-24 2 0 0,-20 24-8 0 0,1 3 10 0 0,22-17 14 0 0,-22 16 208 0 0,0 6-231 0 0,1 0-1 0 0,-1-1 1 0 0,1 0 0 0 0,12-3 0 0 0,-5 1 1 0 0,-1 1 527 0 0,-6 16-423 0 0,28 44-6 0 0,-27-44 3 0 0,-13 2-15 0 0,-12 45-25 0 0,8-35-12 0 0,-11 15-11 0 0,8-22-33 0 0,3-7-47 0 0,-27 33-162 0 0,26-34 89 0 0,3-3-69 0 0,0-1-1 0 0,0 0 0 0 0,-11 9 1 0 0,10-8-18 0 0,4-4 21 0 0,0-1-1 0 0,-1 1 1 0 0,1-1-1 0 0,-1 0 1 0 0,0 0 0 0 0,-6 4-1 0 0,-14 10-615 0 0,18-13-127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01.65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238 118 28 0 0,'0'0'597'0'0,"-4"-13"33"0"0,-8-37-5 0 0,8 38 1345 0 0,-2 5-1266 0 0,-20-21-7 0 0,20 21 4017 0 0,-18 18-4271 0 0,-69 34-33 0 0,72-35-220 0 0,14-2-10 0 0,2-1-67 0 0,3-5-69 0 0,0 0 0 0 0,1 1 1 0 0,-1 0-1 0 0,0-1 0 0 0,1 1 1 0 0,0 0-1 0 0,0-1 1 0 0,0 1-1 0 0,0 0 0 0 0,0 0 1 0 0,0 4-1 0 0,-8 27 234 0 0,7-26-31 0 0,2 2-21 0 0,-2 30-16 0 0,2-30 125 0 0,6 0-205 0 0,18 34-43 0 0,-18-33-61 0 0,33 10-192 0 0,-31-17-57 0 0,10-18-8100 0 0,71-53 5699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01.8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182 56 212 0 0,'0'0'1941'0'0,"-10"-9"-1257"0"0,-27-28-11 0 0,28 28 3288 0 0,3 27-3473 0 0,-20 55-26 0 0,18-45-26 0 0,0 30 320 0 0,1 14-115 0 0,6-58-549 0 0,-7 38 314 0 0,-3-1-179 0 0,-4-1-441 0 0,13-40 105 0 0,-12 27-1248 0 0,-2-2 398 0 0,12-26-621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02.1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49 1210 776 0 0,'0'0'4789'0'0,"-8"-11"-3898"0"0,-24-33-48 0 0,23 34 689 0 0,14-4-842 0 0,13-40-41 0 0,-13 41-14 0 0,-3 0-50 0 0,2-2-399 0 0,-2 8-35 0 0,0-1 0 0 0,-1 0 0 0 0,0-1 0 0 0,0 1 0 0 0,-1-14 0 0 0,2 0 65 0 0,-1-2 137 0 0,0 1 0 0 0,-4-34 0 0 0,-5-80 285 0 0,2 38-232 0 0,1 35-120 0 0,3-1-1 0 0,8-82 1 0 0,0 90-85 0 0,-4 39-137 0 0,0-1 0 0 0,2 1 0 0 0,8-28 0 0 0,2-6 6 0 0,-13 48-58 0 0,0 1 0 0 0,0-1 0 0 0,0 0 0 0 0,0 0 0 0 0,0 0 0 0 0,1 1 0 0 0,0-1 0 0 0,0 1 0 0 0,0-1 0 0 0,3-3 0 0 0,1-1 10 0 0,-4 3-12 0 0,0 1-1 0 0,1-1 0 0 0,-1 1 1 0 0,1 0-1 0 0,0 0 0 0 0,5-5 1 0 0,-2 2-2 0 0,6-4 6 0 0,17-6-29 0 0,-22 13-13 0 0,16 13-211 0 0,69 27 123 0 0,-89-35 105 0 0,-1-1 1 0 0,0 1 0 0 0,1 0-1 0 0,-1 0 1 0 0,0 0-1 0 0,0 0 1 0 0,0 0-1 0 0,0 0 1 0 0,0 0 0 0 0,0 1-1 0 0,0-1 1 0 0,0 1-1 0 0,1 2 1 0 0,7 5-48 0 0,-4-4 6 0 0,-2-1 0 0 0,1 1 1 0 0,0 1-1 0 0,-1-1 1 0 0,0 1-1 0 0,4 7 0 0 0,7 8-76 0 0,-2-3-246 0 0,-1 0 1 0 0,0 1-1 0 0,-2 0 0 0 0,0 1 1 0 0,-1 0-1 0 0,11 37 0 0 0,-7-8-293 0 0,-11-45 522 0 0,-1 1-1 0 0,0-1 1 0 0,0 1 0 0 0,0 0 0 0 0,0-1 0 0 0,-1 1-1 0 0,1 0 1 0 0,-2 6 0 0 0,1-1-136 0 0,-2 12-729 0 0,-8 28-759 0 0,10-47 1445 0 0,-1-1 1 0 0,1 1 0 0 0,-1-1 0 0 0,0 1 0 0 0,0-1-1 0 0,0 0 1 0 0,0 1 0 0 0,-2 2 0 0 0,-31 57-2365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02.4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0 100 588 0 0,'0'0'3054'0'0,"9"-17"-2386"0"0,33-66 2900 0 0,-16 97-3302 0 0,76 39-53 0 0,-79-40-132 0 0,-17-4-19 0 0,-2-1-34 0 0,-2-5-26 0 0,0 1 1 0 0,-1-1 0 0 0,0 0-1 0 0,0 1 1 0 0,0-1-1 0 0,0 1 1 0 0,0-1 0 0 0,0 1-1 0 0,-1 5 1 0 0,2 2-24 0 0,0-5-8 0 0,-1 0 0 0 0,-1 0-1 0 0,1 0 1 0 0,-1 0-1 0 0,0 7 1 0 0,0 28-174 0 0,0-31-72 0 0,-2 0-73 0 0,-5 31-58 0 0,5-31-60 0 0,-1-1-1296 0 0,-10 27-93 0 0,10-27 145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02.5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96 1 224 0 0,'0'0'5431'0'0,"-10"17"-5038"0"0,-30 54-76 0 0,30-54-113 0 0,9-9-144 0 0,-2 1-82 0 0,2-6-26 0 0,-1 0-1 0 0,1 0 1 0 0,1 1 0 0 0,-1-1-1 0 0,0 0 1 0 0,1 1 0 0 0,0 4 0 0 0,-5-1-518 0 0,-12 20-493 0 0,13-20-681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03.1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276 0 324 0 0,'0'0'10488'0'0,"-19"14"-10249"0"0,-55 44-16 0 0,56-44 152 0 0,15-6-223 0 0,-9 23-10 0 0,10-23 403 0 0,10 5-484 0 0,24 39-4 0 0,-23-39-13 0 0,-2-8 0 0 0,23 14 1 0 0,-23-14-12 0 0,4-1-6 0 0,30 13 3 0 0,-31-13-1 0 0,-1 2 1 0 0,0 1-21 0 0,30 19 31 0 0,-9-10-15 0 0,-23-12 1 0 0,2 4-5 0 0,27 20 1 0 0,-27-21 15 0 0,-3-2 34 0 0,18 17 34 0 0,-18-17 204 0 0,-2 1-117 0 0,15 19 22 0 0,-14-19 1073 0 0,-13 6-1138 0 0,-27 49 146 0 0,20-58-278 0 0,-43 8-47 0 0,43-8-66 0 0,-8-7-252 0 0,-71-11 77 0 0,71 11-75 0 0,6-1-99 0 0,-52-16-105 0 0,43 12-103 0 0,-13-11-94 0 0,35 19 598 0 0,1-1 0 0 0,-1 0 0 0 0,0 0 0 0 0,1 0 0 0 0,0 0 0 0 0,-1 0 0 0 0,1-1 0 0 0,0 1 0 0 0,-5-7 0 0 0,0 1-245 0 0,-24-22-3652 0 0,25 22 2979 0 0,0 2-1873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03.3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0 116 1168 0 0,'0'0'5286'0'0,"19"-6"-4303"0"0,57-19-63 0 0,-44 18-73 0 0,49-1 648 0 0,-18 0-834 0 0,-31 5-62 0 0,37 1-74 0 0,-32-1-59 0 0,46-3-68 0 0,-42 2-89 0 0,79-9-149 0 0,-20 4-737 0 0,40-9-1083 0 0,-128 16-480 0 0,5 2-1431 0 0,68-2 270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58.94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0 244 0 0,'0'0'17081'0'0,"15"16"-16802"0"0,59 61 615 0 0,-56-75-604 0 0,87 11 522 0 0,-3-2-323 0 0,-17-4-26 0 0,4-1-28 0 0,-29-2-234 0 0,-45-3-9 0 0,9-1 3 0 0,73 0-6 0 0,-59 1 0 0 0,21 2-17 0 0,-45-2-6 0 0,4 0 1 0 0,83 2 171 0 0,-11-3 273 0 0,-68 0-560 0 0,62 1 405 0 0,-27 1-332 0 0,-43-1 440 0 0,3 0-411 0 0,50 1 7 0 0,-50-1 447 0 0,-2 0-459 0 0,46 3 0 0 0,-46-3 378 0 0,2 0-416 0 0,82 5 366 0 0,-81-4-443 0 0,54 2 306 0 0,-11-2-287 0 0,-46-2 243 0 0,2-2-243 0 0,84-9 198 0 0,-49 3-199 0 0,-39 6 162 0 0,-1-1-719 0 0,33-8 375 0 0,-33 8-71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5:59.941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0 108 680 0 0,'0'0'941'0'0,"9"-12"3"0"0,25-37-18 0 0,-26 37-31 0 0,-2 6-42 0 0,17-17-49 0 0,-18 17 6234 0 0,8 24-6390 0 0,38 54-21 0 0,-49-71-599 0 0,-1 0 0 0 0,0 1-1 0 0,0-1 1 0 0,0 1 0 0 0,0-1 0 0 0,0 1 0 0 0,0-1-1 0 0,0 1 1 0 0,-1-1 0 0 0,1 1 0 0 0,-1 0 0 0 0,1-1 0 0 0,-1 1-1 0 0,1 0 1 0 0,-1 0 0 0 0,0-1 0 0 0,0 1 0 0 0,0 0-1 0 0,0 0 1 0 0,-1 3 0 0 0,-2 125 1038 0 0,3-120-911 0 0,0 1 1 0 0,-1-1-1 0 0,0 1 0 0 0,-3 10 1 0 0,0 2-10 0 0,-5 43 626 0 0,-15 91 423 0 0,22-147-952 0 0,1-1-34 0 0,-5 29-17 0 0,5-29 410 0 0,-2-1-472 0 0,-7 30 645 0 0,5-62-745 0 0,2 12-27 0 0,-26-154 40 0 0,27 154-45 0 0,0-1 0 0 0,1 0 0 0 0,2-24 0 0 0,0 15-4 0 0,-1 8 2 0 0,4-28-2 0 0,-3 31 6 0 0,0-6-5 0 0,-1 6 2 0 0,1-1 0 0 0,0 1 0 0 0,1 0 0 0 0,0 0 0 0 0,1 0 0 0 0,6-16 0 0 0,10-22-42 0 0,-15 39 40 0 0,-3 5 2 0 0,1 0 0 0 0,0 0 1 0 0,0 1-1 0 0,1-1 0 0 0,-1 1 1 0 0,4-5-1 0 0,11-18-12 0 0,-12 20 10 0 0,2 2 8 0 0,21-17-5 0 0,-21 17 20 0 0,7 1 2 0 0,40-12 6 0 0,-41 13 60 0 0,8 9-38 0 0,63 21 10 0 0,-81-26-50 0 0,0 0 0 0 0,0-1 0 0 0,0 1 0 0 0,0 1 0 0 0,-1-1 0 0 0,1 0 0 0 0,0 1 0 0 0,3 2 0 0 0,5 2 18 0 0,-6-3-13 0 0,-1 0 1 0 0,1 0 0 0 0,0 1-1 0 0,-1-1 1 0 0,0 1-1 0 0,0 0 1 0 0,5 6-1 0 0,2 1 8 0 0,-1-1 4 0 0,0 0 0 0 0,0 1-1 0 0,-1 1 1 0 0,-1-1 0 0 0,11 20 0 0 0,2 6 55 0 0,-19-34-68 0 0,1 1 1 0 0,-1-1-1 0 0,0 1 0 0 0,-1-1 1 0 0,1 1-1 0 0,-1 0 1 0 0,1 0-1 0 0,-1 0 1 0 0,1 6-1 0 0,0 1 6 0 0,1 6 37 0 0,-2 18-2 0 0,0-26-11 0 0,-3 3-6 0 0,-4 36-3 0 0,5-35-1 0 0,-2-3-1 0 0,-8 34-7 0 0,8-33 10 0 0,1-3-17 0 0,0 0-757 0 0,8-20 434 0 0,17-44 355 0 0,-4 8-109 0 0,-12 30 25 0 0,1 0 0 0 0,1 1 0 0 0,1 0-1 0 0,0 0 1 0 0,1 1 0 0 0,21-24 0 0 0,-18 23-15 0 0,-3 2 33 0 0,-3 3 5 0 0,0 2 0 0 0,1-1 0 0 0,0 1 0 0 0,0 1 1 0 0,15-12-1 0 0,4-2 7 0 0,-21 17 7 0 0,0 1 1 0 0,0-1-1 0 0,1 1 0 0 0,8-4 1 0 0,-4 3 5 0 0,-2-1 782 0 0,13 17-529 0 0,69 31 19 0 0,-90-40-262 0 0,0-1-1 0 0,0 1 1 0 0,-1-1-1 0 0,1 1 0 0 0,0 0 1 0 0,-1-1-1 0 0,1 1 1 0 0,0 0-1 0 0,-1 0 0 0 0,1 0 1 0 0,-1 0-1 0 0,0 0 1 0 0,1 1-1 0 0,-1-1 1 0 0,0 0-1 0 0,2 3 0 0 0,2 3 80 0 0,-2-5-53 0 0,-1 1-1 0 0,0-1 1 0 0,-1 1-1 0 0,1 0 1 0 0,0 0-1 0 0,-1 0 1 0 0,1 0-1 0 0,-1 0 1 0 0,0 0-1 0 0,1 5 1 0 0,13 41 471 0 0,-11-36-437 0 0,-1-6-19 0 0,-1 0 1 0 0,0 1 0 0 0,-1-1 0 0 0,1 0-1 0 0,-1 9 1 0 0,1-5 1 0 0,2 31 229 0 0,-4 12-32 0 0,0-7-342 0 0,0-35-130 0 0,0-4-157 0 0,3 22-158 0 0,-2-22-162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0.12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5 12 0 0,'0'0'13218'0'0,"24"-1"-12055"0"0,72-2-54 0 0,-73 3 963 0 0,-2 1-1152 0 0,61 3-91 0 0,-61-3-86 0 0,-4-1-75 0 0,85-1 939 0 0,-28-2-1622 0 0,-56 3-189 0 0,-2-1-685 0 0,45 0 235 0 0,-46 1-179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0.31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72 628 0 0,'0'0'13935'0'0,"13"-12"-13127"0"0,37-35-85 0 0,-38 35 489 0 0,8 12-775 0 0,60 1-174 0 0,-61 0-194 0 0,3 1-503 0 0,65 5-65 0 0,-65-5-211 0 0,-4 0-1383 0 0,5 1 1532 0 0,11 0-25 0 0,19 5-6141 0 0,21 3 3090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0.750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238 104 100 0 0,'0'0'2714'0'0,"7"-10"-1474"0"0,21-28-46 0 0,-21 28 1019 0 0,-4 2-1196 0 0,9-30 9605 0 0,-35 56-10250 0 0,-68 54-30 0 0,59-45-38 0 0,18-15-186 0 0,5-3-17 0 0,-1-1-1 0 0,1 1 1 0 0,1 0 0 0 0,0 1-1 0 0,-11 17 1 0 0,-6 10 82 0 0,15-17-21 0 0,4-7-111 0 0,-12 35 151 0 0,8-18-161 0 0,8-14-43 0 0,2 26-46 0 0,5-30-10 0 0,17 34-19 0 0,-11-28-20 0 0,-5-10 63 0 0,-2-4 4 0 0,0 1 0 0 0,0-1-1 0 0,0 0 1 0 0,0 0 0 0 0,8 5 0 0 0,17 15-112 0 0,-11-14 1 0 0,-7-5 95 0 0,-4-2-1 0 0,0 0 1 0 0,1-1-1 0 0,0 1 0 0 0,10 1 1 0 0,29 8-89 0 0,-35-10 4 0 0,3-1 18 0 0,46 2 14 0 0,-45-3-7 0 0,3-4-54 0 0,59-13 94 0 0,-58 13 6 0 0,-11-1 24 0 0,28-17 18 0 0,-36 22 16 0 0,1-1 1 0 0,-1 0-1 0 0,0 0 1 0 0,0 1-1 0 0,0-1 1 0 0,0 0-1 0 0,0 0 0 0 0,0 0 1 0 0,0 0-1 0 0,0 0 1 0 0,0 0-1 0 0,1-2 1 0 0,19-26-4 0 0,-16 21 39 0 0,-1-25 72 0 0,-2 23-71 0 0,-1 2 461 0 0,-9-5-309 0 0,-21-40-1 0 0,21 40 4 0 0,1 9-6 0 0,-22-13-24 0 0,22 13 292 0 0,-14 16-2934 0 0,-66 34 1635 0 0,65-35-154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1.10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275 240 1000 0 0,'0'0'3589'0'0,"-7"-14"-2470"0"0,-23-42-27 0 0,22 42 1662 0 0,-4 12-1984 0 0,-36-4-34 0 0,36 4 1681 0 0,-8 16-1896 0 0,-58 41-8 0 0,76-54-473 0 0,0 0 0 0 0,0 1 0 0 0,0-1 0 0 0,0 0 0 0 0,0 1 0 0 0,0-1 0 0 0,0 1 0 0 0,1 0 0 0 0,-1 0 0 0 0,0 0 0 0 0,-1 3 0 0 0,-16 27 404 0 0,13-15-42 0 0,3-7-283 0 0,1-5-42 0 0,1 0 1 0 0,0 0-1 0 0,0 0 1 0 0,0 0-1 0 0,1 1 1 0 0,0 6-1 0 0,-2 20 221 0 0,2-24-17 0 0,5 2-28 0 0,13 31-37 0 0,-13-31-32 0 0,4-3-36 0 0,28 23-2 0 0,-28-23 6 0 0,4-4-11 0 0,40 7-36 0 0,-40-8 82 0 0,11-7-106 0 0,69-18-69 0 0,-89 22-11 0 0,0 0 0 0 0,0 0-1 0 0,0 0 1 0 0,0 0 0 0 0,0-1-1 0 0,-1 1 1 0 0,5-3 0 0 0,34-20-23 0 0,-24 11-32 0 0,11-14-2 0 0,-28 26 51 0 0,0 0 0 0 0,0 0 0 0 0,0-1 0 0 0,0 1 0 0 0,0 0 0 0 0,0 0 0 0 0,0-1-1 0 0,0 1 1 0 0,-1-1 0 0 0,1 1 0 0 0,1-3 0 0 0,18-42-67 0 0,-19 44 66 0 0,-1 0-1 0 0,1 0 0 0 0,0-1 1 0 0,0 1-1 0 0,-1 0 1 0 0,1 0-1 0 0,-1 0 1 0 0,1-4-1 0 0,3-39-18 0 0,-5 20-36 0 0,-6-28-19 0 0,7 50 75 0 0,0 1 0 0 0,-1 0 0 0 0,1 0 0 0 0,-1 0 1 0 0,1 0-1 0 0,-1 0 0 0 0,1 0 0 0 0,-1 0 0 0 0,-2-3 1 0 0,-39-70-42 0 0,31 64 30 0 0,-26-19-4 0 0,1 1-9 0 0,29 23-5 0 0,-7 4-187 0 0,-40-4 3 0 0,40 4-71 0 0,1 13-1111 0 0,-41 31 692 0 0,40-31-109 0 0,11-3-95 0 0,-13 25-81 0 0,12-24-240 0 0,4 0-878 0 0,0 30-1344 0 0,0-30 263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1.45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98 181 288 0 0,'0'0'979'0'0,"4"-11"39"0"0,13-36 43 0 0,-13 36 3922 0 0,-10-1-4136 0 0,-20-35-59 0 0,20 35 3487 0 0,-8 35-3891 0 0,-43 69-36 0 0,44-71-189 0 0,12-11-6 0 0,4 22 133 0 0,-2-24 164 0 0,6 5-260 0 0,25 38-3 0 0,-32-49-174 0 0,1-1 0 0 0,0 0 1 0 0,0 1-1 0 0,0-1 1 0 0,-1 0-1 0 0,1 1 1 0 0,0-1-1 0 0,1 0 0 0 0,-1 0 1 0 0,0 0-1 0 0,0 0 1 0 0,2 1-1 0 0,24 16 144 0 0,-20-13-18 0 0,5 0-15 0 0,37 14-12 0 0,-37-14-31 0 0,2-6-6 0 0,43 0-13 0 0,-43 1-23 0 0,0-11-82 0 0,41-30-1 0 0,-54 41 42 0 0,0 0 0 0 0,0 0 0 0 0,0-1 0 0 0,-1 1 0 0 0,1-1 0 0 0,0 1 0 0 0,0-1 1 0 0,-1 1-1 0 0,1-1 0 0 0,0 0 0 0 0,-1 1 0 0 0,1-1 0 0 0,0 0 0 0 0,-1 1 0 0 0,1-1 0 0 0,-1 0 1 0 0,1 0-1 0 0,-1 1 0 0 0,0-1 0 0 0,1 0 0 0 0,-1 0 0 0 0,0 0 0 0 0,0 0 0 0 0,1 0 1 0 0,-1 1-1 0 0,0-1 0 0 0,0-1 0 0 0,3-37-51 0 0,-5 17-5 0 0,-8-29 16 0 0,10 48 37 0 0,-1 1 0 0 0,1 0-1 0 0,-1-1 1 0 0,1 1 0 0 0,-1 0 0 0 0,0 0-1 0 0,0 0 1 0 0,-2-3 0 0 0,-18-35-36 0 0,20 38 38 0 0,0 1 1 0 0,0-1 0 0 0,0 0-1 0 0,0 1 1 0 0,0-1 0 0 0,-1 1-1 0 0,1-1 1 0 0,0 1 0 0 0,-1-1 0 0 0,-2-1-1 0 0,-37-32-20 0 0,22 21 10 0 0,-15-4-4 0 0,25 14-18 0 0,-1 0-32 0 0,-33-10-50 0 0,32 11-64 0 0,-3 14-1557 0 0,-43 37 1027 0 0,43-36-99 0 0,17-1-113 0 0,10 32-262 0 0,-10-32-901 0 0,7-1-1337 0 0,40 43 260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1.72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60 1 1284 0 0,'0'0'9419'0'0,"9"22"-8404"0"0,28 65 3 0 0,-35-84-905 0 0,0 0 0 0 0,-1 1 0 0 0,1-1-1 0 0,-1 1 1 0 0,0-1 0 0 0,0 1-1 0 0,-1 0 1 0 0,1 4 0 0 0,10 101 1815 0 0,-12-86-1057 0 0,0 0-646 0 0,-1 23 645 0 0,-3-1 0 0 0,-1 0 0 0 0,-19 66 0 0 0,3-35-391 0 0,19-63-476 0 0,-14 35-289 0 0,-4 3-809 0 0,8-20 231 0 0,10-23-233 0 0,2-1-1921 0 0,-5 24 297 0 0,5-23-1692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2.11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250 16 732 0 0,'0'0'16004'0'0,"-29"-3"-15727"0"0,-86-7-26 0 0,86 7 519 0 0,19 13-726 0 0,-31 27 15 0 0,30-28 372 0 0,9 0-233 0 0,-8 25 30 0 0,7-25 1290 0 0,4 2-1131 0 0,1 2-231 0 0,2 28 1625 0 0,1-30-1448 0 0,15 33-31 0 0,-15-34-33 0 0,0-4-20 0 0,14 17-31 0 0,-14-17-38 0 0,3 1-24 0 0,22 21-25 0 0,-23-21-39 0 0,3 0-33 0 0,1 1-51 0 0,-4-2-9 0 0,1-1-1 0 0,1 1 0 0 0,12 5 0 0 0,10 5-59 0 0,-23-11-80 0 0,3 1-111 0 0,33 21-137 0 0,-24-17-161 0 0,17 0-169 0 0,-28-8-154 0 0,3 2-170 0 0,35 12-192 0 0,-35-13-190 0 0,-1 0-313 0 0,1 0 875 0 0,9 3-311 0 0,1-4-4902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2.61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924 222 220 0 0,'0'0'5325'0'0,"6"-12"-4385"0"0,18-36-66 0 0,-18 37 691 0 0,-4 2-878 0 0,0-2-440 0 0,-1 7 116 0 0,0-1 0 0 0,0 0 0 0 0,0 1 0 0 0,0-1 0 0 0,-1-6 0 0 0,-6 0 202 0 0,-15-33-62 0 0,16 34 408 0 0,-2 4-463 0 0,-20-14-13 0 0,20 15 2431 0 0,-22 16-2531 0 0,-89 34-2 0 0,91-35-168 0 0,19-2-4 0 0,0-1-58 0 0,5-5-50 0 0,0 1 1 0 0,1 0 0 0 0,-1 0-1 0 0,0 0 1 0 0,1 0-1 0 0,0 1 1 0 0,0-1 0 0 0,-2 6-1 0 0,-11 16 188 0 0,12-18 151 0 0,3 4-236 0 0,0 32-25 0 0,0-32 17 0 0,9-3-216 0 0,26 24-13 0 0,-26-24-24 0 0,19-19-573 0 0,84-34 625 0 0,-83 34-9 0 0,-22 6-41 0 0,21-16 87 0 0,-21 16 443 0 0,-3 25-275 0 0,1 8-91 0 0,11 77 204 0 0,-12-38 6 0 0,-2 8 102 0 0,34 276 1217 0 0,-31-303-1211 0 0,-5-35-305 0 0,-1 11 142 0 0,-1-9-145 0 0,1-5 14 0 0,0 0-1 0 0,-1 0 1 0 0,-6 18-1 0 0,-1 8 114 0 0,0-18 8 0 0,-13 19-5 0 0,8-21-13 0 0,-19 13-4 0 0,14-18-16 0 0,-23 9-26 0 0,19-13-51 0 0,-24 5-65 0 0,20-8-96 0 0,-49 0-489 0 0,53-7 18 0 0,-66-11-148 0 0,50 6-132 0 0,-28-7-124 0 0,29 9-130 0 0,-20-2 354 0 0,-79-9-2880 0 0,29 6-4208 0 0,3 3 3290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4.94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 1008 0 0,'0'0'14397'0'0,"11"15"-13840"0"0,36 47-33 0 0,-46-61-498 0 0,1 0 0 0 0,-1 0 0 0 0,0 0 0 0 0,0 1 0 0 0,0-1 0 0 0,0 1 0 0 0,-1-1 0 0 0,1 1 0 0 0,0-1 0 0 0,0 1 0 0 0,-1-1 0 0 0,1 1 0 0 0,-1 0 1 0 0,0-1-1 0 0,1 1 0 0 0,-1 0 0 0 0,0-1 0 0 0,0 3 0 0 0,15 172 1272 0 0,-14-163-1159 0 0,0 0 1 0 0,-1 0-1 0 0,-2 19 1 0 0,-1-6-37 0 0,3 43 436 0 0,-7 135 277 0 0,8-112-392 0 0,0 8-32 0 0,-1-71-589 0 0,2-27 6 0 0,0-6-13 0 0,7-26-24 0 0,-7 8 150 0 0,-2 18 9 0 0,4-13-5 0 0,14-79-70 0 0,-16 87 139 0 0,46-169-217 0 0,-45 171 197 0 0,-2 3 20 0 0,0 0-1 0 0,0 1 0 0 0,1-1 1 0 0,-1 1-1 0 0,1 0 0 0 0,0-1 0 0 0,4-5 1 0 0,-1 1-3 0 0,0 0-14 0 0,1 2-5 0 0,18-19 29 0 0,-18 19 9 0 0,2 2-7 0 0,25-13-1 0 0,-25 13 158 0 0,19 11-119 0 0,79 20 23 0 0,-79-21 19 0 0,-19 1 11 0 0,25 18 7 0 0,-25-18 13 0 0,-2 0-10 0 0,18 23-19 0 0,-15-16-4 0 0,1 13 4 0 0,-8-21 17 0 0,0 6 8 0 0,1 9-16 0 0,-1 1 0 0 0,-1 0 0 0 0,-1-1 1 0 0,0 1-1 0 0,-5 23 0 0 0,3-34-54 0 0,0-1 0 0 0,1 1-1 0 0,1 0 1 0 0,-1-1 0 0 0,2 1 0 0 0,1 16 0 0 0,-1-24-81 0 0,-1 0 0 0 0,1 0 0 0 0,-1 0 1 0 0,1-1-1 0 0,0 1 0 0 0,0 0 0 0 0,0 0 0 0 0,1-1 1 0 0,-1 1-1 0 0,1-1 0 0 0,-1 1 0 0 0,1-1 1 0 0,0 0-1 0 0,0 0 0 0 0,0 1 0 0 0,0-1 0 0 0,0-1 1 0 0,0 1-1 0 0,1 0 0 0 0,-1 0 0 0 0,1-1 0 0 0,-1 1 1 0 0,1-1-1 0 0,-1 0 0 0 0,1 0 0 0 0,0 0 0 0 0,0 0 1 0 0,4 0-1 0 0,9 1-308 0 0,-1-2 1 0 0,1 1-1 0 0,0-2 0 0 0,29-4 1 0 0,66-20-1693 0 0,-59 12 862 0 0,-6 0-611 0 0,56-24 0 0 0,-38 12-1336 0 0,-58 23-233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5.11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18 496 0 0,'0'0'12373'0'0,"24"-3"-11887"0"0,68-6-62 0 0,-69 7 291 0 0,55 4-298 0 0,-62-2-403 0 0,0-1-3082 0 0,4 0 2461 0 0,10-1-299 0 0,2 0-3441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5.27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66 948 0 0,'0'0'13325'0'0,"24"-11"-12624"0"0,70-33-96 0 0,-71 34-109 0 0,-3 11-138 0 0,58 6-186 0 0,-58-6-201 0 0,2 4-225 0 0,66 14-263 0 0,-51-11-308 0 0,-19-4 437 0 0,-3-2-762 0 0,-1 2 1 0 0,28 9-1 0 0,24 8-3067 0 0,-14-7 323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5.67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56 848 0 0,'0'0'11301'0'0,"19"-8"-10858"0"0,5-2-302 0 0,50-24 1187 0 0,2 31-770 0 0,-60 2 346 0 0,3 7-701 0 0,56 16 6 0 0,-56-17 8 0 0,-12 2 13 0 0,3 1-152 0 0,-5-5-10 0 0,-1 2-1 0 0,1-1 1 0 0,-1 0-1 0 0,1 1 0 0 0,4 7 1 0 0,10 11 177 0 0,-15-17-1 0 0,-2 4 2 0 0,5 33-5 0 0,-6-42-223 0 0,-1 0 1 0 0,0 0-1 0 0,0 1 0 0 0,0-1 1 0 0,0 0-1 0 0,0 1 0 0 0,0-1 0 0 0,0 0 1 0 0,0 0-1 0 0,0 1 0 0 0,0-1 1 0 0,-1 2-1 0 0,-5 20 113 0 0,4-9-8 0 0,-2-1 0 0 0,0 1-1 0 0,0 0 1 0 0,-1-1 0 0 0,-1 0-1 0 0,-10 18 1 0 0,-1-7-70 0 0,5-5-439 0 0,-2 0 0 0 0,0 0 1 0 0,-23 22-1 0 0,13-26-2231 0 0,5-11-5226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6.15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1 164 592 0 0,'0'0'11268'0'0,"17"-7"-10446"0"0,53-18-27 0 0,-53 18-27 0 0,3 8-43 0 0,76 2 583 0 0,-29-1-478 0 0,14 3 221 0 0,22 0-586 0 0,-85-6-381 0 0,3 2-78 0 0,0-1-32 0 0,-1 0-1 0 0,21-4 1 0 0,-24 2-23 0 0,54-2-490 0 0,-2 2 260 0 0,-52 2-18 0 0,-4-2-9 0 0,40-6 11 0 0,-40 7 11 0 0,-4-3-741 0 0,28-12 1012 0 0,-28 12 1829 0 0,-40 15-1746 0 0,-97 33-6 0 0,124-43-59 0 0,1 1 0 0 0,-1-1-1 0 0,0 1 1 0 0,1 0-1 0 0,0 0 1 0 0,-1 0 0 0 0,1 0-1 0 0,0 1 1 0 0,-4 3 0 0 0,7-5-3 0 0,-1 0 1 0 0,1 0-1 0 0,-1 0 1 0 0,1-1-1 0 0,-1 1 1 0 0,1 0-1 0 0,0 0 1 0 0,-1 0-1 0 0,1 0 1 0 0,0 0-1 0 0,0 0 1 0 0,0 0-1 0 0,0 0 1 0 0,0 0-1 0 0,0 0 1 0 0,0 2-1 0 0,0 2 13 0 0,0-1-9 0 0,0 0-1 0 0,0-1 0 0 0,0 1 0 0 0,0 0 1 0 0,1 0-1 0 0,0 0 0 0 0,-1-1 1 0 0,2 1-1 0 0,-1 0 0 0 0,0-1 1 0 0,1 1-1 0 0,-1-1 0 0 0,1 1 0 0 0,0-1 1 0 0,0 0-1 0 0,0 0 0 0 0,1 0 1 0 0,-1 0-1 0 0,6 5 0 0 0,-4-5 0 0 0,0 0-1 0 0,-1 0 1 0 0,1-1 0 0 0,0 1-1 0 0,0-1 1 0 0,1 0-1 0 0,-1 0 1 0 0,0 0 0 0 0,1-1-1 0 0,-1 0 1 0 0,1 0-1 0 0,-1 0 1 0 0,1 0 0 0 0,0-1-1 0 0,-1 1 1 0 0,1-1-1 0 0,7-1 1 0 0,0 0 3 0 0,1-1 0 0 0,-1 0 0 0 0,0-1 0 0 0,0 0 0 0 0,-1-1 1 0 0,16-7-1 0 0,-25 9-12 0 0,6-12-10 0 0,25-44-9 0 0,-32 57 22 0 0,0 0 0 0 0,-1 1 0 0 0,1-1-1 0 0,0 0 1 0 0,-1 0 0 0 0,1 0 0 0 0,-1 0 0 0 0,1 0 0 0 0,-1 0 0 0 0,0-1 0 0 0,1 1-1 0 0,-1 0 1 0 0,0 0 0 0 0,0 0 0 0 0,0 0 0 0 0,0 0 0 0 0,0 0 0 0 0,0-1-1 0 0,0 0 1 0 0,-4-30-18 0 0,3 24 24 0 0,-6-3-3 0 0,-26-40 12 0 0,0 15-24 0 0,17 25 0 0 0,-22-9-4 0 0,28 14-39 0 0,-8 18-4126 0 0,-54 32 3240 0 0,53-32-224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06.85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83 440 0 0,'0'0'7909'0'0,"11"19"-7166"0"0,33 54-33 0 0,-42-71-636 0 0,-1 0 0 0 0,1 1 1 0 0,-1-1-1 0 0,0 1 0 0 0,1-1 1 0 0,-1 1-1 0 0,0 0 1 0 0,1 3-1 0 0,8 44 1143 0 0,-9-47-1179 0 0,13 72 1299 0 0,-13-67-1142 0 0,-1 0 1 0 0,0 0 0 0 0,0 1 0 0 0,0-1 0 0 0,-1 0-1 0 0,0 1 1 0 0,-1-1 0 0 0,-2 9 0 0 0,3-15-93 0 0,0 1-1 0 0,0-1 1 0 0,1 1 0 0 0,-1 0 0 0 0,1-1 0 0 0,0 1 0 0 0,0 0-1 0 0,0-1 1 0 0,0 1 0 0 0,0 0 0 0 0,1 2 0 0 0,-1-30-99 0 0,0-74 8 0 0,2 63 4 0 0,0 23-11 0 0,9-35 11 0 0,-8 37-7 0 0,10-30 8 0 0,6-6-33 0 0,-8 16 10 0 0,-3 17 1 0 0,12-12 21 0 0,-15 20 0 0 0,2 0 8 0 0,21-15 26 0 0,-21 15 221 0 0,6 4-194 0 0,38-9 4 0 0,-38 9 308 0 0,6 13-280 0 0,58 36-13 0 0,-74-46-86 0 0,0 0 0 0 0,0 1 0 0 0,-1-1 0 0 0,1 1 0 0 0,-1 0 1 0 0,1 0-1 0 0,2 4 0 0 0,15 17 53 0 0,-15-17 11 0 0,0 2 7 0 0,15 27-34 0 0,-15-27 12 0 0,-2 0 12 0 0,7 24-18 0 0,-8-24 34 0 0,-3 2-39 0 0,-3 30-6 0 0,3-30 102 0 0,7-34-1106 0 0,20-72 902 0 0,-26 93 55 0 0,1 0 1 0 0,-1 0 0 0 0,1 0 0 0 0,0 0 0 0 0,0 0 0 0 0,0 0 0 0 0,1 0 0 0 0,2-4 0 0 0,16-21-23 0 0,-8 15 13 0 0,18-12 62 0 0,-22 19 1095 0 0,16 15-824 0 0,71 27 39 0 0,-93-36-335 0 0,0 1 1 0 0,-1-1 0 0 0,1 1 0 0 0,0-1-1 0 0,0 1 1 0 0,0 0 0 0 0,-1-1 0 0 0,1 1 0 0 0,0 0-1 0 0,-1 0 1 0 0,1 0 0 0 0,-1 1 0 0 0,1-1-1 0 0,-1 0 1 0 0,2 2 0 0 0,25 36 718 0 0,-3 2-70 0 0,-8-13-381 0 0,-12-21-38 0 0,-3 3-22 0 0,8 28-39 0 0,-7-28-72 0 0,-3 0-108 0 0,0-2-51 0 0,0 1-65 0 0,0-1 1 0 0,0 1-1 0 0,0-1 0 0 0,-1 1 0 0 0,-1-1 0 0 0,1 0 1 0 0,-4 9-1 0 0,-16 49-4010 0 0,21-63 3330 0 0,0-1 0 0 0,-1 0 0 0 0,1 1 1 0 0,0-1-1 0 0,0 0 0 0 0,0 1 0 0 0,0-1 0 0 0,1 0 0 0 0,0 4 0 0 0,-1-3-1088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12.03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510 184 616 0 0,'0'0'613'0'0,"1"-2"-31"0"0,15-44 3038 0 0,-16 44-3285 0 0,7-12 270 0 0,-5 12-332 0 0,0-1 0 0 0,-1 1 1 0 0,1-1-1 0 0,-1 1 0 0 0,0-1 0 0 0,0 0 0 0 0,0 1 0 0 0,0-1 0 0 0,-1 0 0 0 0,1 0 1 0 0,-1 0-1 0 0,1 0 0 0 0,-1 1 0 0 0,0-1 0 0 0,0 0 0 0 0,-1-4 0 0 0,0 4 448 0 0,-11 1-214 0 0,-9-7 352 0 0,-4-1-111 0 0,7 6-536 0 0,-126-9 592 0 0,123 10-720 0 0,-4 0 37 0 0,-37 0 0 0 0,36 3 20 0 0,-49-7 0 0 0,36 0-68 0 0,36 7-51 0 0,-2 0 5 0 0,-65-6 90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14.03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109 2 76 0 0,'-6'-2'11794'0'0,"7"36"-11348"0"0,-1 0-1 0 0,-2 0 1 0 0,-7 35 0 0 0,2-12-64 0 0,4-26-168 0 0,-1-1 0 0 0,-11 35 0 0 0,-8 27 65 0 0,0 11 2 0 0,18-88-223 0 0,1 0 1 0 0,1 0-1 0 0,1 0 1 0 0,-2 24-1 0 0,4-36-34 0 0,3 16 32 0 0,-1-17-43 0 0,-1 0 0 0 0,1 1-1 0 0,0-1 1 0 0,0-1 0 0 0,0 1 0 0 0,0 0-1 0 0,1 0 1 0 0,-1-1 0 0 0,0 1-1 0 0,1-1 1 0 0,-1 0 0 0 0,1 1-1 0 0,-1-1 1 0 0,1-1 0 0 0,-1 1-1 0 0,6 1 1 0 0,7 2 78 0 0,0-1 0 0 0,16 1 0 0 0,35-1 370 0 0,94-8-1 0 0,-78 1-207 0 0,-34 2-23 0 0,87 8 0 0 0,-101 0-400 0 0,-30-6 26 0 0,8 5-950 0 0,-8-7-3892 0 0,-4 2 4899 0 0,4-19-1625 0 0,-11 4-3010 0 0,-4 2 2013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14.42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18 704 0 0,'91'-8'5462'0'0,"-31"3"-2622"0"0,-44 3-543 0 0,32 2-1 0 0,-15 0-942 0 0,-29-1-917 0 0,43 1 997 0 0,-43 0-1167 0 0,2 0-20 0 0,38-2 318 0 0,-41 2-531 0 0,3 1-77 0 0,76 3-598 0 0,-65-3-90 0 0,0 2 1 0 0,-1 0-1 0 0,0 1 1 0 0,1 1-1 0 0,27 12 1 0 0,-26-9-782 0 0,-17-8 1140 0 0,0 1-1 0 0,1-1 0 0 0,-1 1 1 0 0,0 0-1 0 0,1-1 0 0 0,-1 1 1 0 0,0 0-1 0 0,0 0 0 0 0,1 0 1 0 0,-1 0-1 0 0,1 2 0 0 0,3 2-780 0 0,12 10-2072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14.606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 1 268 0 0,'0'0'7997'0'0,"11"32"-7433"0"0,-11-18 8 0 0,0 1-32 0 0,-3 6-28 0 0,-1 2-32 0 0,-2 2-28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9:06:15.00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67 13517,'7'-7'-45,"1"1"0,0 0 0,1 0 0,-1 1 0,1 0 0,0 1 0,13-5 0,-14 5 30,0 1 1,0 0-1,0 1 0,0 0 0,0 0 1,1 1-1,-1 0 0,11 0 1,-11 2 11,0-1 1,0 1-1,-1 1 1,1 0-1,-1 0 1,0 0-1,1 1 1,-1 0-1,7 4 1,-10-5-1,-1 0 0,0 1 0,1-1 0,-1 1 0,0-1 0,0 1-1,0 0 1,-1 0 0,1 1 0,-1-1 0,1 1 0,-1-1 0,0 1 0,-1-1 0,1 1 0,0 0 0,-1 0 0,2 8 0,-3-8-3,1-1 0,-1 1 0,0 0 0,0 0 0,-1-1 0,1 1 0,-1 0 0,1-1 0,-1 1 0,0-1 1,0 1-1,-1-1 0,1 1 0,-1-1 0,0 0 0,-2 4 0,0-3-28,1 0-1,-1 0 1,0-1 0,0 1 0,0-1-1,0 0 1,-1 0 0,1-1 0,-1 1-1,-6 2 1,-4-1-895,1 0 1,0 0-1,-1-1 1,0-1-1,0-1 0,0 0 1,-16-1-1,9-3-1902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16.58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119 1 128 0 0,'0'0'8286'0'0,"3"6"-8063"0"0,1 9 31 0 0,0-1 1 0 0,-1 1-1 0 0,-1 0 0 0 0,0 0 1 0 0,0 19-1 0 0,0 68 726 0 0,0-49-474 0 0,-2 1-1 0 0,-2-1 0 0 0,-9 54 1 0 0,-38 104 329 0 0,21-93-424 0 0,0 4-105 0 0,4-8-2296 0 0,24-112 1502 0 0,0 0-1 0 0,0 1 1 0 0,0-1-1 0 0,0 0 1 0 0,0 0-1 0 0,1 1 1 0 0,-1-1-1 0 0,1 0 1 0 0,0 0-1 0 0,1 3 1 0 0,0 0-1515 0 0,-1-2-1008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18.41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58 788 0 0,'0'0'10480'0'0,"3"2"-9824"0"0,7 2-290 0 0,1 0 1 0 0,-1 0-1 0 0,1-1 0 0 0,-1 0 0 0 0,1-1 0 0 0,0 0 0 0 0,16 0 0 0 0,83-2 954 0 0,-60-1-1852 0 0,-49 1 436 0 0,0 0 0 0 0,0 0 1 0 0,0 0-1 0 0,0 0 0 0 0,0-1 0 0 0,0 1 1 0 0,0 0-1 0 0,0 0 0 0 0,0-1 0 0 0,0 1 1 0 0,0-1-1 0 0,0 1 0 0 0,0-1 1 0 0,0 1-1 0 0,0-1 0 0 0,-1 1 0 0 0,1-1 1 0 0,0 0-1 0 0,0 1 0 0 0,-1-1 0 0 0,1 0 1 0 0,0 0-1 0 0,-1 0 0 0 0,1 1 0 0 0,-1-1 1 0 0,1 0-1 0 0,-1 0 0 0 0,0 0 1 0 0,1 0-1 0 0,-1 0 0 0 0,1-2 0 0 0,-1 1-233 0 0,0 0 0 0 0,1-1-1 0 0,-1 1 1 0 0,0 0 0 0 0,0-1-1 0 0,0 1 1 0 0,-1 0 0 0 0,1 0-1 0 0,-1-1 1 0 0,1 1 0 0 0,-2-3-1 0 0,-5-10-2935 0 0,-1-3 249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18.65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75 8 112 0 0,'-75'-7'9288'0'0,"90"8"-8780"0"0,211 13 2050 0 0,-187-8-2090 0 0,0 1 0 0 0,41 14 0 0 0,-36-9-557 0 0,-40-10 0 0 0,1 0 1 0 0,-1-1 0 0 0,1 1-1 0 0,-1 1 1 0 0,7 4 0 0 0,11 5-438 0 0,10 2-1381 0 0,1-2 0 0 0,1-2 0 0 0,36 7 0 0 0,-26-9-958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19.12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37 21 380 0 0,'-25'-12'3334'0'0,"22"11"-940"0"0,-4-2-1853 0 0,5 1 106 0 0,9 0 3305 0 0,48 2-3019 0 0,0 1 0 0 0,94 15-1 0 0,-22-1-20 0 0,-1-4-66 0 0,308 31 1670 0 0,-117-11-1080 0 0,60 8-114 0 0,297 39 266 0 0,-522-66-2367 0 0,-74-7-1428 0 0,-59-1-166 0 0,-15-3 738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1.360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643 80 636 0 0,'0'0'3484'0'0,"-5"-3"-2722"0"0,-15-10-47 0 0,15 10 545 0 0,-30-7 1167 0 0,29 8-2202 0 0,1 0 1 0 0,-1 1 0 0 0,0 0 0 0 0,0 0 0 0 0,-7 0 0 0 0,6 1-133 0 0,-89-12 1163 0 0,22 3-684 0 0,44 5-269 0 0,-40-1-1 0 0,41 5-65 0 0,0-2 0 0 0,-41-7 0 0 0,66 8-108 0 0,1 1-69 0 0,-35 6 270 0 0,42 8-256 0 0,3 20 0 0 0,-1 0 0 0 0,-2 0-1 0 0,-1 1 1 0 0,-2-1 0 0 0,-6 57 0 0 0,-37 167 55 0 0,-1 13-56 0 0,35-186-43 0 0,-4 74 151 0 0,11-136-142 0 0,2-1 0 0 0,1 1 0 0 0,1 0 0 0 0,10 40-1 0 0,-10-54-19 0 0,0 0-1 0 0,1 0 1 0 0,0-1-1 0 0,0 1 1 0 0,1-1-1 0 0,0 0 1 0 0,1 0-1 0 0,0-1 1 0 0,0 0-1 0 0,1 0 1 0 0,-1 0-1 0 0,2-1 1 0 0,-1 0-1 0 0,1 0 1 0 0,-1-1-1 0 0,1 0 1 0 0,1 0-1 0 0,-1-1 1 0 0,1 0-1 0 0,0 0 1 0 0,0-1-1 0 0,17 4 1 0 0,-7-4-1 0 0,89 18 111 0 0,-65-14-80 0 0,-14-4-22 0 0,-22-2-21 0 0,4 1 5 0 0,0-1 3 0 0,7 1 8 0 0,25 1 20 0 0,-14-4-103 0 0,-1-1-1 0 0,0-1 1 0 0,0-1-1 0 0,45-14 0 0 0,-69 17-12 0 0,34-14-1415 0 0,-37 14 1327 0 0,1 0 0 0 0,-1 0 0 0 0,1 0 0 0 0,-1 0-1 0 0,1 0 1 0 0,-1 0 0 0 0,0 0 0 0 0,0-1 0 0 0,0 1 0 0 0,0-1 0 0 0,1 1 0 0 0,-2-1 0 0 0,1 1 0 0 0,0-1 0 0 0,0 1 0 0 0,0-1-1 0 0,0-3 1 0 0,-1 4-115 0 0,0 0 0 0 0,0 0-1 0 0,0 0 1 0 0,0 0 0 0 0,0 0-1 0 0,-1 0 1 0 0,1 0 0 0 0,0 0-1 0 0,-1 0 1 0 0,1 1 0 0 0,0-1-1 0 0,-1 0 1 0 0,1 0 0 0 0,-1 0-1 0 0,0 0 1 0 0,0-1 0 0 0,-1 0-678 0 0,-5-11-2310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1.69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82 392 0 0,'134'-17'3065'0'0,"147"-20"3054"0"0,-268 35-5836 0 0,23-4 859 0 0,49-1-1 0 0,-4-3-121 0 0,-3 8-2044 0 0,0 2-2008 0 0,-59 4-563 0 0,-13-2 2675 0 0,13 4-1663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2.330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21 93 412 0 0,'5'167'6784'0'0,"-9"-99"-5630"0"0,-1 23 352 0 0,5-56-791 0 0,-8 57 0 0 0,3-56-134 0 0,1 57-1 0 0,5-28-17 0 0,3 44 207 0 0,8-54-320 0 0,-8-47-369 0 0,-2-6 176 0 0,1-9-211 0 0,1-3-36 0 0,-2 1 0 0 0,1-1 1 0 0,-1 0-1 0 0,-1 0 0 0 0,1 0 0 0 0,-2 0 0 0 0,0-19 0 0 0,-14-70 49 0 0,6 46-29 0 0,2 0 1 0 0,1-70-1 0 0,5 115-28 0 0,0-30 9 0 0,2-1 0 0 0,2 1-1 0 0,1 0 1 0 0,16-58 0 0 0,29-27 9 0 0,-10 42-22 0 0,-39 79 15 0 0,0 0-4 0 0,3-4 0 0 0,-3 4 6 0 0,4-1-9 0 0,-4 3-4 0 0,-1 0-1 0 0,0-1 1 0 0,0 1-1 0 0,0 0 0 0 0,0 0 1 0 0,1-1-1 0 0,-1 1 0 0 0,0 0 1 0 0,0 0-1 0 0,1 0 0 0 0,-1-1 1 0 0,0 1-1 0 0,0 0 0 0 0,1 0 1 0 0,-1 0-1 0 0,0 0 0 0 0,0-1 1 0 0,1 1-1 0 0,-1 0 0 0 0,0 0 1 0 0,1 0-1 0 0,-1 0 0 0 0,0 0 1 0 0,1 0-1 0 0,-1 0 0 0 0,0 0 1 0 0,1 0-1 0 0,-1 0 0 0 0,0 0 1 0 0,1 0-1 0 0,-1 0 1 0 0,0 0-1 0 0,0 0 0 0 0,1 0 1 0 0,-1 1-1 0 0,0-1 0 0 0,1 0 1 0 0,-1 0-1 0 0,0 0 0 0 0,0 0 1 0 0,1 1-1 0 0,-1-1 0 0 0,0 0 1 0 0,0 0-1 0 0,1 0 0 0 0,-1 1 1 0 0,0-1-1 0 0,55 40 150 0 0,39 30 201 0 0,-49-36-223 0 0,-33-26-77 0 0,-1 0-1 0 0,0 0 0 0 0,-1 1 1 0 0,0 0-1 0 0,0 1 1 0 0,10 13-1 0 0,-19-21-33 0 0,0 0 1 0 0,0-1-1 0 0,0 1 0 0 0,0 0 1 0 0,0 0-1 0 0,-1-1 0 0 0,1 1 0 0 0,-1 0 1 0 0,1 0-1 0 0,-1 0 0 0 0,0 0 1 0 0,0 0-1 0 0,1 0 0 0 0,-1 0 0 0 0,-1 0 1 0 0,1 0-1 0 0,0-1 0 0 0,-1 5 1 0 0,0-3-4 0 0,0 0 1 0 0,-1 0-1 0 0,1 0 1 0 0,-1 0-1 0 0,0 0 1 0 0,0-1 0 0 0,0 1-1 0 0,0-1 1 0 0,0 1-1 0 0,-3 2 1 0 0,-4 2-4 0 0,-1 1 0 0 0,0-2 0 0 0,1 0 0 0 0,-2 0 0 0 0,-14 6 0 0 0,7-5-58 0 0,-30 8-1 0 0,1-7-174 0 0,23-8 58 0 0,-3-1-95 0 0,-44-4-1973 0 0,70 5 2119 0 0,0-1-1 0 0,0 1 0 0 0,0-1 0 0 0,1 1 1 0 0,-1-1-1 0 0,0 1 0 0 0,1-1 1 0 0,-1 1-1 0 0,0-1 0 0 0,1 0 1 0 0,-1 1-1 0 0,1-1 0 0 0,-1 0 0 0 0,1 0 1 0 0,-1 1-1 0 0,1-1 0 0 0,-1 0 1 0 0,1 0-1 0 0,0 0 0 0 0,-1 1 0 0 0,1-3 1 0 0,-3-18-5612 0 0,3 3 2658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2.58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0 104 796 0 0,'34'-14'5207'0'0,"-25"12"-4741"0"0,0 0-1 0 0,0 1 1 0 0,14 0-1 0 0,125-14 2160 0 0,-116 12-2050 0 0,60-16 0 0 0,-8 2-596 0 0,-83 16-69 0 0,1 1 0 0 0,-1-1 0 0 0,1 0-1 0 0,-1 0 1 0 0,1 1 0 0 0,-1-1 0 0 0,1 0 0 0 0,-1 0 0 0 0,0 0 0 0 0,0-1-1 0 0,1 1 1 0 0,-1 0 0 0 0,2-3 0 0 0,4-7-1088 0 0,-6 9-532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2.75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17 51 852 0 0,'-17'-4'7269'0'0,"29"2"-6737"0"0,193-23 1268 0 0,-52 10-2708 0 0,-51 12-3063 0 0,-89 3 3071 0 0,33-1-1730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7.554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162 242 140 0 0,'0'0'1477'0'0,"-2"-2"-1235"0"0,-4-6-18 0 0,5 6 417 0 0,-1 1-477 0 0,-19-15 649 0 0,18 14-525 0 0,-5-25 927 0 0,6 11 549 0 0,2 16-1723 0 0,0 0 0 0 0,0 0 0 0 0,0 0 0 0 0,0 0 1 0 0,-1 0-1 0 0,1 0 0 0 0,0-1 0 0 0,0 1 1 0 0,0 0-1 0 0,0 0 0 0 0,0 0 0 0 0,0 0 1 0 0,0 0-1 0 0,-1 0 0 0 0,1 0 0 0 0,0 0 0 0 0,0 0 1 0 0,0 1-1 0 0,0-1 0 0 0,0 0 0 0 0,0 0 1 0 0,-1 0-1 0 0,1 0 0 0 0,0 0 0 0 0,0 0 1 0 0,0 0-1 0 0,0 0 0 0 0,0 0 0 0 0,0 0 0 0 0,0 0 1 0 0,0 0-1 0 0,0 0 0 0 0,-1 0 0 0 0,1 1 1 0 0,0-1-1 0 0,0 0 0 0 0,0 0 0 0 0,0 0 1 0 0,0 0-1 0 0,0 0 0 0 0,0 0 0 0 0,0 0 0 0 0,0 1 1 0 0,0-1-1 0 0,0 0 0 0 0,0 0 0 0 0,0 0 1 0 0,0 0-1 0 0,0 0 0 0 0,0 0 0 0 0,0 1 0 0 0,-10 27 1919 0 0,8-23-2488 0 0,-40 152 1102 0 0,10-34-268 0 0,24-97-226 0 0,2 1 0 0 0,1 1 0 0 0,1-1 0 0 0,0 40 0 0 0,4-67-74 0 0,1 23 24 0 0,2-11 25 0 0,-3-12-52 0 0,0 0 1 0 0,0 0-1 0 0,1 1 1 0 0,-1-1 0 0 0,0 0-1 0 0,0 0 1 0 0,0 0-1 0 0,0 0 1 0 0,0 0 0 0 0,0 1-1 0 0,0-1 1 0 0,0 0-1 0 0,0 0 1 0 0,1 0 0 0 0,-1 0-1 0 0,0 0 1 0 0,0 0 0 0 0,0 0-1 0 0,0 1 1 0 0,0-1-1 0 0,1 0 1 0 0,-1 0 0 0 0,0 0-1 0 0,0 0 1 0 0,0 0-1 0 0,0 0 1 0 0,1 0 0 0 0,-1 0-1 0 0,0 0 1 0 0,0 0-1 0 0,0 0 1 0 0,0 0 0 0 0,1 0-1 0 0,-1 0 1 0 0,0 0 0 0 0,0 0-1 0 0,0 0 1 0 0,0 0-1 0 0,1 0 1 0 0,-1 0 0 0 0,0 0-1 0 0,0 0 1 0 0,0-1-1 0 0,9-5 8 0 0,-1 0 0 0 0,-1 0-1 0 0,1-1 1 0 0,-1 0 0 0 0,0-1-1 0 0,-1 1 1 0 0,0-1 0 0 0,9-15-1 0 0,13-36 84 0 0,22-66-1 0 0,23-50 91 0 0,-38 97-85 0 0,-27 56-17 0 0,2 0-1 0 0,0 1 1 0 0,1 0-1 0 0,26-36 1 0 0,-31 49-27 0 0,10-13 171 0 0,-15 20-214 0 0,0 0 0 0 0,-1 1 1 0 0,1-1-1 0 0,0 0 0 0 0,0 1 0 0 0,-1-1 1 0 0,1 1-1 0 0,0-1 0 0 0,0 1 0 0 0,0 0 1 0 0,0-1-1 0 0,-1 1 0 0 0,1 0 0 0 0,0-1 1 0 0,0 1-1 0 0,0 0 0 0 0,0 0 0 0 0,0 0 1 0 0,0 0-1 0 0,0 0 0 0 0,0 0 0 0 0,0 0 1 0 0,0 0-1 0 0,0 0 0 0 0,1 1 0 0 0,3 1 26 0 0,0 1-1 0 0,0-1 0 0 0,0 1 1 0 0,0 0-1 0 0,0 1 1 0 0,0-1-1 0 0,-1 1 0 0 0,0 0 1 0 0,0 0-1 0 0,6 7 1 0 0,3 7 58 0 0,-3-7-28 0 0,-1 0 0 0 0,-1 1 0 0 0,0 0 0 0 0,-1 1 0 0 0,0-1-1 0 0,-1 2 1 0 0,7 20 0 0 0,-5-1-5 0 0,-2 0 0 0 0,-1 1-1 0 0,-1 0 1 0 0,-3 0 0 0 0,0 0 0 0 0,-2 0-1 0 0,-8 45 1 0 0,1-28 17 0 0,-21 64 0 0 0,25-101-79 0 0,6-11-6 0 0,12-23-14 0 0,19-42-13 0 0,-16 24 36 0 0,-11 21-1 0 0,2 1 1 0 0,11-20-1 0 0,2 2-5 0 0,-4 7 0 0 0,1 0-1 0 0,31-35 0 0 0,-38 51 6 0 0,9-11-11 0 0,24-19 0 0 0,-37 36 11 0 0,-1 0 1 0 0,1 0 0 0 0,1 0 0 0 0,-1 1 0 0 0,1 0-1 0 0,0 1 1 0 0,16-6 0 0 0,-18 8 22 0 0,0 0-1 0 0,0 1 1 0 0,0-1 0 0 0,0 1-1 0 0,0 0 1 0 0,6 2 0 0 0,-7-2-10 0 0,-1 1 15 0 0,0-1 0 0 0,1 1 0 0 0,-1 0 0 0 0,0 0 0 0 0,0 0 0 0 0,0 1 1 0 0,0 0-1 0 0,0 0 0 0 0,0 0 0 0 0,0 0 0 0 0,0 0 0 0 0,-1 1 0 0 0,1-1 0 0 0,-1 1 0 0 0,0 0 0 0 0,0 0 0 0 0,0 1 0 0 0,0-1 0 0 0,-1 0 0 0 0,1 1 0 0 0,2 5 0 0 0,-1-2 20 0 0,-1 0 0 0 0,0 0-1 0 0,0 0 1 0 0,-1 1-1 0 0,0-1 1 0 0,0 1-1 0 0,-1-1 1 0 0,0 1-1 0 0,0-1 1 0 0,-1 16 0 0 0,-2 11 61 0 0,-2 0 0 0 0,-1 0 1 0 0,-19 64-1 0 0,17-77-178 0 0,-17 46-842 0 0,23-64 689 0 0,0 0 0 0 0,0-1-1 0 0,0 1 1 0 0,0 0 0 0 0,1 0-1 0 0,-1 0 1 0 0,1-1-1 0 0,0 1 1 0 0,-1 0 0 0 0,2 0-1 0 0,-1 0 1 0 0,1 5-1 0 0,-1-7 110 0 0,0 0 22 0 0,0-1 0 0 0,1 1 1 0 0,-1-1-1 0 0,0 0 1 0 0,0 1-1 0 0,1-1 1 0 0,-1 0-1 0 0,0 1 0 0 0,1-1 1 0 0,-1 0-1 0 0,0 1 1 0 0,1-1-1 0 0,-1 0 0 0 0,0 0 1 0 0,1 0-1 0 0,-1 1 1 0 0,1-1-1 0 0,-1 0 1 0 0,0 0-1 0 0,1 0 0 0 0,-1 0 1 0 0,1 0-1 0 0,-1 0 1 0 0,1 1-1 0 0,-1-1 1 0 0,0 0-1 0 0,1 0 0 0 0,0-1 1 0 0,3 2-4527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7.84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48 460 0 0,'0'0'2135'0'0,"3"-1"-1112"0"0,9-2 4442 0 0,-9 2-4960 0 0,5-4 223 0 0,0 0 0 0 0,0-1 0 0 0,0 0 0 0 0,7-7 0 0 0,-14 11 179 0 0,4-3 292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8.41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374 176 864 0 0,'3'-3'420'0'0,"0"0"0"0"0,0 0 0 0 0,0 0 0 0 0,0-1 0 0 0,-1 1 0 0 0,1-1 0 0 0,-1 1 0 0 0,0-1 0 0 0,0 0 0 0 0,0 0 1 0 0,-1 0-1 0 0,1 0 0 0 0,-1 0 0 0 0,0-1 0 0 0,1-7 0 0 0,-1 8-238 0 0,0-1 0 0 0,-1 1 0 0 0,1-1 0 0 0,-1 1 0 0 0,0-1 0 0 0,0 0 0 0 0,0 1 0 0 0,0-1 0 0 0,-1 1 1 0 0,0-1-1 0 0,0 1 0 0 0,0 0 0 0 0,-1-1 0 0 0,1 1 0 0 0,-1 0 0 0 0,0 0 0 0 0,0 0 0 0 0,-4-5 0 0 0,5 7-112 0 0,-1 1 1 0 0,0-1-1 0 0,-1 0 0 0 0,1 0 0 0 0,0 1 0 0 0,0 0 0 0 0,-1-1 0 0 0,1 1 0 0 0,-1 0 1 0 0,1 0-1 0 0,-1 0 0 0 0,1 0 0 0 0,-1 1 0 0 0,0-1 0 0 0,-3 0 0 0 0,-3 1 47 0 0,0 0-1 0 0,0 0 0 0 0,-10 2 1 0 0,3 1-37 0 0,0 0 0 0 0,1 0-1 0 0,-1 2 1 0 0,1 0 0 0 0,1 1 0 0 0,-1 0 0 0 0,-21 13 0 0 0,14-4 42 0 0,0 0 0 0 0,2 1 1 0 0,-34 32-1 0 0,49-43-96 0 0,0 1 0 0 0,1-1 0 0 0,0 0 0 0 0,0 1 1 0 0,0 0-1 0 0,1 0 0 0 0,-1 0 0 0 0,1 1 0 0 0,1-1 0 0 0,-4 13 0 0 0,6-18-22 0 0,-1 1-1 0 0,1 0 1 0 0,0-1-1 0 0,0 1 1 0 0,1 0-1 0 0,-1-1 1 0 0,0 1-1 0 0,0-1 1 0 0,1 1-1 0 0,-1 0 1 0 0,1-1-1 0 0,-1 1 0 0 0,1-1 1 0 0,0 1-1 0 0,0-1 1 0 0,-1 1-1 0 0,1-1 1 0 0,0 0-1 0 0,0 1 1 0 0,1-1-1 0 0,-1 0 1 0 0,0 0-1 0 0,0 0 1 0 0,0 0-1 0 0,1 0 1 0 0,-1 0-1 0 0,1 0 1 0 0,-1 0-1 0 0,1-1 1 0 0,-1 1-1 0 0,3 1 1 0 0,4 0 8 0 0,-1 0 0 0 0,0 0 1 0 0,1-1-1 0 0,13 2 0 0 0,-19-3-9 0 0,7 0 2 0 0,-1 0 1 0 0,1 0-1 0 0,-1-1 1 0 0,1 0 0 0 0,-1-1-1 0 0,1 0 1 0 0,8-3 0 0 0,55-25 51 0 0,-50 20-45 0 0,-4 1 50 0 0,-1 0 0 0 0,0-1-1 0 0,0 0 1 0 0,23-22-1 0 0,-38 31 40 0 0,1-1 52 0 0,-2 2-141 0 0,-1 0 0 0 0,0 0 1 0 0,0 0-1 0 0,0-1 0 0 0,1 1 0 0 0,-1 0 0 0 0,0 0 0 0 0,0 0 0 0 0,0-1 0 0 0,1 1 1 0 0,-1 0-1 0 0,0 0 0 0 0,1 0 0 0 0,-1 0 0 0 0,0 0 0 0 0,0 0 0 0 0,1-1 0 0 0,-1 1 1 0 0,0 0-1 0 0,0 0 0 0 0,1 0 0 0 0,-1 0 0 0 0,0 0 0 0 0,1 0 0 0 0,-1 0 0 0 0,0 0 1 0 0,1 0-1 0 0,-1 0 0 0 0,0 0 0 0 0,0 1 0 0 0,1-1 0 0 0,-1 0 0 0 0,0 0 0 0 0,0 0 1 0 0,1 0-1 0 0,-1 0 0 0 0,0 1 0 0 0,0-1 0 0 0,1 0 0 0 0,-1 0 0 0 0,0 0 0 0 0,0 1 1 0 0,0-1-1 0 0,1 0 0 0 0,-1 0 0 0 0,0 0 0 0 0,0 1 0 0 0,0-1 0 0 0,0 0 0 0 0,8 22 23 0 0,-1 0 0 0 0,-2 0 0 0 0,0 0 0 0 0,2 34 0 0 0,11 47 32 0 0,-1-2 8 0 0,-7-31-9 0 0,-6-39 32 0 0,-1 0 1 0 0,-2 0-1 0 0,-1 0 0 0 0,-1 0 1 0 0,-9 45-1 0 0,8-59-20 0 0,-1 1 19 0 0,-2-1 0 0 0,1 0 0 0 0,-2 0 0 0 0,0-1 1 0 0,-1 0-1 0 0,-1 0 0 0 0,-1 0 0 0 0,0-1 0 0 0,-19 24 1 0 0,18-25 4 0 0,-2 0 0 0 0,1-1 0 0 0,-2 0 0 0 0,0-1 1 0 0,0-1-1 0 0,-1 0 0 0 0,0-1 0 0 0,-1 0 0 0 0,-26 12 1 0 0,36-20-106 0 0,1 0 0 0 0,-1 0 0 0 0,0-1 0 0 0,1 0 0 0 0,-1 1 0 0 0,0-2 0 0 0,0 1 0 0 0,0-1 0 0 0,0 1 0 0 0,0-1 0 0 0,0-1 0 0 0,0 1 0 0 0,0-1 0 0 0,0 0 0 0 0,1 0 0 0 0,-9-3 0 0 0,7 2-88 0 0,0-2 1 0 0,0 1-1 0 0,0 0 1 0 0,0-1-1 0 0,1 0 1 0 0,-1-1-1 0 0,1 1 1 0 0,0-1-1 0 0,0 0 1 0 0,-8-11-1 0 0,7 7-164 0 0,1 1 1 0 0,0-1-1 0 0,0 0 0 0 0,0 0 0 0 0,1 0 0 0 0,1-1 1 0 0,0 0-1 0 0,0 1 0 0 0,0-1 0 0 0,2 0 1 0 0,-1-1-1 0 0,1 1 0 0 0,1 0 0 0 0,-1 0 0 0 0,2 0 1 0 0,1-11-1 0 0,0 12-220 0 0,1-1 0 0 0,0 1-1 0 0,1 0 1 0 0,0 0 0 0 0,6-9 0 0 0,15-18-4309 0 0,-5 14 1667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8.70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44 114 424 0 0,'-1'-2'245'0'0,"0"0"1"0"0,-1 0-1 0 0,1 0 0 0 0,0 1 0 0 0,-1-1 1 0 0,1 0-1 0 0,0 1 0 0 0,-1-1 1 0 0,0 1-1 0 0,1 0 0 0 0,-1-1 0 0 0,0 1 1 0 0,0 0-1 0 0,0 0 0 0 0,0 0 0 0 0,-4-1 1 0 0,2 1 662 0 0,-4-2 5450 0 0,44-1-6220 0 0,-32 3-111 0 0,-1 0-1 0 0,0-1 0 0 0,1 1 1 0 0,-1-1-1 0 0,0 0 0 0 0,0 0 0 0 0,0 0 1 0 0,0 0-1 0 0,0-1 0 0 0,-1 1 0 0 0,1-1 1 0 0,-1 1-1 0 0,1-1 0 0 0,2-5 0 0 0,8-7 254 0 0,3-3 247 0 0,-15 17 84 0 0,1-6-10 0 0,-2 4-1109 0 0,-5 6-2778 0 0,-13 16 1306 0 0,13-14-1289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29.24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4 144 280 0 0,'35'-105'4913'0'0,"-22"75"-1723"0"0,-12 28-2192 0 0,1-5-475 0 0,-2 7-482 0 0,0 0 0 0 0,0 0 0 0 0,0 0 0 0 0,0 1 1 0 0,0-1-1 0 0,0 0 0 0 0,0 0 0 0 0,0 0 0 0 0,0 0 0 0 0,0 0 1 0 0,0 0-1 0 0,0 0 0 0 0,1 0 0 0 0,-1 1 0 0 0,0-1 1 0 0,0 0-1 0 0,0 0 0 0 0,0 0 0 0 0,0 0 0 0 0,0 0 0 0 0,0 0 1 0 0,0 0-1 0 0,0 0 0 0 0,0 0 0 0 0,1 0 0 0 0,-1 0 1 0 0,0 0-1 0 0,0 0 0 0 0,0 0 0 0 0,0 1 0 0 0,0-1 1 0 0,0 0-1 0 0,0 0 0 0 0,0 0 0 0 0,1 0 0 0 0,-1 0 0 0 0,0 0 1 0 0,0 0-1 0 0,0 0 0 0 0,0 0 0 0 0,0 0 0 0 0,0-1 1 0 0,0 1-1 0 0,1 0 0 0 0,-1 0 0 0 0,0 0 0 0 0,0 0 0 0 0,0 0 1 0 0,0 0-1 0 0,0 0 0 0 0,0 0 0 0 0,0 0 0 0 0,5 19 308 0 0,-1 1-1 0 0,-1 0 1 0 0,2 33-1 0 0,-7 68 354 0 0,0-59-421 0 0,-28 289 685 0 0,9-211-640 0 0,3 16-41 0 0,17-154-281 0 0,-1 5 18 0 0,2-4-26 0 0,3-7 13 0 0,37-74-13 0 0,-24 44-2 0 0,2 0 0 0 0,35-51 0 0 0,-34 60 15 0 0,1 2-1 0 0,1 0 0 0 0,1 2 1 0 0,39-30-1 0 0,-50 43-3 0 0,0 0 1 0 0,1 1-1 0 0,-1 0 0 0 0,2 1 0 0 0,-1 0 0 0 0,1 1 1 0 0,0 0-1 0 0,0 1 0 0 0,0 1 0 0 0,0 0 0 0 0,1 0 1 0 0,17 0-1 0 0,-26 3 33 0 0,1 1-1 0 0,0 0 1 0 0,-1 0 0 0 0,1 0-1 0 0,-1 0 1 0 0,1 1 0 0 0,-1 0-1 0 0,1 0 1 0 0,-1 0 0 0 0,0 1-1 0 0,0 0 1 0 0,0 0 0 0 0,-1 0-1 0 0,1 0 1 0 0,-1 1 0 0 0,1 0 0 0 0,-1 0-1 0 0,0 0 1 0 0,-1 0 0 0 0,1 1-1 0 0,-1 0 1 0 0,0-1 0 0 0,0 1-1 0 0,0 0 1 0 0,3 10 0 0 0,1 2 117 0 0,-1 0 0 0 0,-1 1 0 0 0,-1 0 0 0 0,0-1 0 0 0,-1 2 0 0 0,0 26 0 0 0,-2-19-49 0 0,-1-14-106 0 0,0-1 1 0 0,1 0-1 0 0,0 1 0 0 0,1-1 0 0 0,0 0 0 0 0,1 0 1 0 0,5 15-1 0 0,-7-24-38 0 0,1 1 0 0 0,0 0 0 0 0,0-1 0 0 0,0 1 0 0 0,1-1 0 0 0,-1 1 0 0 0,0-1 1 0 0,1 0-1 0 0,0 0 0 0 0,-1 0 0 0 0,1-1 0 0 0,0 1 0 0 0,0-1 0 0 0,0 1 0 0 0,0-1 0 0 0,0 0 0 0 0,5 1 1 0 0,5 1-180 0 0,-1 0 1 0 0,1-1 0 0 0,13 0 0 0 0,0 0-386 0 0,-1-1-1 0 0,0-2 1 0 0,1 0 0 0 0,31-6 0 0 0,82-18-6858 0 0,-96 18 3910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0.32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469 5 796 0 0,'0'0'2631'0'0,"6"-4"-1440"0"0,-1 6 1943 0 0,-2 4-2933 0 0,1 0 1 0 0,-1 0-1 0 0,-1 0 1 0 0,1 0-1 0 0,-1 0 1 0 0,0 1-1 0 0,-1-1 1 0 0,2 7-1 0 0,4 62 964 0 0,-3-20-535 0 0,-2-30-283 0 0,-1 0 0 0 0,-1-1 0 0 0,-5 42 0 0 0,-18 75 807 0 0,20-130-1083 0 0,-1 9 92 0 0,-1 0-1 0 0,-1 0 0 0 0,0 0 1 0 0,-2-1-1 0 0,-15 28 0 0 0,16-35-89 0 0,0 0 0 0 0,-1-1 0 0 0,-1 0 0 0 0,0 0 0 0 0,0-1 0 0 0,-1-1 0 0 0,0 1 0 0 0,-1-1 0 0 0,-15 9 0 0 0,11-8-30 0 0,-1-1-1 0 0,0 0 1 0 0,-1-2-1 0 0,-29 10 1 0 0,40-15-114 0 0,-1 0 1 0 0,1-1 0 0 0,0 0-1 0 0,-1 0 1 0 0,1-1 0 0 0,-1 0 0 0 0,1 0-1 0 0,-1 0 1 0 0,1-1 0 0 0,-1 0-1 0 0,1 0 1 0 0,-1-1 0 0 0,1 0 0 0 0,0 0-1 0 0,0 0 1 0 0,-9-6 0 0 0,8 4-143 0 0,1 0 1 0 0,-1-1 0 0 0,1 0-1 0 0,0 0 1 0 0,1 0 0 0 0,-1-1-1 0 0,1 0 1 0 0,0 0 0 0 0,1 0-1 0 0,-7-12 1 0 0,5 7-78 0 0,2 0 1 0 0,-1 0-1 0 0,2 0 0 0 0,-1 0 0 0 0,2-1 1 0 0,-3-15-1 0 0,3-10-625 0 0,1 0 0 0 0,2 0 1 0 0,7-52-1 0 0,-8 85 843 0 0,9-73-3203 0 0,-7 47 1402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0.521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103 152 3912 0 0,'4'-16'114'0'0,"0"1"0"0"0,1 0 0 0 0,1 0 0 0 0,1 0 0 0 0,0 1 0 0 0,1-1 0 0 0,15-20 0 0 0,-10 24 1392 0 0,-7 11-28 0 0,-6 18 192 0 0,0-9-1926 0 0,-1 6 657 0 0,-1-1 1 0 0,-5 23 0 0 0,-1 0 144 0 0,-24 106 941 0 0,11-65-858 0 0,20-71-578 0 0,-16 56-99 0 0,15-57-217 0 0,0 1 0 0 0,-1-1 0 0 0,1 0 0 0 0,-2 0 0 0 0,1 0 1 0 0,-8 10-1 0 0,8-14-113 0 0,-1 0 0 0 0,0 0 0 0 0,1 0 0 0 0,-1 0 1 0 0,0 0-1 0 0,0-1 0 0 0,0 0 0 0 0,0 0 0 0 0,0 0 1 0 0,0 0-1 0 0,-1 0 0 0 0,1-1 0 0 0,-6 0 0 0 0,5 0-801 0 0,1 1-1502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0.78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48 120 28 0 0,'-3'-8'353'0'0,"0"0"-1"0"0,1 0 1 0 0,1 0 0 0 0,-1 0 0 0 0,0-17-1 0 0,2 23-261 0 0,0 0 0 0 0,0 0 0 0 0,1-1 1 0 0,-1 1-1 0 0,1 0 0 0 0,-1 0 0 0 0,1 0 0 0 0,-1 0 0 0 0,1 0 0 0 0,0 0 0 0 0,0 0 0 0 0,0 0 0 0 0,0 0 0 0 0,1 0 0 0 0,-1 1 0 0 0,0-1 0 0 0,1 0 1 0 0,-1 1-1 0 0,1-1 0 0 0,0 1 0 0 0,-1-1 0 0 0,1 1 0 0 0,0 0 0 0 0,0 0 0 0 0,0 0 0 0 0,0 0 0 0 0,0 0 0 0 0,0 0 0 0 0,2 0 0 0 0,5-1 131 0 0,0 1 0 0 0,-1 0 0 0 0,1 1 0 0 0,0 0 0 0 0,0 0 0 0 0,0 1 0 0 0,-1 0 0 0 0,1 1 0 0 0,0-1 0 0 0,-1 2 0 0 0,1-1 0 0 0,-1 1 0 0 0,12 6 0 0 0,-6-3 86 0 0,-1 1 0 0 0,0 0 0 0 0,0 1 0 0 0,-1 1 1 0 0,0 0-1 0 0,-1 0 0 0 0,18 19 0 0 0,-26-25-235 0 0,-1 0 0 0 0,1 1 1 0 0,-1-1-1 0 0,0 0 0 0 0,0 1 0 0 0,0 0 0 0 0,0-1 1 0 0,0 1-1 0 0,-1 0 0 0 0,0 0 0 0 0,0 0 1 0 0,0 0-1 0 0,0 0 0 0 0,-1 0 0 0 0,1 0 0 0 0,-1 1 1 0 0,0 4-1 0 0,-1-3-11 0 0,0-1 1 0 0,-1 1 0 0 0,0-1-1 0 0,1 1 1 0 0,-2-1-1 0 0,1 0 1 0 0,-1 0-1 0 0,1 0 1 0 0,-1 0 0 0 0,-1 0-1 0 0,-3 5 1 0 0,-5 2 29 0 0,0 1 1 0 0,-1-2-1 0 0,0 0 1 0 0,0 0-1 0 0,-1-1 1 0 0,-1-1-1 0 0,-21 10 1 0 0,27-15-72 0 0,-1 0-1 0 0,1-1 1 0 0,-1-1 0 0 0,0 1 0 0 0,0-1-1 0 0,0-1 1 0 0,-16 0 0 0 0,23-1-50 0 0,0 0 0 0 0,0-1 0 0 0,0 1 0 0 0,0-1 0 0 0,0 0 0 0 0,0 0 1 0 0,0 0-1 0 0,0-1 0 0 0,0 1 0 0 0,0-1 0 0 0,0 1 0 0 0,1-1 0 0 0,-1 0 0 0 0,1 0 0 0 0,-1 0 0 0 0,1 0 1 0 0,0-1-1 0 0,0 1 0 0 0,0-1 0 0 0,0 1 0 0 0,0-1 0 0 0,1 0 0 0 0,-1 1 0 0 0,-1-6 0 0 0,-3-5-235 0 0,1-1 0 0 0,1 0-1 0 0,-6-25 1 0 0,9 30 168 0 0,-1 1-64 0 0,1 0-1 0 0,0 0 1 0 0,0-1 0 0 0,1 1 0 0 0,0 0 0 0 0,1 0 0 0 0,1-12-1 0 0,-1 15-23 0 0,0 1 0 0 0,1-1-1 0 0,-1 0 1 0 0,1 1 0 0 0,0-1-1 0 0,0 1 1 0 0,0 0 0 0 0,1-1-1 0 0,0 1 1 0 0,0 1 0 0 0,0-1-1 0 0,5-6 1 0 0,-7 10 148 0 0,0-1 1 0 0,-1 1-1 0 0,1-1 1 0 0,0 1-1 0 0,-1-1 1 0 0,1 1-1 0 0,0 0 0 0 0,0-1 1 0 0,0 1-1 0 0,-1 0 1 0 0,1-1-1 0 0,0 1 1 0 0,0 0-1 0 0,0 0 0 0 0,0 0 1 0 0,1 0-1 0 0,7 3-4203 0 0,14 11 2537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1.036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5 25 276 0 0,'-1'0'127'0'0,"1"-1"0"0"0,0 1 0 0 0,-1-1 0 0 0,1 1 0 0 0,0 0 0 0 0,-1-1 0 0 0,1 1 0 0 0,0-1 0 0 0,0 1 0 0 0,-1-1 0 0 0,1 1 1 0 0,0-1-1 0 0,0 1 0 0 0,0-1 0 0 0,0 1 0 0 0,0-1 0 0 0,0 1 0 0 0,0-1 0 0 0,0 1 0 0 0,0-1 0 0 0,0 1 0 0 0,0-1 0 0 0,0 1 0 0 0,0-1 0 0 0,0 1 0 0 0,0-1 0 0 0,0 1 0 0 0,0-1 0 0 0,1 1 0 0 0,-1-1 0 0 0,0 1 0 0 0,0-1 0 0 0,1 1 0 0 0,-1-1 1 0 0,0 1-1 0 0,1 0 0 0 0,-1-1 0 0 0,0 1 0 0 0,1 0 0 0 0,-1-1 0 0 0,1 1 0 0 0,-1 0 0 0 0,1-1 0 0 0,-1 1 0 0 0,1 0 0 0 0,2-2-738 0 0,-1-1 1252 0 0,6 5-18 0 0,6 2-266 0 0,0 1 1 0 0,0 1-1 0 0,-1 0 1 0 0,1 1 0 0 0,-1 0-1 0 0,-1 1 1 0 0,1 0-1 0 0,15 15 1 0 0,-21-16-185 0 0,-1 0 0 0 0,1 1 1 0 0,-1 1-1 0 0,-1-1 0 0 0,0 1 0 0 0,0 0 1 0 0,0 0-1 0 0,-1 0 0 0 0,0 0 0 0 0,-1 1 1 0 0,2 10-1 0 0,-2-4-619 0 0,-1 0-1 0 0,-1-1 1 0 0,0 1 0 0 0,-1 0 0 0 0,0 0-1 0 0,-4 19 1 0 0,-1-27-3270 0 0,4-7 2994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1.250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282 48 768 0 0,'-39'-40'4847'0'0,"37"38"-3958"0"0,0 0 291 0 0,2 2-1122 0 0,0 0 0 0 0,0 0-1 0 0,0 0 1 0 0,0-1 0 0 0,0 1-1 0 0,0 0 1 0 0,-1 0 0 0 0,1 0-1 0 0,0-1 1 0 0,0 1-1 0 0,0 0 1 0 0,0 0 0 0 0,0 0-1 0 0,0 0 1 0 0,-1-1 0 0 0,1 1-1 0 0,0 0 1 0 0,0 0-1 0 0,0 0 1 0 0,-1 0 0 0 0,1 0-1 0 0,0 0 1 0 0,0 0 0 0 0,0 0-1 0 0,-1 0 1 0 0,1-1 0 0 0,0 1-1 0 0,0 0 1 0 0,0 0-1 0 0,-1 0 1 0 0,1 0 0 0 0,0 0-1 0 0,0 0 1 0 0,0 0 0 0 0,-1 0-1 0 0,1 1 1 0 0,0-1-1 0 0,0 0 1 0 0,-1 0 0 0 0,1 0-1 0 0,0 0 1 0 0,0 0 0 0 0,0 0-1 0 0,0 0 1 0 0,-1 0 0 0 0,1 0-1 0 0,0 1 1 0 0,0-1-1 0 0,0 0 1 0 0,0 0 0 0 0,-1 0-1 0 0,1 1 1 0 0,-13 23 814 0 0,2 2 0 0 0,-10 29 1 0 0,-15 32 240 0 0,17-44-798 0 0,12-25-844 0 0,-1 0 0 0 0,-1-1 1 0 0,-1 0-1 0 0,-21 30 0 0 0,29-45 143 0 0,0-1 0 0 0,1 1 0 0 0,-1 0-1 0 0,0-1 1 0 0,0 1 0 0 0,0-1 0 0 0,-1 0-1 0 0,1 0 1 0 0,0 0 0 0 0,0 0-1 0 0,-1 0 1 0 0,1 0 0 0 0,0-1 0 0 0,-1 1-1 0 0,1-1 1 0 0,-3 1 0 0 0,-21 0-2748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1.43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 52 764 0 0,'0'-2'94'0'0,"0"1"1"0"0,-1 0-1 0 0,1-1 0 0 0,0 1 0 0 0,0 0 0 0 0,0-1 1 0 0,0 1-1 0 0,0 0 0 0 0,0-1 0 0 0,0 1 1 0 0,0-1-1 0 0,0 1 0 0 0,1 0 0 0 0,-1-1 0 0 0,0 1 1 0 0,1 0-1 0 0,-1 0 0 0 0,1-1 0 0 0,0 1 1 0 0,-1 0-1 0 0,3-2 0 0 0,-2 1 37 0 0,1 1 1 0 0,0-1-1 0 0,0 1 1 0 0,0-1-1 0 0,0 1 1 0 0,0 0-1 0 0,0 0 0 0 0,0 0 1 0 0,0 0-1 0 0,1 0 1 0 0,2 0-1 0 0,4-1 220 0 0,0 0 0 0 0,0 1-1 0 0,0 0 1 0 0,16 2 0 0 0,-8 0-89 0 0,0 2-1 0 0,-1 0 1 0 0,1 1 0 0 0,-1 1-1 0 0,0 1 1 0 0,-1 0 0 0 0,1 1-1 0 0,-1 0 1 0 0,0 1 0 0 0,-1 1-1 0 0,0 1 1 0 0,0 0 0 0 0,16 16 0 0 0,-25-21-236 0 0,-1-1 0 0 0,0 2 0 0 0,0-1 0 0 0,-1 0 1 0 0,1 1-1 0 0,-1 0 0 0 0,0-1 0 0 0,-1 1 0 0 0,1 0 1 0 0,-1 1-1 0 0,-1-1 0 0 0,1 0 0 0 0,-1 1 0 0 0,0-1 1 0 0,0 0-1 0 0,-1 1 0 0 0,0-1 0 0 0,0 1 0 0 0,0-1 1 0 0,-2 8-1 0 0,1-7-407 0 0,-1 1 1 0 0,0-1-1 0 0,0 0 1 0 0,0 0-1 0 0,-1 0 1 0 0,0 0-1 0 0,0 0 1 0 0,-1 0-1 0 0,0-1 1 0 0,0 0-1 0 0,0 0 1 0 0,-1 0-1 0 0,0 0 1 0 0,0-1-1 0 0,-1 1 1 0 0,-10 7-1 0 0,2-4-1820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1.610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333 29 768 0 0,'-5'-9'2612'0'0,"4"7"-1976"0"0,0 0 0 0 0,0 0 0 0 0,0 1 1 0 0,0-1-1 0 0,0 0 0 0 0,0 0 0 0 0,-1 1 0 0 0,1-1 0 0 0,-3-2 1 0 0,0 9-159 0 0,3-4-466 0 0,-9 11 264 0 0,0 0 0 0 0,-1 0 0 0 0,0-1-1 0 0,0-1 1 0 0,-26 18 0 0 0,19-17-540 0 0,-2-2 0 0 0,-33 13 0 0 0,43-19-428 0 0,1-1 1 0 0,-1 0-1 0 0,0 0 1 0 0,0-1-1 0 0,0 0 1 0 0,0-1-1 0 0,0 0 1 0 0,-11-1-1 0 0,-7-6-2047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1.73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56 21 144 0 0,'-1'-21'5488'0'0,"-1"37"-2079"0"0,-1 5-3823 0 0,-3 4-886 0 0,-2 0 0 0 0,-13 32 0 0 0,17-46 219 0 0,-7 12-973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1.87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165 0 848 0 0,'-11'31'4163'0'0,"-1"-1"0"0"0,-32 57 0 0 0,27-64-2877 0 0,-10 0-4222 0 0,16-15 1533 0 0,-9 7-2490 0 0,-2-7 298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3.59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13 54 796 0 0,'-9'-10'3855'0'0,"9"10"-3763"0"0,0 0 1 0 0,-1 0-1 0 0,1-1 0 0 0,0 1 1 0 0,-1 0-1 0 0,1-1 0 0 0,0 1 0 0 0,0 0 1 0 0,0-1-1 0 0,0 1 0 0 0,-1-1 0 0 0,1 1 1 0 0,0 0-1 0 0,0-1 0 0 0,0 1 1 0 0,0-1-1 0 0,0 1 0 0 0,0 0 0 0 0,0-1 1 0 0,0 1-1 0 0,0-1 0 0 0,0 1 1 0 0,0-1-1 0 0,0 1 0 0 0,0 0 0 0 0,0-1 1 0 0,0 1-1 0 0,1-1 0 0 0,-1 1 1 0 0,0 0-1 0 0,0-1 0 0 0,0 1 0 0 0,1 0 1 0 0,-1-1-1 0 0,0 1 0 0 0,0 0 1 0 0,1-1-1 0 0,0 1 0 0 0,24-9 720 0 0,-13 5-391 0 0,0 0-1 0 0,0 1 1 0 0,0 0 0 0 0,0 0 0 0 0,0 2-1 0 0,22-1 1 0 0,-25 2-345 0 0,6 0 226 0 0,-1 1 1 0 0,1 0-1 0 0,0 1 1 0 0,0 0-1 0 0,-1 1 1 0 0,27 10 0 0 0,-34-9-201 0 0,-1 0-1 0 0,0 1 1 0 0,0-1 0 0 0,8 10 0 0 0,2 0 22 0 0,-14-12-115 0 0,0 1 0 0 0,0-1 0 0 0,0 0 0 0 0,-1 1 0 0 0,1-1-1 0 0,-1 0 1 0 0,0 1 0 0 0,1 0 0 0 0,-1-1 0 0 0,0 1 0 0 0,-1 0 0 0 0,2 3 0 0 0,4 39-211 0 0,-4-26 46 0 0,1 3-494 0 0,-1 1 1 0 0,-1 0-1 0 0,-1 0 1 0 0,-1 0-1 0 0,-6 35 0 0 0,-8-14-5173 0 0,11-34 3084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7.1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48 504 0 0,'0'0'2407'0'0,"2"-2"-1612"0"0,10-16 3552 0 0,-11 17-3048 0 0,1-1-681 0 0,0 0-595 0 0,0 0 289 0 0,1-1 0 0 0,-1 1 0 0 0,0 1 0 0 0,1-1 0 0 0,-1 0 1 0 0,1 0-1 0 0,0 1 0 0 0,0 0 0 0 0,-1-1 0 0 0,1 1 0 0 0,0 0 0 0 0,4-1 1 0 0,18 2 497 0 0,0 0 1 0 0,36 6 0 0 0,-4 0-114 0 0,-40-5-504 0 0,1 1 1 0 0,0 1-1 0 0,-1 1 1 0 0,0 0-1 0 0,0 1 1 0 0,0 1-1 0 0,29 14 1 0 0,-43-18-176 0 0,0 0 1 0 0,-1 0 0 0 0,1 1 0 0 0,0-1 0 0 0,-1 1-1 0 0,1-1 1 0 0,-1 1 0 0 0,0 0 0 0 0,0 0-1 0 0,0 0 1 0 0,0 1 0 0 0,-1-1 0 0 0,1 0 0 0 0,-1 1-1 0 0,0-1 1 0 0,1 6 0 0 0,2 8 32 0 0,-1-1 0 0 0,0 23 0 0 0,-1-22-21 0 0,-2 4 23 0 0,0 0 0 0 0,-1 0-1 0 0,-1 0 1 0 0,-5 22 0 0 0,-2 13-118 0 0,8-49-27 0 0,-1-1-1 0 0,1 0 1 0 0,-2 0 0 0 0,1 0-1 0 0,0 0 1 0 0,-1-1 0 0 0,0 1-1 0 0,-1-1 1 0 0,1 1-1 0 0,-1-1 1 0 0,0 0 0 0 0,-9 8-1 0 0,-2 1-689 0 0,-1 0-1 0 0,-26 18 1 0 0,-12 3-1747 0 0,17-13-4568 0 0,26-16 3578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7.3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240 0 1396 0 0,'0'0'3936'0'0,"-8"3"-2627"0"0,-27 11-22 0 0,32-12-1022 0 0,0 0 1 0 0,0 0-1 0 0,1 0 0 0 0,-1 0 1 0 0,0 0-1 0 0,1 1 0 0 0,-1-1 0 0 0,1 1 1 0 0,0 0-1 0 0,0-1 0 0 0,0 1 1 0 0,0 0-1 0 0,-2 4 0 0 0,-2 3 322 0 0,-19 29 1155 0 0,21-30-1767 0 0,-1 0 1 0 0,0-1 0 0 0,-1 0 0 0 0,0 0 0 0 0,0-1-1 0 0,0 0 1 0 0,-1 0 0 0 0,0 0 0 0 0,-16 10 0 0 0,19-14-848 0 0,-1-1 1 0 0,1 0-1 0 0,-1 0 1 0 0,0 0 0 0 0,1-1-1 0 0,-1 1 1 0 0,0-1-1 0 0,-9 0 1 0 0,11-1-2439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7.7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602 68 820 0 0,'0'-2'229'0'0,"0"-1"0"0"0,1 0 0 0 0,-1 1 0 0 0,1-1 0 0 0,0 1 0 0 0,0-1 0 0 0,0 1 0 0 0,0-1 0 0 0,0 1-1 0 0,1-1 1 0 0,-1 1 0 0 0,1 0 0 0 0,-1 0 0 0 0,1 0 0 0 0,0 0 0 0 0,0 0 0 0 0,0 0 0 0 0,0 0 0 0 0,0 1 0 0 0,0-1 0 0 0,0 1 0 0 0,1-1 0 0 0,-1 1 0 0 0,0 0 0 0 0,1 0 0 0 0,-1 0-1 0 0,1 0 1 0 0,2 0 0 0 0,10-3 160 0 0,0 1 0 0 0,1 1 0 0 0,-1 0-1 0 0,1 1 1 0 0,-1 1 0 0 0,0 0 0 0 0,1 2-1 0 0,-1-1 1 0 0,0 2 0 0 0,23 6 0 0 0,-30-8-216 0 0,-1 1-1 0 0,1 1 1 0 0,-1 0 0 0 0,0 0 0 0 0,0 0-1 0 0,0 1 1 0 0,0 0 0 0 0,10 8 0 0 0,-15-11-137 0 0,-1 1 1 0 0,1-1 0 0 0,0 1 0 0 0,-1 0 0 0 0,1 0-1 0 0,-1 0 1 0 0,0 0 0 0 0,1 0 0 0 0,-1 0 0 0 0,0 0-1 0 0,0 1 1 0 0,-1-1 0 0 0,1 0 0 0 0,0 1-1 0 0,-1-1 1 0 0,1 0 0 0 0,-1 1 0 0 0,0-1 0 0 0,0 0-1 0 0,0 1 1 0 0,0-1 0 0 0,0 1 0 0 0,0-1 0 0 0,-1 0-1 0 0,1 1 1 0 0,-1-1 0 0 0,0 0 0 0 0,0 1 0 0 0,0-1-1 0 0,0 0 1 0 0,0 0 0 0 0,-2 3 0 0 0,-4 7 49 0 0,0-1-1 0 0,-1 0 1 0 0,-1-1 0 0 0,1 1 0 0 0,-2-2 0 0 0,1 1 0 0 0,-22 15 0 0 0,6-8 103 0 0,-1-1-1 0 0,-40 18 1 0 0,55-29-128 0 0,-1 0 83 0 0,1 1-1 0 0,-21 14 1 0 0,28-17-124 0 0,1-1-1 0 0,0 1 1 0 0,0 0 0 0 0,0 0-1 0 0,0 0 1 0 0,1 1-1 0 0,-1-1 1 0 0,1 1 0 0 0,0-1-1 0 0,0 1 1 0 0,0 0 0 0 0,0 0-1 0 0,-1 5 1 0 0,1 1 18 0 0,0 1 1 0 0,0 0 0 0 0,1-1-1 0 0,0 1 1 0 0,1 0-1 0 0,1 12 1 0 0,13 65 388 0 0,1 0 135 0 0,-15-73-429 0 0,0 1 0 0 0,-1 0 1 0 0,0 0-1 0 0,-1-1 0 0 0,-1 1 0 0 0,-1-1 0 0 0,0 0 0 0 0,-1 0 0 0 0,0 0 0 0 0,-13 24 0 0 0,4-15 112 0 0,0 0-1 0 0,-2-1 1 0 0,0 0-1 0 0,-2-1 1 0 0,-24 23-1 0 0,33-37-273 0 0,0-1-1 0 0,0 1 1 0 0,-1-2-1 0 0,0 1 1 0 0,-1-1-1 0 0,1-1 1 0 0,-1 0-1 0 0,-11 4 1 0 0,14-7-172 0 0,1-1 1 0 0,0 1-1 0 0,-1-2 0 0 0,1 1 0 0 0,-1-1 1 0 0,1 0-1 0 0,-1 0 0 0 0,1-1 1 0 0,-1 0-1 0 0,1-1 0 0 0,-1 0 1 0 0,1 0-1 0 0,0 0 0 0 0,0-1 1 0 0,0 0-1 0 0,-9-5 0 0 0,-11-8-1419 0 0,1-1 0 0 0,-40-34-1 0 0,54 42 827 0 0,-45-38-3512 0 0,3-3 325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8.1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78 314 1608 0 0,'-16'-30'205'0'0,"-26"-56"716"0"0,38 75-666 0 0,0 1 0 0 0,1-1-1 0 0,0 0 1 0 0,1 0 0 0 0,0-1-1 0 0,0-18 1 0 0,2 27-156 0 0,0 0 0 0 0,1-1-1 0 0,-1 1 1 0 0,1 0 0 0 0,0 0 0 0 0,0-1-1 0 0,0 1 1 0 0,0 0 0 0 0,0 0 0 0 0,1 0 0 0 0,-1 0-1 0 0,1 0 1 0 0,0 1 0 0 0,0-1 0 0 0,4-4-1 0 0,-2 3 48 0 0,1 0 0 0 0,-1 0 0 0 0,1 0-1 0 0,0 1 1 0 0,0 0 0 0 0,1 0-1 0 0,-1 0 1 0 0,8-2 0 0 0,-2 1 88 0 0,-1 1 1 0 0,0 1-1 0 0,1 0 1 0 0,0 0-1 0 0,0 1 1 0 0,-1 0-1 0 0,1 1 1 0 0,0 0-1 0 0,19 3 1 0 0,-4 4 305 0 0,0 2 0 0 0,-1 0 1 0 0,0 2-1 0 0,-1 1 1 0 0,0 1-1 0 0,-1 0 1 0 0,35 28-1 0 0,-38-24-92 0 0,-1 0 0 0 0,0 2 0 0 0,-1 0 0 0 0,18 25 0 0 0,-24-28-142 0 0,-1 6 103 0 0,-7-12-256 0 0,-10-2-20 0 0,1-5-113 0 0,2-1-18 0 0,-1 0 1 0 0,1 0 0 0 0,0 0 0 0 0,-1-1 0 0 0,1 0-1 0 0,-1 0 1 0 0,1 0 0 0 0,-1 0 0 0 0,1 0 0 0 0,-1-1-1 0 0,0 1 1 0 0,-5-1 0 0 0,-41-5-61 0 0,39 3 61 0 0,-4 0-9 0 0,0-2 0 0 0,-16-4 0 0 0,22 4 52 0 0,-1 1-1 0 0,1 1 1 0 0,-1 0-1 0 0,0 0 1 0 0,-11 0-1 0 0,17 2-14 0 0,0 0-1 0 0,0 0 0 0 0,-1 1 1 0 0,1-1-1 0 0,0 1 0 0 0,0 0 1 0 0,0 0-1 0 0,0 0 0 0 0,-6 3 1 0 0,7-2 22 0 0,-1 0 0 0 0,1 1 1 0 0,0-1-1 0 0,0 1 0 0 0,0 0 1 0 0,0 0-1 0 0,0 0 0 0 0,-4 7 1 0 0,-17 29 346 0 0,19-32-332 0 0,-1 5-205 0 0,0 0-1 0 0,1 0 0 0 0,0 1 0 0 0,1 0 0 0 0,-4 20 1 0 0,7-32 16 0 0,1 1 0 0 0,-1-1 0 0 0,1 1 0 0 0,-1-1 1 0 0,0 1-1 0 0,0-1 0 0 0,1 0 0 0 0,-1 1 0 0 0,0-1 1 0 0,0 0-1 0 0,0 0 0 0 0,-1 1 0 0 0,1-1 0 0 0,0 0 1 0 0,0 0-1 0 0,-1 0 0 0 0,1-1 0 0 0,0 1 1 0 0,-1 0-1 0 0,1 0 0 0 0,-1-1 0 0 0,-2 2 0 0 0,0-1-725 0 0,0 0 0 0 0,0 0 1 0 0,0-1-1 0 0,0 1 0 0 0,0-1 0 0 0,0 0 0 0 0,0 0 0 0 0,-1 0 0 0 0,-6-2 0 0 0,-30-6-2956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8.3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22 764 0 0,'5'-3'572'0'0,"0"0"0"0"0,0 0-1 0 0,1 1 1 0 0,-1 0 0 0 0,1 0-1 0 0,0 0 1 0 0,-1 0 0 0 0,1 1 0 0 0,0 0-1 0 0,0 1 1 0 0,0-1 0 0 0,0 1-1 0 0,6 1 1 0 0,2 0-62 0 0,0 2 0 0 0,0 0 1 0 0,-1 1-1 0 0,1 0 0 0 0,-1 1 0 0 0,0 0 0 0 0,14 8 0 0 0,-18-9-220 0 0,-1 1-53 0 0,1-1 1 0 0,0 1 0 0 0,-1 1-1 0 0,0 0 1 0 0,0 0 0 0 0,-1 0-1 0 0,1 1 1 0 0,-1 0 0 0 0,-1 0 0 0 0,9 13-1 0 0,-12-17-207 0 0,-1 1 0 0 0,0 0 0 0 0,0-1 1 0 0,-1 1-1 0 0,1 0 0 0 0,-1 0 0 0 0,0 0 0 0 0,0 0 0 0 0,0 0 0 0 0,0 1 0 0 0,-1-1 0 0 0,1 0 0 0 0,-1 0 0 0 0,0 0 0 0 0,-1 1 0 0 0,1-1 0 0 0,-1 0 0 0 0,0 0 0 0 0,0 0 0 0 0,0 0 0 0 0,0 0 1 0 0,-1 0-1 0 0,1 0 0 0 0,-1 0 0 0 0,0-1 0 0 0,0 1 0 0 0,-4 4 0 0 0,-12 14-711 0 0,-2-1 0 0 0,0-1 0 0 0,-1-1 0 0 0,0 0 0 0 0,-2-2 0 0 0,-33 20 0 0 0,49-33-780 0 0,0 0 0 0 0,0-1 1 0 0,-13 5-1 0 0,4-4-1904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8.4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225 1 712 0 0,'0'0'7548'0'0,"-5"4"-6702"0"0,-27 24 410 0 0,16-13-865 0 0,-1 0 0 0 0,-34 23 0 0 0,48-36-548 0 0,1-1 0 0 0,0 0 0 0 0,-1 0 1 0 0,1 0-1 0 0,-1 0 0 0 0,1-1 0 0 0,-1 1 0 0 0,1-1 0 0 0,-1 1 0 0 0,0-1 1 0 0,1 0-1 0 0,-1 0 0 0 0,-4-1 0 0 0,-17-4-4282 0 0,-15-4 1683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8.6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 1 992 0 0,'0'0'10252'0'0,"-4"5"-10332"0"0,-24 45-1118 0 0,8-11-4287 0 0,12-24 2964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38.8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0 532 0 0,'-11'31'2716'0'0,"9"-27"-2210"0"0,0 0 0 0 0,1 1 1 0 0,-1-1-1 0 0,1 1 1 0 0,0 0-1 0 0,-1 5 1 0 0,-6 37 6707 0 0,9-30-5168 0 0,0-1-2797 0 0,-1-8-7868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0.6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793 5 92 0 0,'6'-2'12873'0'0,"-12"1"-8123"0"0,-21-1-2439 0 0,-46 3-2675 0 0,-1 2 939 0 0,-172 18 631 0 0,191-11-1172 0 0,52-9-38 0 0,-1-1-4 0 0,-10 3-7 0 0,11-3 0 0 0,0 3 2 0 0,-3 4 9 0 0,1 0 0 0 0,-1 1 0 0 0,1 0 0 0 0,1 0 0 0 0,-1 0 0 0 0,2 1 0 0 0,-5 13 0 0 0,-10 17 22 0 0,4-7 13 0 0,-17 57 1 0 0,13-35-9 0 0,-17 42 22 0 0,-64 202 8 0 0,90-265-65 0 0,1 1-1 0 0,2 0 1 0 0,1 0 0 0 0,0 52 0 0 0,6-73-9 0 0,0 0 1 0 0,1 0 0 0 0,1 0-1 0 0,0 0 1 0 0,1 0-1 0 0,0-1 1 0 0,1 1 0 0 0,0-1-1 0 0,1 0 1 0 0,15 21 0 0 0,-13-24 1 0 0,1 0 1 0 0,0-1-1 0 0,1-1 1 0 0,0 0-1 0 0,0 0 1 0 0,1 0-1 0 0,0-1 1 0 0,0-1-1 0 0,0 0 1 0 0,1-1-1 0 0,13 4 1 0 0,13 1 11 0 0,-1-1 0 0 0,1-2 0 0 0,69 2 0 0 0,-30-8-857 0 0,1-3-1 0 0,-1-4 1 0 0,79-16-1 0 0,-153 22 556 0 0,0 1 1 0 0,0 0-1 0 0,0-1 1 0 0,0 0-1 0 0,0 0 1 0 0,0 0-1 0 0,0 0 1 0 0,0 0-1 0 0,0 0 1 0 0,0-1-1 0 0,-1 1 0 0 0,1-1 1 0 0,-1 0-1 0 0,1 0 1 0 0,-1 0-1 0 0,0 0 1 0 0,0 0-1 0 0,0-1 1 0 0,0 1-1 0 0,0 0 1 0 0,2-5-1 0 0,-3-7-4029 0 0,-1 12 3323 0 0,0-1-2055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0.8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28 101 1204 0 0,'-4'-2'1456'0'0,"-12"-3"-135"0"0,12 4 1890 0 0,1-3-1929 0 0,3 3-1227 0 0,0 1 1 0 0,0 0-1 0 0,0-1 0 0 0,0 1 1 0 0,0 0-1 0 0,1-1 0 0 0,-1 1 1 0 0,0 0-1 0 0,0-1 1 0 0,0 1-1 0 0,0 0 0 0 0,1 0 1 0 0,-1-1-1 0 0,0 1 0 0 0,0 0 1 0 0,1 0-1 0 0,-1-1 0 0 0,0 1 1 0 0,0 0-1 0 0,1 0 0 0 0,-1 0 1 0 0,0 0-1 0 0,1-1 1 0 0,-1 1-1 0 0,0 0 0 0 0,1 0 1 0 0,-1 0-1 0 0,0 0 0 0 0,1 0 1 0 0,-1 0-1 0 0,0 0 0 0 0,1 0 1 0 0,-1 0-1 0 0,0 0 1 0 0,1 0-1 0 0,-1 0 0 0 0,1 0 1 0 0,220-25 3146 0 0,-101 12-2204 0 0,-45 6-718 0 0,80-19-1 0 0,-139 23-468 0 0,0 1 0 0 0,1 0-1 0 0,21 1 1 0 0,11-1-900 0 0,-46 2 950 0 0,0 0 1 0 0,1 0 0 0 0,-1 0 0 0 0,0 0 0 0 0,0 1 0 0 0,0 0 0 0 0,1-1 0 0 0,-1 1-1 0 0,4 2 1 0 0,7 1-558 0 0,19 9-1711 0 0,-16 3-2159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1.3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4280 0 0,'3'4'87'0'0,"0"1"0"0"0,1 0 0 0 0,-1-1 0 0 0,-1 2 0 0 0,1-1-1 0 0,-1 0 1 0 0,3 10 0 0 0,8 19 937 0 0,-9-26-748 0 0,-1 0 0 0 0,0 1 0 0 0,-1 0-1 0 0,0-1 1 0 0,0 1 0 0 0,1 11 0 0 0,7 35 1008 0 0,23 106 1274 0 0,-26-118-1954 0 0,12 109 1141 0 0,-12-46-405 0 0,-3-41-616 0 0,-1 8-29 0 0,-1-31-79 0 0,11 67 0 0 0,-9-71-334 0 0,-4-32-265 0 0,0-1 0 0 0,1 0 1 0 0,0 1-1 0 0,0-1 1 0 0,0 1-1 0 0,0-1 1 0 0,4 8-1 0 0,-10-66-549 0 0,-4-15 335 0 0,-19-192-510 0 0,28 230 569 0 0,1-1 0 0 0,9-50 0 0 0,-2 25-55 0 0,18-68-200 0 0,-10 12 125 0 0,-12 96 219 0 0,1 1 0 0 0,0-1 0 0 0,0 1 0 0 0,16-28-1 0 0,-15 32 35 0 0,34-52-32 0 0,-36 58 62 0 0,0 0 0 0 0,0 0 0 0 0,0 0 0 0 0,1 1 0 0 0,-1 0 0 0 0,1 0-1 0 0,0 0 1 0 0,1 0 0 0 0,6-3 0 0 0,-9 6 13 0 0,0 1 0 0 0,0-1-1 0 0,0 1 1 0 0,0-1 0 0 0,0 1 0 0 0,0 0-1 0 0,0 0 1 0 0,0 0 0 0 0,0 1 0 0 0,0-1-1 0 0,0 1 1 0 0,5 1 0 0 0,-5-1-33 0 0,5 2 62 0 0,-1 0 0 0 0,1 1 0 0 0,-1 0 1 0 0,1 0-1 0 0,-2 0 0 0 0,1 1 0 0 0,0 0 0 0 0,-1 1 0 0 0,0-1 0 0 0,7 9 0 0 0,-7-4-10 0 0,1 1 0 0 0,-2 0 0 0 0,1 0 0 0 0,-1 0 0 0 0,4 15 0 0 0,-8-21-37 0 0,4 10 9 0 0,-2-1 0 0 0,0 1 1 0 0,0 0-1 0 0,-2 0 1 0 0,1 1-1 0 0,-2-1 0 0 0,-2 20 1 0 0,2-31-12 0 0,-1 1 0 0 0,0-1 0 0 0,0 0-1 0 0,0 1 1 0 0,-1-1 0 0 0,1 0 0 0 0,-1 0 0 0 0,0 0 0 0 0,-1 0 0 0 0,1 0 0 0 0,0-1 0 0 0,-1 1 0 0 0,0 0-1 0 0,0-1 1 0 0,0 0 0 0 0,0 0 0 0 0,-1 0 0 0 0,1 0 0 0 0,-1-1 0 0 0,0 1 0 0 0,1-1 0 0 0,-1 0-1 0 0,-6 2 1 0 0,2 0-5 0 0,0-1-1 0 0,0-1 1 0 0,0 1-1 0 0,-1-2 1 0 0,1 1-1 0 0,0-1 1 0 0,-1 0-1 0 0,1-1 1 0 0,-1 0-1 0 0,1 0 1 0 0,-11-2-1 0 0,8 0-77 0 0,1-1 1 0 0,0 0-1 0 0,0 0 0 0 0,1-1 0 0 0,-1 0 0 0 0,-13-9 0 0 0,18 11-131 0 0,1-1-1 0 0,-1-1 0 0 0,1 1 1 0 0,0-1-1 0 0,0 1 0 0 0,0-1 1 0 0,1 0-1 0 0,-1-1 0 0 0,1 1 0 0 0,0-1 1 0 0,0 1-1 0 0,0-1 0 0 0,1 0 1 0 0,-3-5-1 0 0,5 7-782 0 0,-1-1 0 0 0,1 1 1 0 0,0 0-1 0 0,0-1 0 0 0,0 1 0 0 0,1-5 0 0 0,0 7 516 0 0,-1-2-3072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1.61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52 256 0 0,'0'0'1147'0'0,"4"-1"-35"0"0,17-7 389 0 0,0 2 0 0 0,0 1 0 0 0,1 0 0 0 0,22-1 0 0 0,69-3 1694 0 0,-29 5-2387 0 0,-79 4-1141 0 0,1-4-1478 0 0,-3 1 395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1.8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 30 1440 0 0,'-2'-2'1356'0'0,"-9"-7"4942"0"0,20 6-5438 0 0,16-2-24 0 0,1 0-1 0 0,0 2 1 0 0,40 1 0 0 0,-24 2-287 0 0,61 9 1 0 0,-56 0-3021 0 0,-3 5-3679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2.2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184 4 436 0 0,'0'0'2331'0'0,"-3"-1"-1197"0"0,-12-1-49 0 0,12 1-78 0 0,-3 4-80 0 0,0 0-715 0 0,0 0 1 0 0,0 1-1 0 0,1 0 1 0 0,-1 0-1 0 0,1 0 1 0 0,0 1-1 0 0,0 0 1 0 0,0 0-1 0 0,1 0 0 0 0,0 0 1 0 0,0 1-1 0 0,0-1 1 0 0,-4 11-1 0 0,-14 27 670 0 0,13-27-559 0 0,1 1-1 0 0,0 0 1 0 0,1 0 0 0 0,1 1-1 0 0,1 0 1 0 0,-7 33 0 0 0,12-42-222 0 0,-3 11 211 0 0,1 1 0 0 0,1 0 0 0 0,1-1 1 0 0,1 1-1 0 0,6 37 0 0 0,-2-28-28 0 0,-5-24-224 0 0,1 1 0 0 0,0-1 0 0 0,1 0 0 0 0,0 0 0 0 0,2 7 0 0 0,0-5 3 0 0,-1-1 1 0 0,1 1 0 0 0,1-1-1 0 0,0 0 1 0 0,0 0 0 0 0,0-1-1 0 0,0 1 1 0 0,1-1 0 0 0,0 0-1 0 0,8 5 1 0 0,-10-8-66 0 0,0-1-1 0 0,1 1 1 0 0,0-1-1 0 0,0 0 1 0 0,0 0-1 0 0,0 0 1 0 0,0-1 0 0 0,0 0-1 0 0,0 0 1 0 0,0 0-1 0 0,0 0 1 0 0,1-1 0 0 0,-1 0-1 0 0,0 0 1 0 0,1-1-1 0 0,-1 1 1 0 0,5-2-1 0 0,-4 0-12 0 0,0 1 0 0 0,-1-1-1 0 0,1-1 1 0 0,-1 1-1 0 0,1-1 1 0 0,-1 0 0 0 0,0 0-1 0 0,0 0 1 0 0,0-1-1 0 0,-1 0 1 0 0,1 0 0 0 0,-1 0-1 0 0,0-1 1 0 0,0 1-1 0 0,-1-1 1 0 0,1 0-1 0 0,-1 0 1 0 0,0 0 0 0 0,0 0-1 0 0,-1-1 1 0 0,4-9-1 0 0,-5 12 38 0 0,0-1 0 0 0,0 0 0 0 0,0 0 0 0 0,0 0 0 0 0,-1 0 0 0 0,1 1 0 0 0,-1-1 0 0 0,0 0 0 0 0,0 0 0 0 0,-1 0 0 0 0,1 0 0 0 0,-1 0 0 0 0,0 0-1 0 0,0 1 1 0 0,0-1 0 0 0,0 0 0 0 0,-1 1 0 0 0,0-1 0 0 0,0 1 0 0 0,1-1 0 0 0,-2 1 0 0 0,1 0 0 0 0,0 0 0 0 0,-1 0 0 0 0,1 0 0 0 0,-1 0 0 0 0,0 1 0 0 0,0-1 0 0 0,0 1-1 0 0,-1-1 1 0 0,1 1 0 0 0,0 0 0 0 0,-8-2 0 0 0,1 0 112 0 0,0 1 0 0 0,0 0-1 0 0,-21-3 1 0 0,27 6-127 0 0,-1 0-1 0 0,1 0 1 0 0,0 0-1 0 0,-1 1 1 0 0,-6 1 0 0 0,-14 1-474 0 0,24-3 415 0 0,0 0 0 0 0,0 0 0 0 0,0 1 0 0 0,0-1 0 0 0,-1 1 0 0 0,1-1 0 0 0,0 1 0 0 0,0-1 0 0 0,0 1 0 0 0,0 0 0 0 0,0-1 0 0 0,-1 3 1 0 0,0-2-80 0 0,-2 1-389 0 0,4-1 430 0 0,0-1 0 0 0,0 1 0 0 0,0-1 0 0 0,0 1 0 0 0,0-1 0 0 0,0 1 0 0 0,1-1 0 0 0,-1 1 0 0 0,0-1 0 0 0,0 1 0 0 0,0-1-1 0 0,0 1 1 0 0,1-1 0 0 0,-1 1 0 0 0,0-1 0 0 0,1 1 0 0 0,-1-1 0 0 0,0 0 0 0 0,1 1 0 0 0,-1-1 0 0 0,0 0 0 0 0,1 1 0 0 0,-1-1 0 0 0,1 0 0 0 0,-1 1 0 0 0,1-1 0 0 0,-1 0 0 0 0,1 0 0 0 0,-1 1 0 0 0,1-1 0 0 0,0 0-1 0 0,13 3-1746 0 0,0-1-1 0 0,1 0 0 0 0,17 0 0 0 0,-6-1-1123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2.5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175 60 448 0 0,'-1'-1'214'0'0,"1"0"-1"0"0,-1 0 1 0 0,1 0 0 0 0,-1 0-1 0 0,0 0 1 0 0,1 0 0 0 0,-1 0-1 0 0,0 0 1 0 0,0 1 0 0 0,0-1-1 0 0,1 0 1 0 0,-1 0 0 0 0,0 1-1 0 0,0-1 1 0 0,0 0 0 0 0,0 1-1 0 0,0-1 1 0 0,0 1 0 0 0,0-1-1 0 0,0 1 1 0 0,-2 0 0 0 0,1-1-558 0 0,-2-1 1147 0 0,-2 4-35 0 0,-2 1-507 0 0,0 1 0 0 0,1-1 0 0 0,0 1 0 0 0,-1 0-1 0 0,2 1 1 0 0,-1 0 0 0 0,0 0 0 0 0,1 1 0 0 0,0-1 0 0 0,0 1 0 0 0,-9 12 0 0 0,4 0 271 0 0,1 1-1 0 0,-9 19 1 0 0,17-33-425 0 0,0 1 1 0 0,0-1-1 0 0,1 1 1 0 0,-1 0-1 0 0,1 0 1 0 0,0-1-1 0 0,1 1 1 0 0,0 0-1 0 0,-1 0 1 0 0,2 0-1 0 0,-1 0 1 0 0,2 7-1 0 0,-1-10-64 0 0,0 0-1 0 0,0 0 1 0 0,1 0-1 0 0,-1 0 1 0 0,1 0 0 0 0,0 0-1 0 0,0 0 1 0 0,0-1-1 0 0,0 1 1 0 0,0-1 0 0 0,0 0-1 0 0,1 1 1 0 0,-1-1-1 0 0,1 0 1 0 0,-1 0-1 0 0,1-1 1 0 0,0 1 0 0 0,0 0-1 0 0,0-1 1 0 0,0 0-1 0 0,0 0 1 0 0,0 0-1 0 0,0 0 1 0 0,0 0 0 0 0,0-1-1 0 0,1 1 1 0 0,4-1-1 0 0,1 1 3 0 0,0-1 0 0 0,0 0 0 0 0,0 0 0 0 0,0-1 0 0 0,0-1 0 0 0,0 1 0 0 0,-1-2 0 0 0,16-4 0 0 0,-14 3-31 0 0,0-1 1 0 0,0 0-1 0 0,-1 0 0 0 0,1-1 1 0 0,-1 0-1 0 0,0-1 0 0 0,-1 0 1 0 0,0 0-1 0 0,11-12 0 0 0,-15 12-14 0 0,1 1 0 0 0,-1-1 0 0 0,0 1 0 0 0,0-1 0 0 0,-1 0 0 0 0,0-1 0 0 0,0 1 0 0 0,-1 0 0 0 0,0-1 0 0 0,0 1 0 0 0,-1-1 0 0 0,0 0 0 0 0,0 0 0 0 0,-1-8 0 0 0,0 11 3 0 0,1-1 0 0 0,-2 1 0 0 0,1-1 0 0 0,0 1 1 0 0,-1 0-1 0 0,0-1 0 0 0,-1 1 0 0 0,1 0 0 0 0,-1-1 1 0 0,0 1-1 0 0,0 0 0 0 0,-1 0 0 0 0,1 1 1 0 0,-1-1-1 0 0,0 0 0 0 0,0 1 0 0 0,-1 0 0 0 0,1-1 1 0 0,-1 2-1 0 0,-7-7 0 0 0,8 8-61 0 0,0 0-1 0 0,-1 1 1 0 0,1 0-1 0 0,0 0 1 0 0,-1 0 0 0 0,1 0-1 0 0,-1 0 1 0 0,1 1 0 0 0,-6-1-1 0 0,7 1 4 0 0,1 0 17 0 0,-1 0-1 0 0,1 0 0 0 0,0 0 0 0 0,0 0 1 0 0,0 0-1 0 0,-1 0 0 0 0,1 1 1 0 0,0-1-1 0 0,0 0 0 0 0,0 1 0 0 0,0-1 1 0 0,-1 1-1 0 0,1-1 0 0 0,0 1 0 0 0,0-1 1 0 0,0 1-1 0 0,0 0 0 0 0,-1 1 1 0 0,0-1-111 0 0,1 0 58 0 0,0-1 0 0 0,-1 1-1 0 0,1 0 1 0 0,0-1 0 0 0,0 1-1 0 0,0 0 1 0 0,0 0 0 0 0,0 0 0 0 0,0-1-1 0 0,0 1 1 0 0,0 0 0 0 0,1 0-1 0 0,-1 1 1 0 0,0-1 0 0 0,1 0 0 0 0,-1 0-1 0 0,0 0 1 0 0,1 0 0 0 0,-1 1 0 0 0,1-1-1 0 0,0 0 1 0 0,-1 2 0 0 0,1-2-889 0 0,0 2-827 0 0,2 10-1183 0 0,-2-10 227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2.9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129 147 304 0 0,'0'0'7024'0'0,"-7"-2"-6362"0"0,-22-9-42 0 0,22 9-42 0 0,3 5-49 0 0,0 0-428 0 0,-30 27 928 0 0,32-28-901 0 0,-1 1 0 0 0,1-1 0 0 0,0 1 0 0 0,1 0 0 0 0,-1-1 0 0 0,0 1 0 0 0,1 0-1 0 0,0 0 1 0 0,0 0 0 0 0,0 0 0 0 0,0 0 0 0 0,0 0 0 0 0,0 0 0 0 0,0 5 0 0 0,1-6-96 0 0,0 0 0 0 0,0-1 0 0 0,0 1 0 0 0,0-1 0 0 0,0 1 0 0 0,1 0 0 0 0,-1-1 0 0 0,0 1 0 0 0,1-1 0 0 0,-1 1 0 0 0,1 0 0 0 0,0-1 0 0 0,-1 1 0 0 0,1-1 0 0 0,0 0 0 0 0,0 1 0 0 0,0-1 0 0 0,0 0 0 0 0,0 1 0 0 0,0-1 0 0 0,0 0 0 0 0,1 0 0 0 0,-1 0 0 0 0,0 0 0 0 0,1 0 0 0 0,-1 0 0 0 0,0-1 0 0 0,1 1 0 0 0,-1 0 0 0 0,1-1 0 0 0,-1 1 0 0 0,1-1 0 0 0,0 1 0 0 0,-1-1 0 0 0,1 0 0 0 0,-1 0 0 0 0,1 0 0 0 0,0 1 0 0 0,-1-2 0 0 0,1 1 0 0 0,0 0 0 0 0,-1 0 0 0 0,3-1 0 0 0,11-1 37 0 0,-1-1-1 0 0,0 0 1 0 0,0-1 0 0 0,-1 0-1 0 0,1-1 1 0 0,-1 0-1 0 0,15-9 1 0 0,-21 9-42 0 0,1 1 0 0 0,-1-2 0 0 0,0 1 0 0 0,0-1-1 0 0,-1 0 1 0 0,1 0 0 0 0,-1 0 0 0 0,-1-1 0 0 0,1 0 0 0 0,-1 0 0 0 0,0-1 0 0 0,-1 0 0 0 0,6-12-1 0 0,15-50 120 0 0,-25 69-148 0 0,1 0 0 0 0,-1 0-1 0 0,1 0 1 0 0,-1 0-1 0 0,1 0 1 0 0,-1 0-1 0 0,0 0 1 0 0,0 0 0 0 0,1 0-1 0 0,-1 0 1 0 0,0 0-1 0 0,0 0 1 0 0,0-1-1 0 0,0 1 1 0 0,0 0 0 0 0,0 0-1 0 0,0 0 1 0 0,-1 0-1 0 0,1 0 1 0 0,0 0-1 0 0,-1 0 1 0 0,1 0 0 0 0,-1 0-1 0 0,1 0 1 0 0,-1 0-1 0 0,1 0 1 0 0,-1 0-1 0 0,0 0 1 0 0,1 0 0 0 0,-1 0-1 0 0,0 0 1 0 0,0 1-1 0 0,1-1 1 0 0,-1 0-1 0 0,0 1 1 0 0,0-1 0 0 0,0 1-1 0 0,0-1 1 0 0,-1 0-1 0 0,-2 0-10 0 0,0-1-1 0 0,0 1 0 0 0,0 0 1 0 0,0 0-1 0 0,0 1 0 0 0,0-1 0 0 0,-7 1 1 0 0,2 0-6 0 0,0 1 1 0 0,1-1 0 0 0,-1 2 0 0 0,1-1-1 0 0,-17 6 1 0 0,-3 1-55 0 0,4-1-249 0 0,-36 14 0 0 0,52-17-233 0 0,0-1 1 0 0,0 2-1 0 0,0-1 0 0 0,1 1 0 0 0,-1 0 0 0 0,1 1 0 0 0,-9 9 1 0 0,9-2-4284 0 0,6-11 2062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3.2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49 1 1296 0 0,'0'0'7119'0'0,"-8"3"-6256"0"0,-25 8-102 0 0,25-8 5606 0 0,17-3-5847 0 0,28 0 5 0 0,-27 0 3594 0 0,-14 4-5978 0 0,-2 2 1484 0 0,4-4 98 0 0,0 0 0 0 0,0 0 1 0 0,0 0-1 0 0,1 0 0 0 0,-1 0 0 0 0,1 0 0 0 0,-1 1 0 0 0,1-1 0 0 0,-1 4 0 0 0,1-5-1342 0 0,14 11-10025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5.5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318 208 872 0 0,'0'0'896'0'0,"2"-16"2279"0"0,-2 14-3011 0 0,0 0 0 0 0,-1 1 0 0 0,2-1 0 0 0,-1 0 0 0 0,0 0 0 0 0,0 1 0 0 0,1-1 0 0 0,-1 0 0 0 0,0 0 0 0 0,2-2 0 0 0,-1 3-136 0 0,-1 1-1 0 0,0 0 0 0 0,0-1 1 0 0,0 1-1 0 0,0 0 1 0 0,0 0-1 0 0,1-1 0 0 0,-1 1 1 0 0,0 0-1 0 0,0-1 0 0 0,0 1 1 0 0,0 0-1 0 0,0-1 1 0 0,0 1-1 0 0,0 0 0 0 0,0-1 1 0 0,0 1-1 0 0,0-1 0 0 0,0 1 1 0 0,0 0-1 0 0,0 0 1 0 0,-1-1-1 0 0,1 1 0 0 0,0 0 1 0 0,0-1-1 0 0,0 1 0 0 0,0 0 1 0 0,-1-1-1 0 0,-2-10 695 0 0,3 6-499 0 0,0-11 748 0 0,0 0 0 0 0,-1 0 0 0 0,-6-29 0 0 0,7 43-672 0 0,0 0-241 0 0,-1 1-1 0 0,1 0 0 0 0,0-1 1 0 0,0 1-1 0 0,0 0 0 0 0,-1-1 1 0 0,1 1-1 0 0,-1 0 1 0 0,1 0-1 0 0,-1 0 0 0 0,0-1 1 0 0,1 1-1 0 0,-1 0 0 0 0,0 0 1 0 0,0 0-1 0 0,0 0 1 0 0,-1-2-1 0 0,0 2 157 0 0,-1-1-11 0 0,-5-2-75 0 0,0 1 0 0 0,0 0 0 0 0,-1 0 0 0 0,1 1 0 0 0,0 0 0 0 0,-18-1-1 0 0,23 2-109 0 0,2 1-4 0 0,-1 0 1 0 0,0 0-1 0 0,0-1 0 0 0,1 1 0 0 0,-1 0 1 0 0,0 1-1 0 0,0-1 0 0 0,0 0 1 0 0,1 0-1 0 0,-1 1 0 0 0,0-1 0 0 0,1 1 1 0 0,-3 0-1 0 0,-4 2 25 0 0,-1-1 14 0 0,0 0 0 0 0,0 1 1 0 0,0 0-1 0 0,0 0 1 0 0,1 1-1 0 0,-1 0 0 0 0,1 1 1 0 0,0-1-1 0 0,-8 8 0 0 0,2-1 62 0 0,2 0-1 0 0,0 0 1 0 0,0 1-1 0 0,-10 15 1 0 0,20-25-98 0 0,0 0 0 0 0,1-1 0 0 0,-1 1 0 0 0,1 0 0 0 0,0 0-1 0 0,-1 1 1 0 0,1-1 0 0 0,0 0 0 0 0,0 0 0 0 0,0 1 0 0 0,1-1 0 0 0,-1 0 0 0 0,1 1 0 0 0,-1-1 0 0 0,1 0 0 0 0,0 1 0 0 0,0-1 0 0 0,0 1 0 0 0,0-1 0 0 0,0 1 0 0 0,0-1-1 0 0,1 0 1 0 0,-1 1 0 0 0,1-1 0 0 0,0 0 0 0 0,0 1 0 0 0,-1-1 0 0 0,2 0 0 0 0,-1 0 0 0 0,0 0 0 0 0,0 0 0 0 0,1 0 0 0 0,-1 0 0 0 0,1 0 0 0 0,-1 0 0 0 0,1 0 0 0 0,0-1-1 0 0,0 1 1 0 0,0-1 0 0 0,0 1 0 0 0,0-1 0 0 0,0 0 0 0 0,0 0 0 0 0,0 0 0 0 0,1 0 0 0 0,2 1 0 0 0,2 2 4 0 0,-4-2-13 0 0,1-1 1 0 0,-1 1 0 0 0,1-1 0 0 0,-1 1 0 0 0,1-1-1 0 0,-1 0 1 0 0,1-1 0 0 0,0 1 0 0 0,6 0 0 0 0,3-1-37 0 0,0-1 0 0 0,0-1 1 0 0,0 0-1 0 0,0 0 0 0 0,22-8 1 0 0,-18 1-60 0 0,0 0 1 0 0,21-16 0 0 0,0 0-136 0 0,-36 24 200 0 0,2-2 57 0 0,2-1-81 0 0,-6 4 57 0 0,0 0 0 0 0,0 0 0 0 0,0 0 0 0 0,0 0-1 0 0,0 0 1 0 0,0 0 0 0 0,0 0 0 0 0,0 0 0 0 0,0 0 0 0 0,0 0-1 0 0,1 0 1 0 0,-1 0 0 0 0,0 0 0 0 0,0 0 0 0 0,0 0-1 0 0,0 0 1 0 0,0 0 0 0 0,0 0 0 0 0,0 0 0 0 0,0 0 0 0 0,0 0-1 0 0,0 0 1 0 0,0 1 0 0 0,1-1 0 0 0,-1 0 0 0 0,0 0 0 0 0,0 0-1 0 0,0 0 1 0 0,0 0 0 0 0,0 0 0 0 0,0 0 0 0 0,0 0-1 0 0,0 0 1 0 0,0 0 0 0 0,0 0 0 0 0,0 0 0 0 0,0 0 0 0 0,0 0-1 0 0,0 1 1 0 0,0-1 0 0 0,0 0 0 0 0,0 0 0 0 0,0 0 0 0 0,0 0-1 0 0,0 0 1 0 0,0 0 0 0 0,0 0 0 0 0,0 0 0 0 0,0 0 0 0 0,0 0-1 0 0,0 1 1 0 0,0-1 0 0 0,0 0 0 0 0,0 0 0 0 0,0 0-1 0 0,0 0 1 0 0,0 0 0 0 0,0 0 0 0 0,0 0 0 0 0,0 0 0 0 0,0 0-1 0 0,0 0 1 0 0,-26 215 1533 0 0,28-131-1070 0 0,-6-8-185 0 0,3-27-292 0 0,-16 95-1 0 0,11-121-646 0 0,0-1 0 0 0,-1-1 0 0 0,-11 22 0 0 0,1-9-2480 0 0,-2-1-3359 0 0,13-25 2348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5.7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24 844 0 0,'0'0'10871'0'0,"0"0"-10838"0"0,0 0 0 0 0,0-1 1 0 0,0 1-1 0 0,0-1 0 0 0,0 1 0 0 0,0-1 1 0 0,0 1-1 0 0,0-1 0 0 0,0 1 0 0 0,0 0 0 0 0,0-1 1 0 0,0 1-1 0 0,0-1 0 0 0,0 1 0 0 0,0-1 0 0 0,1 1 1 0 0,-1-1-1 0 0,0 1 0 0 0,0 0 0 0 0,0-1 0 0 0,1 1 1 0 0,-1 0-1 0 0,0-1 0 0 0,1 1 0 0 0,-1 0 0 0 0,0-1 1 0 0,1 1-1 0 0,-1 0 0 0 0,0-1 0 0 0,1 1 0 0 0,-1 0 1 0 0,0 0-1 0 0,1-1 0 0 0,-1 1 0 0 0,1 0 1 0 0,19-2-671 0 0,11-6-6026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6.2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18 179 4 0 0,'2'-7'532'0'0,"0"1"0"0"0,0-1 0 0 0,0 1 0 0 0,1 0 0 0 0,0 0 1 0 0,0 0-1 0 0,0 0 0 0 0,1 0 0 0 0,0 0 0 0 0,0 1 0 0 0,0 0 0 0 0,1 0 0 0 0,0 0 0 0 0,9-7 0 0 0,5-3 699 0 0,2 2-1 0 0,34-19 0 0 0,-47 28-934 0 0,30-13 1125 0 0,-36 15-1131 0 0,2 2-3 0 0,10-1-16 0 0,-11 1 228 0 0,1-1-270 0 0,-2 1-179 0 0,-1 0-1 0 0,1 0 1 0 0,0 0-1 0 0,0 1 0 0 0,0-1 1 0 0,0 0-1 0 0,0 1 1 0 0,0-1-1 0 0,0 1 1 0 0,-1 0-1 0 0,1 0 0 0 0,0 0 1 0 0,0-1-1 0 0,-1 2 1 0 0,1-1-1 0 0,-1 0 1 0 0,1 0-1 0 0,-1 0 0 0 0,1 1 1 0 0,-1-1-1 0 0,0 1 1 0 0,0-1-1 0 0,1 1 1 0 0,-1-1-1 0 0,0 1 0 0 0,-1 0 1 0 0,1 0-1 0 0,0-1 1 0 0,0 1-1 0 0,0 2 1 0 0,-1-1-53 0 0,1 0 0 0 0,-1 1 0 0 0,1-1 0 0 0,-1 1 0 0 0,0-1 0 0 0,-1 0-1 0 0,1 1 1 0 0,0-1 0 0 0,-1 0 0 0 0,0 0 0 0 0,0 1 0 0 0,0-1 0 0 0,0 0 0 0 0,-3 4 0 0 0,-3 11-109 0 0,1-5 26 0 0,-2 0 0 0 0,1 0 0 0 0,-2-1 0 0 0,1 0 0 0 0,-2 0 0 0 0,-20 19 0 0 0,-15 20-53 0 0,-43 73-9 0 0,74-102 133 0 0,2 1-1 0 0,0 0 0 0 0,-14 44 1 0 0,26-65 11 0 0,-1 0 0 0 0,1 0 1 0 0,0 1-1 0 0,0-1 0 0 0,0 0 1 0 0,0 1-1 0 0,0-1 0 0 0,0 0 0 0 0,0 0 1 0 0,1 1-1 0 0,0-1 0 0 0,-1 0 1 0 0,2 3-1 0 0,-2-4 2 0 0,1 0 0 0 0,-1 0-1 0 0,1 0 1 0 0,-1 0 0 0 0,1 0 0 0 0,0 0 0 0 0,-1 0 0 0 0,1 0-1 0 0,0 0 1 0 0,0 0 0 0 0,0 0 0 0 0,-1 0 0 0 0,1 0 0 0 0,0-1-1 0 0,0 1 1 0 0,0 0 0 0 0,0-1 0 0 0,1 1 0 0 0,-1-1 0 0 0,0 1-1 0 0,0-1 1 0 0,0 1 0 0 0,0-1 0 0 0,3 1 0 0 0,2-1-2 0 0,-1-1 1 0 0,1 1-1 0 0,0-1 1 0 0,0 0-1 0 0,0 0 1 0 0,-1-1-1 0 0,1 0 1 0 0,0 0-1 0 0,-1 0 1 0 0,8-5 0 0 0,-4 1-10 0 0,-1 0 0 0 0,0 0 1 0 0,0-1-1 0 0,-1 0 0 0 0,11-13 1 0 0,-13 14 1 0 0,0 0 1 0 0,-1-1-1 0 0,0 0 0 0 0,0 1 1 0 0,0-1-1 0 0,-1 0 0 0 0,3-10 1 0 0,-5 12 4 0 0,1 1 0 0 0,-1-1 0 0 0,-1 1 0 0 0,1-1 1 0 0,-1 0-1 0 0,0 1 0 0 0,0-1 0 0 0,0 0 0 0 0,0 1 0 0 0,-1-1 1 0 0,0 0-1 0 0,0 1 0 0 0,-3-8 0 0 0,-10-18-8 0 0,-1 1 0 0 0,-2 1 0 0 0,-1 0 0 0 0,-23-26 0 0 0,10 9-1414 0 0,30 44 897 0 0,1 1-181 0 0,0 0 681 0 0,1 0 1 0 0,-1 0 0 0 0,0 0-1 0 0,0 0 1 0 0,1 0 0 0 0,-1 0-1 0 0,0 0 1 0 0,0 0 0 0 0,0-1-1 0 0,1 1 1 0 0,-1 0 0 0 0,0 0-1 0 0,0 0 1 0 0,0 0 0 0 0,1 0-1 0 0,-1-1 1 0 0,0 1 0 0 0,0 0-1 0 0,0 0 1 0 0,0 0 0 0 0,0-1-1 0 0,1 1 1 0 0,-1 0 0 0 0,0 0-1 0 0,0 0 1 0 0,0-1 0 0 0,0 1-1 0 0,0 0 1 0 0,0 0-1 0 0,0-1 1 0 0,0 1 0 0 0,0-1-27 0 0,0 1 0 0 0,1-1 0 0 0,-1 0 0 0 0,0 1 1 0 0,0-1-1 0 0,1 1 0 0 0,-1-1 0 0 0,0 1 0 0 0,1-1 0 0 0,-1 1 0 0 0,0-1 1 0 0,1 1-1 0 0,-1-1 0 0 0,1 1 0 0 0,-1-1 0 0 0,1 1 0 0 0,-1 0 0 0 0,1-1 1 0 0,-1 1-1 0 0,1 0 0 0 0,-1 0 0 0 0,1-1 0 0 0,0 1 0 0 0,-1 0 0 0 0,2 0 1 0 0,4-2-454 0 0,2-1-227 0 0,5 0-2872 0 0,7-2 817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6.8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 35 920 0 0,'0'0'5951'0'0,"-1"-5"-4849"0"0,0 0-559 0 0,-1-4-209 0 0,2-1 8720 0 0,38 5-23810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8.0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79 664 0 0,'0'0'3712'0'0,"0"-1"-3501"0"0,1 0 0 0 0,-1 0 0 0 0,1 1 0 0 0,0-1 0 0 0,-1 1 0 0 0,1-1 0 0 0,0 0 0 0 0,-1 1 0 0 0,1 0 0 0 0,0-1 0 0 0,0 1 0 0 0,0-1 1 0 0,-1 1-1 0 0,1 0 0 0 0,1-1 0 0 0,14-1 331 0 0,-12 1-37 0 0,0 0-28 0 0,92-29 1879 0 0,-64 18-1384 0 0,42-10 0 0 0,-70 22-841 0 0,1-1 0 0 0,0 1 0 0 0,-1 0-1 0 0,1 0 1 0 0,0 0 0 0 0,-1 1 0 0 0,1-1-1 0 0,7 3 1 0 0,-8-2-172 0 0,-3 0 59 0 0,0-1 0 0 0,-1 1 0 0 0,1-1 0 0 0,0 1 0 0 0,0-1 0 0 0,0 1 0 0 0,0 0 0 0 0,0 0 0 0 0,0-1 0 0 0,-1 1 0 0 0,1 0 0 0 0,0 0 0 0 0,-1 0 0 0 0,1 0 0 0 0,-1 0 0 0 0,1 0 0 0 0,-1 0 0 0 0,1 0 0 0 0,-1 0 0 0 0,0 0 0 0 0,1 0 0 0 0,-1 0 0 0 0,0 0 1 0 0,0 0-1 0 0,0 0 0 0 0,0 0 0 0 0,0 0 0 0 0,0 0 0 0 0,0 0 0 0 0,0 1 0 0 0,0-1 0 0 0,0 0 0 0 0,-1 0 0 0 0,0 2 0 0 0,1 1 73 0 0,-1 12 127 0 0,-1 0 0 0 0,0 0-1 0 0,-1 0 1 0 0,0 0 0 0 0,-9 23 0 0 0,-24 43 597 0 0,-3-1-1 0 0,-77 119 1 0 0,105-184-926 0 0,-42 75-968 0 0,45-75-722 0 0,-10 30 1 0 0,15-32-692 0 0,2-7 963 0 0,-3 0-2252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8.49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1 186 480 0 0,'0'0'1364'0'0,"0"-3"-95"0"0,-1 2-1121 0 0,1 0 0 0 0,0 0 1 0 0,0 0-1 0 0,0 1 0 0 0,0-1 0 0 0,1 0 1 0 0,-1 0-1 0 0,0 0 0 0 0,0 0 0 0 0,0 0 1 0 0,1 0-1 0 0,-1 0 0 0 0,0 1 0 0 0,1-1 0 0 0,-1 0 1 0 0,1 0-1 0 0,-1 0 0 0 0,1 1 0 0 0,-1-1 1 0 0,2 0-1 0 0,19-14 1955 0 0,-20 14-2127 0 0,18-8 635 0 0,1 1 0 0 0,1 0 0 0 0,-1 2 0 0 0,1 0 0 0 0,0 1 0 0 0,32-3 0 0 0,-10 1-20 0 0,276-33 2049 0 0,-195 28-2129 0 0,-81 8-390 0 0,-24 3-193 0 0,35-6 1 0 0,-54 7 74 0 0,1-1-1 0 0,-1 1 1 0 0,1 0 0 0 0,0 0-1 0 0,-1 0 1 0 0,1 0 0 0 0,0 0-1 0 0,-1-1 1 0 0,1 1 0 0 0,-1 0-1 0 0,1 0 1 0 0,-1-1 0 0 0,1 1-1 0 0,-1-1 1 0 0,1 1-1 0 0,-1 0 1 0 0,1-1 0 0 0,-1 1-1 0 0,1-1 1 0 0,-1 1 0 0 0,1-2-1 0 0,-7-5 327 0 0,-18-3-17 0 0,24 10-341 0 0,-5-1 78 0 0,0 0 0 0 0,0 1 0 0 0,0-1 1 0 0,0 1-1 0 0,0 0 0 0 0,-1 1 0 0 0,1-1 0 0 0,0 1 0 0 0,0 0 0 0 0,0 0 0 0 0,0 1 0 0 0,0 0 0 0 0,1-1 0 0 0,-1 2 1 0 0,-5 2-1 0 0,-7 5 50 0 0,1 1 1 0 0,1 0-1 0 0,0 1 1 0 0,0 1-1 0 0,2 0 1 0 0,-1 1 0 0 0,2 0-1 0 0,0 1 1 0 0,0 1-1 0 0,1 0 1 0 0,1 0-1 0 0,1 1 1 0 0,1 0 0 0 0,-8 23-1 0 0,15-37-83 0 0,0 0 0 0 0,0 1 0 0 0,0-1 0 0 0,1 1 0 0 0,-1 0 0 0 0,1-1 0 0 0,0 1 0 0 0,0-1 0 0 0,2 8 0 0 0,0 7 46 0 0,-2-16-57 0 0,0 0 0 0 0,0 0 0 0 0,0-1 0 0 0,1 1 0 0 0,-1 0 0 0 0,1-1 0 0 0,-1 1 0 0 0,1-1 0 0 0,0 1 0 0 0,0 0 0 0 0,0-1 0 0 0,0 1 0 0 0,0-1 0 0 0,0 0 0 0 0,0 1 0 0 0,0-1 0 0 0,0 0 0 0 0,1 0 0 0 0,-1 0 0 0 0,0 0 0 0 0,1 0 0 0 0,-1 0 0 0 0,1 0 0 0 0,2 1 0 0 0,0 0 5 0 0,0-1 1 0 0,0 1 0 0 0,0-1 0 0 0,1 0 0 0 0,-1-1 0 0 0,0 1 0 0 0,0-1 0 0 0,0 1-1 0 0,1-1 1 0 0,6-1 0 0 0,0-1-5 0 0,0 1 0 0 0,-1-2 0 0 0,1 0 0 0 0,0 0 0 0 0,-1-1 0 0 0,0 0 0 0 0,0-1 0 0 0,18-10 0 0 0,-15 4-74 0 0,0 1-1 0 0,0-1 1 0 0,-1-1-1 0 0,0-1 0 0 0,18-25 1 0 0,-26 33 29 0 0,-1-1 0 0 0,1 0-1 0 0,-2 0 1 0 0,1 0 0 0 0,-1-1 0 0 0,1 1 0 0 0,1-13 0 0 0,-3 15 25 0 0,-1 0 0 0 0,0 0 0 0 0,0-1 0 0 0,0 1 1 0 0,0 0-1 0 0,-1 0 0 0 0,0 0 0 0 0,0 0 0 0 0,0 0 1 0 0,0 0-1 0 0,0 1 0 0 0,-1-1 0 0 0,0 0 1 0 0,-2-4-1 0 0,1 4-43 0 0,0 0 1 0 0,0 1 0 0 0,-1-1 0 0 0,1 1 0 0 0,-1-1-1 0 0,0 1 1 0 0,0 0 0 0 0,0 0 0 0 0,0 1-1 0 0,-1-1 1 0 0,1 1 0 0 0,-1 0 0 0 0,1 0-1 0 0,-1 0 1 0 0,0 1 0 0 0,0 0 0 0 0,0 0 0 0 0,0 0-1 0 0,0 0 1 0 0,0 1 0 0 0,-5 0 0 0 0,-13 0-277 0 0,0 2 0 0 0,0 0 0 0 0,-28 7 0 0 0,30-6-12 0 0,-12 4-696 0 0,-1 1 0 0 0,-41 17 0 0 0,-13 14-5399 0 0,60-22 2861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9.3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 43 80 0 0,'-10'3'1681'0'0,"5"-1"2307"0"0,3 2-432 0 0,8 2-2396 0 0,-2-5-1092 0 0,0 0 0 0 0,0 0 0 0 0,-1-1 1 0 0,1 1-1 0 0,0-1 0 0 0,0 0 1 0 0,4 0-1 0 0,250-28 3104 0 0,-234 26-2894 0 0,28 0 1 0 0,-33 2-1023 0 0,0 0 1 0 0,0-2-1 0 0,21-3 1 0 0,-37 4-305 0 0,-16-20-7302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49.5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 52 280 0 0,'-41'-8'9190'0'0,"50"4"-8436"0"0,4-2-380 0 0,1 1 0 0 0,0 0 0 0 0,0 1 0 0 0,24-4 0 0 0,-33 7-330 0 0,26-4 878 0 0,48 0 1 0 0,-72 5-1328 0 0,1 0 0 0 0,0 0 0 0 0,-1 1 0 0 0,1 0 0 0 0,0 1 0 0 0,-1 0 0 0 0,1 0 0 0 0,-1 0 0 0 0,0 1 0 0 0,0 0 0 0 0,12 8 0 0 0,-13-9-3050 0 0,12 6 263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55.6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1 298 268 0 0,'0'0'703'0'0,"2"-2"-27"0"0,8-9 25 0 0,1 1 0 0 0,-1 1-1 0 0,2 0 1 0 0,13-9-1 0 0,-12 10-317 0 0,-1-1-1 0 0,0 0 0 0 0,0-1 1 0 0,14-17-1 0 0,38-39 1339 0 0,-13 14-218 0 0,-40 39-573 0 0,1 1 1 0 0,23-19 0 0 0,-33 30 1270 0 0,-3 6-2078 0 0,-2 11-52 0 0,-1-1 0 0 0,-1 0 0 0 0,0 0-1 0 0,-1-1 1 0 0,0 1 0 0 0,-14 19 0 0 0,9-12-40 0 0,-68 103-203 0 0,34-59-654 0 0,40-57-2 0 0,0 0 0 0 0,0 1-1 0 0,1 0 1 0 0,-5 14 0 0 0,8-21-276 0 0,1 8-3699 0 0,0-9 2056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6:55.9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 1 44 0 0,'0'0'4517'0'0,"0"5"-4111"0"0,0 10 3 0 0,-1-1 0 0 0,0 1 0 0 0,-1 0 1 0 0,-6 22-1 0 0,7-34-352 0 0,1-1 1 0 0,-1 1 0 0 0,1-1 0 0 0,0 1 0 0 0,0-1-1 0 0,0 1 1 0 0,0-1 0 0 0,0 1 0 0 0,1-1 0 0 0,-1 1-1 0 0,1-1 1 0 0,-1 0 0 0 0,1 1 0 0 0,0-1 0 0 0,0 0-1 0 0,0 1 1 0 0,3 3 0 0 0,1 0 87 0 0,-1 0 1 0 0,1 0-1 0 0,1 0 0 0 0,6 6 0 0 0,-10-11-47 0 0,2-1-16 0 0,15 0-8 0 0,-15 0 1 0 0,0-2-1 0 0,3-2-39 0 0,-3 3 3 0 0,-1-1 0 0 0,0 1 1 0 0,0-1-1 0 0,0 0 0 0 0,0 1 1 0 0,0-1-1 0 0,-1 0 1 0 0,1-1-1 0 0,-1 1 0 0 0,1 0 1 0 0,-1-1-1 0 0,0 0 0 0 0,0 1 1 0 0,0-1-1 0 0,0 0 0 0 0,0 0 1 0 0,0 0-1 0 0,-1 0 0 0 0,0 0 1 0 0,0-1-1 0 0,0 1 1 0 0,0 0-1 0 0,0-1 0 0 0,0-4 1 0 0,-1 8-39 0 0,0-3 53 0 0,0 0 0 0 0,0 0 0 0 0,0 0 0 0 0,0 0 0 0 0,-1 1 1 0 0,1-1-1 0 0,-1 0 0 0 0,0 0 0 0 0,0 0 0 0 0,0 1 0 0 0,0-1 1 0 0,0 0-1 0 0,-1 1 0 0 0,-2-4 0 0 0,3 5-49 0 0,1 0 6 0 0,-1-1 1 0 0,0 1-1 0 0,0 0 1 0 0,0 0-1 0 0,0 0 1 0 0,-1 0-1 0 0,1 0 1 0 0,0 0-1 0 0,0 1 1 0 0,-1-1-1 0 0,1 0 0 0 0,0 1 1 0 0,-1-1-1 0 0,1 0 1 0 0,0 1-1 0 0,-1 0 1 0 0,1-1-1 0 0,-1 1 1 0 0,1 0-1 0 0,-1 0 1 0 0,1 0-1 0 0,-1 0 1 0 0,-2 0-1 0 0,-3 0-35 0 0,5 0 8 0 0,0 0 1 0 0,-1 0 0 0 0,1 0 0 0 0,0 1 0 0 0,0-1 0 0 0,-1 1 0 0 0,1-1 0 0 0,0 1 0 0 0,0 0 0 0 0,0 0 0 0 0,0 0 0 0 0,0 0 0 0 0,-2 1 0 0 0,2-1-102 0 0,-44 27-405 0 0,17-1-5466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03.0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90 0 160 0 0,'0'0'15185'0'0,"-4"7"-15163"0"0,-3 10 41 0 0,0 1 1 0 0,1 0 0 0 0,1 0-1 0 0,-5 34 1 0 0,2 3 90 0 0,2-12 131 0 0,-19 74-1 0 0,14-74-44 0 0,11-41-161 0 0,0 1-52 0 0,0 0-19 0 0,1 1-1 0 0,0 0 1 0 0,0-1-1 0 0,0 1 1 0 0,1-1 0 0 0,-1 0-1 0 0,1 1 1 0 0,0-1-1 0 0,-1 0 1 0 0,2 0-1 0 0,-1 0 1 0 0,0 0 0 0 0,1-1-1 0 0,-1 1 1 0 0,1 0-1 0 0,0-1 1 0 0,0 0-1 0 0,0 0 1 0 0,0 0-1 0 0,6 3 1 0 0,0 1 5 0 0,1-1 0 0 0,0-1 1 0 0,0 0-1 0 0,0 0 0 0 0,1-1 0 0 0,10 3 1 0 0,6-3 7 0 0,-1-1 0 0 0,33 0 0 0 0,-58-2-21 0 0,4 0 6 0 0,0-1-7 0 0,13 0 1 0 0,-9 0 0 0 0,22-3 0 0 0,-28 3 20 0 0,0 0-42 0 0,0 0-17 0 0,-1 0 1 0 0,0 0 0 0 0,1 0 0 0 0,-1 0 0 0 0,0 0-1 0 0,1-1 1 0 0,-1 1 0 0 0,0-1 0 0 0,0 1 0 0 0,0-1-1 0 0,0 0 1 0 0,0 0 0 0 0,-1 0 0 0 0,3-3 0 0 0,-2 1-63 0 0,0 0 1 0 0,0 0 0 0 0,-1 0-1 0 0,0 0 1 0 0,0 0 0 0 0,0 0-1 0 0,0 0 1 0 0,0-6-1 0 0,1-3-177 0 0,2-17-228 0 0,-1 0 0 0 0,-2 0 1 0 0,-3-44-1 0 0,-1-17-164 0 0,5 20 170 0 0,-2 66 783 0 0,0 0-1 0 0,1 0 0 0 0,0 0 0 0 0,0 0 1 0 0,1 0-1 0 0,1-5 0 0 0,12 59 527 0 0,-3 1 1 0 0,-2 0-1 0 0,-2 1 0 0 0,3 93 0 0 0,-3 24 109 0 0,-6-100-643 0 0,3 59-754 0 0,-3-103 124 0 0,0-2-959 0 0,-1 41 0 0 0,-1-62 1093 0 0,0 1-1 0 0,0-1 0 0 0,0 1 1 0 0,0 0-1 0 0,1-1 0 0 0,-1 1 1 0 0,1-1-1 0 0,-1 1 1 0 0,1-1-1 0 0,-1 0 0 0 0,1 1 1 0 0,0-1-1 0 0,-1 1 0 0 0,1-1 1 0 0,0 0-1 0 0,0 0 0 0 0,0 1 1 0 0,0-1-1 0 0,0 0 0 0 0,1 0 1 0 0,-1 0-1 0 0,0 0 0 0 0,0-1 1 0 0,1 1-1 0 0,1 1 0 0 0,0 0-3607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04.2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87 8 0 0,'10'-16'1180'0'0,"-6"9"-451"0"0,1-1 0 0 0,0 1-1 0 0,10-11 1 0 0,-9 13-145 0 0,-4 2-382 0 0,-1 1-1 0 0,1 0 0 0 0,1 0 1 0 0,-1 0-1 0 0,0 1 0 0 0,0-1 0 0 0,1 0 1 0 0,-1 1-1 0 0,1 0 0 0 0,0-1 1 0 0,-1 1-1 0 0,1 0 0 0 0,0 0 1 0 0,0 1-1 0 0,-1-1 0 0 0,1 1 0 0 0,5-1 1 0 0,-5 1-106 0 0,1 0 1 0 0,0 0-1 0 0,0 1 1 0 0,0 0-1 0 0,-1-1 1 0 0,5 3-1 0 0,1-1 29 0 0,-5 0-16 0 0,1-1 1 0 0,-1 1-1 0 0,0 0 1 0 0,0 0-1 0 0,0 0 0 0 0,-1 0 1 0 0,1 1-1 0 0,0-1 1 0 0,-1 1-1 0 0,0 0 1 0 0,1 0-1 0 0,-1 1 0 0 0,0-1 1 0 0,4 7-1 0 0,1 3 167 0 0,-1 0-1 0 0,11 24 1 0 0,-18-36-259 0 0,7 17 96 0 0,0 0 0 0 0,-2 1 0 0 0,-1-1 0 0 0,0 1 0 0 0,-1 0 0 0 0,-1 0 0 0 0,-1 0 0 0 0,0 0 0 0 0,-2 0 0 0 0,0 0 0 0 0,-1 0 0 0 0,-1 0 0 0 0,-9 32 0 0 0,5-28-64 0 0,-2 0 0 0 0,0-1-1 0 0,-1 0 1 0 0,-2-1 0 0 0,0 0 0 0 0,-1 0 0 0 0,-1-2 0 0 0,-1 0 0 0 0,-27 27 0 0 0,36-39-36 0 0,4-6-13 0 0,0 1 1 0 0,1-1-1 0 0,-1 1 0 0 0,0-1 0 0 0,0 0 1 0 0,0 0-1 0 0,-1 0 0 0 0,1 0 1 0 0,0 0-1 0 0,0 0 0 0 0,0 0 0 0 0,-1-1 1 0 0,1 1-1 0 0,0-1 0 0 0,-4 0 1 0 0,-2-1-3 0 0,2 0 2 0 0,0-1 1 0 0,1 0 0 0 0,-1-1 0 0 0,1 1 0 0 0,0-1 0 0 0,-1 0-1 0 0,1-1 1 0 0,1 1 0 0 0,-1-1 0 0 0,0 0 0 0 0,1 0 0 0 0,0 0 0 0 0,0-1-1 0 0,-5-6 1 0 0,8 8 3 0 0,0 1-1 0 0,0-1 1 0 0,1 0-1 0 0,-1 0 1 0 0,0 0-1 0 0,1 1 0 0 0,0-1 1 0 0,0 0-1 0 0,0 0 1 0 0,0 0-1 0 0,1-6 1 0 0,-1 1 2 0 0,1 4 19 0 0,-1-1 0 0 0,1 1 0 0 0,0-1-1 0 0,0 1 1 0 0,0-1 0 0 0,1 1 0 0 0,0 0-1 0 0,0 0 1 0 0,0-1 0 0 0,0 1 0 0 0,0 1-1 0 0,1-1 1 0 0,0 0 0 0 0,3-3 0 0 0,-5 5 27 0 0,0 1-10 0 0,0 1 1 0 0,-1-1 0 0 0,1 1-1 0 0,0-1 1 0 0,-1 0 0 0 0,1 1 0 0 0,0-1-1 0 0,0 1 1 0 0,-1 0 0 0 0,1-1-1 0 0,0 1 1 0 0,0 0 0 0 0,0-1 0 0 0,0 1-1 0 0,0 0 1 0 0,-1 0 0 0 0,3-1-1 0 0,4 2 48 0 0,-1-1-1 0 0,1 1 1 0 0,0 0-1 0 0,-1 0 0 0 0,1 0 1 0 0,-1 1-1 0 0,1 0 1 0 0,9 5-1 0 0,-3-1 68 0 0,0-1 0 0 0,20 6 0 0 0,-21-8-105 0 0,95 28 527 0 0,-71-23-289 0 0,16 9 351 0 0,-41-13-619 0 0,-8-3 30 0 0,0 0-23 0 0,0 0-31 0 0,11 3 94 0 0,-4-2 346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04.8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203 67 244 0 0,'-5'-4'728'0'0,"1"0"-1"0"0,-1 0 0 0 0,0 0 1 0 0,-1 1-1 0 0,1 0 1 0 0,-1 0-1 0 0,-9-4 1 0 0,13 6-149 0 0,-15-2 1677 0 0,12 2-1727 0 0,-12 0-37 0 0,13 1-36 0 0,1 2-33 0 0,-2 4-210 0 0,-1 0-1 0 0,1 1 1 0 0,0-1-1 0 0,0 1 1 0 0,0 0 0 0 0,1 0-1 0 0,0 1 1 0 0,1-1-1 0 0,-5 15 1 0 0,0 8 335 0 0,-7 39 0 0 0,11-46-268 0 0,2-15-184 0 0,1 0 0 0 0,0 0 1 0 0,0 0-1 0 0,1 1 0 0 0,1-1 0 0 0,-1 0 0 0 0,1 0 0 0 0,0 1 0 0 0,5 12 0 0 0,-5-17-70 0 0,0-1-1 0 0,0 0 1 0 0,1 0-1 0 0,-1 0 1 0 0,1 0-1 0 0,0 0 1 0 0,0 0 0 0 0,0 0-1 0 0,0-1 1 0 0,1 1-1 0 0,-1-1 1 0 0,1 1-1 0 0,-1-1 1 0 0,1 0-1 0 0,0 0 1 0 0,0 0-1 0 0,0-1 1 0 0,0 1 0 0 0,0-1-1 0 0,0 1 1 0 0,1-1-1 0 0,-1 0 1 0 0,0 0-1 0 0,7 0 1 0 0,-7 0 32 0 0,5-3-25 0 0,6 0-20 0 0,-1 0-1 0 0,-1-2 1 0 0,1 1-1 0 0,0-2 1 0 0,-1 1 0 0 0,0-2-1 0 0,17-9 1 0 0,-10 1-10 0 0,-1 0 0 0 0,0-1 0 0 0,19-22 1 0 0,-32 32-5 0 0,0-1 0 0 0,0 1 0 0 0,-1-1 0 0 0,0 0 0 0 0,0-1 0 0 0,-1 1 0 0 0,1-1 0 0 0,-1 0 0 0 0,-1 1 0 0 0,1-1 0 0 0,-1 0 0 0 0,-1-1 0 0 0,1 1 0 0 0,0-11 0 0 0,-3 12 0 0 0,1 0-1 0 0,-1-1 1 0 0,-1 1-1 0 0,1 0 1 0 0,-1 0-1 0 0,0 0 1 0 0,0 0-1 0 0,-1 0 1 0 0,0 0-1 0 0,0 1 1 0 0,0-1-1 0 0,-1 1 1 0 0,-6-8-1 0 0,4 6-26 0 0,-1 0 0 0 0,0 0-1 0 0,0 1 1 0 0,0 0 0 0 0,-1 0-1 0 0,0 0 1 0 0,0 1 0 0 0,-11-5-1 0 0,14 9-49 0 0,-1-1 0 0 0,1 1 0 0 0,-1 0 0 0 0,0 0-1 0 0,0 1 1 0 0,1-1 0 0 0,-1 1 0 0 0,0 1 0 0 0,0-1-1 0 0,1 1 1 0 0,-1 0 0 0 0,1 0 0 0 0,-1 1 0 0 0,-7 2-1 0 0,3 0-158 0 0,1 0-1 0 0,-1 0 1 0 0,1 1-1 0 0,0 0 1 0 0,0 0-1 0 0,1 1 1 0 0,-13 11-1 0 0,12-8-416 0 0,0 1-1 0 0,1 0 0 0 0,-11 17 0 0 0,-5 15-4692 0 0,16-23 2659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05.4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245 39 508 0 0,'-5'-16'4265'0'0,"5"15"-4080"0"0,0 0 0 0 0,0 0 0 0 0,0 0 0 0 0,0 0 0 0 0,-1 0 0 0 0,1 0 0 0 0,0 0 0 0 0,-1 0 0 0 0,1 0-1 0 0,-1 0 1 0 0,1 0 0 0 0,-1 0 0 0 0,1 0 0 0 0,-1 0 0 0 0,1 0 0 0 0,-1 1 0 0 0,0-1 0 0 0,0 0 0 0 0,0 0 0 0 0,1 1 0 0 0,-1-1 0 0 0,0 0 0 0 0,-2 0 0 0 0,-14 1 310 0 0,13 0-34 0 0,-2 2-26 0 0,-10 5-141 0 0,0 1 0 0 0,1 0 0 0 0,0 1 0 0 0,0 1 0 0 0,1 0 0 0 0,0 1 0 0 0,1 0 0 0 0,0 1 0 0 0,1 1 0 0 0,1 0 0 0 0,-12 16 0 0 0,21-25-198 0 0,0 0 1 0 0,-1 1 0 0 0,1-1-1 0 0,1 1 1 0 0,-2 5 0 0 0,-3 7 249 0 0,5-14-308 0 0,0 0 1 0 0,1 1 0 0 0,-1-1 0 0 0,1 0-1 0 0,0 0 1 0 0,0 0 0 0 0,0 0-1 0 0,1 1 1 0 0,-1-1 0 0 0,1 0-1 0 0,-1 0 1 0 0,1 0 0 0 0,0 0 0 0 0,0 0-1 0 0,3 4 1 0 0,-1-1-4 0 0,0 0 0 0 0,0 0 0 0 0,0 0 0 0 0,1 0 0 0 0,0-1 0 0 0,5 6 0 0 0,-1-4-24 0 0,0 0-1 0 0,0-1 1 0 0,1 0 0 0 0,0 0 0 0 0,0-1 0 0 0,0 0-1 0 0,1-1 1 0 0,0 0 0 0 0,0 0 0 0 0,0-1-1 0 0,0 0 1 0 0,0-1 0 0 0,0 0 0 0 0,1-1 0 0 0,-1 0-1 0 0,12 0 1 0 0,-14-2-29 0 0,-1 1-1 0 0,1-1 1 0 0,0 0 0 0 0,0 0-1 0 0,-1-1 1 0 0,1 0-1 0 0,-1-1 1 0 0,1 0-1 0 0,-1 0 1 0 0,0 0 0 0 0,0-1-1 0 0,0 0 1 0 0,10-8-1 0 0,-12 8-12 0 0,1-1-1 0 0,-1 1 0 0 0,0-1 0 0 0,-1 0 0 0 0,1-1 0 0 0,-1 1 0 0 0,0-1 0 0 0,-1 1 0 0 0,1-1 0 0 0,-1 0 1 0 0,0-1-1 0 0,0 1 0 0 0,-1 0 0 0 0,0-1 0 0 0,0 0 0 0 0,0-6 0 0 0,-1 7-69 0 0,0-1-1 0 0,-1 1 1 0 0,-1 0 0 0 0,1 0-1 0 0,-1 0 1 0 0,0 0 0 0 0,0-1-1 0 0,0 1 1 0 0,-1 0-1 0 0,0 1 1 0 0,0-1 0 0 0,-1 0-1 0 0,0 0 1 0 0,0 1 0 0 0,0 0-1 0 0,0 0 1 0 0,-1 0 0 0 0,0 0-1 0 0,0 0 1 0 0,0 1-1 0 0,-1-1 1 0 0,0 1 0 0 0,0 0-1 0 0,0 1 1 0 0,0-1 0 0 0,0 1-1 0 0,-1 0 1 0 0,1 0 0 0 0,-1 1-1 0 0,-10-4 1 0 0,14 5-391 0 0,-15 1-1996 0 0,12-2-2270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06.0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169 25 208 0 0,'0'0'871'0'0,"-4"-1"-26"0"0,-4-1 26 0 0,-1 0 1 0 0,1 1-1 0 0,-1 0 1 0 0,0 0 0 0 0,-13 2 511 0 0,18-1-1181 0 0,1 1 0 0 0,-1 0 0 0 0,0 0 1 0 0,0 0-1 0 0,0 1 0 0 0,1-1 0 0 0,-1 1 0 0 0,0 0 1 0 0,1 0-1 0 0,0 0 0 0 0,-1 0 0 0 0,1 1 1 0 0,0-1-1 0 0,0 1 0 0 0,1 0 0 0 0,-1 0 0 0 0,0 0 1 0 0,-2 4-1 0 0,0 1 67 0 0,0 1 0 0 0,1 0 1 0 0,0 1-1 0 0,0-1 0 0 0,-3 15 1 0 0,6-17-153 0 0,-1 1 1 0 0,1-1-1 0 0,1 0 1 0 0,-1 1 0 0 0,1-1-1 0 0,1 0 1 0 0,1 11-1 0 0,2-1 74 0 0,1 0-1 0 0,13 26 0 0 0,-17-41-189 0 0,1 1 0 0 0,0 0 0 0 0,0-1 0 0 0,1 1-1 0 0,-1-1 1 0 0,0 0 0 0 0,1 1 0 0 0,0-1 0 0 0,-1 0 0 0 0,1-1 0 0 0,0 1 0 0 0,0 0 0 0 0,0-1-1 0 0,4 2 1 0 0,-5-2-3 0 0,3-1-20 0 0,2 0 15 0 0,0 0-1 0 0,0 0 0 0 0,0-1 0 0 0,0 0 0 0 0,0 0 1 0 0,0 0-1 0 0,-1-1 0 0 0,1 0 0 0 0,0-1 0 0 0,-1 0 1 0 0,0 0-1 0 0,11-6 0 0 0,-3-1-16 0 0,-1 3 8 0 0,-1-1 0 0 0,0-1 0 0 0,0 0 0 0 0,-1-1 0 0 0,-1 0 0 0 0,1 0 0 0 0,-2-1 0 0 0,11-15 0 0 0,-17 21 7 0 0,4-5-6 0 0,0 0-1 0 0,-1-1 1 0 0,0 0-1 0 0,-1 0 1 0 0,-1-1-1 0 0,1 0 1 0 0,2-12-1 0 0,-7 22 19 0 0,-1 0-1 0 0,1 0 1 0 0,0 0-1 0 0,0 0 1 0 0,-1 1-1 0 0,1-1 0 0 0,-1 0 1 0 0,0 0-1 0 0,1 0 1 0 0,-1 1-1 0 0,0-1 1 0 0,0 0-1 0 0,0 1 0 0 0,0-1 1 0 0,0 1-1 0 0,-3-3 1 0 0,-20-17 61 0 0,20 19-60 0 0,-1 0 0 0 0,1 0 0 0 0,-1 0 0 0 0,1 1 0 0 0,-1 0 0 0 0,0 0 0 0 0,1 0 0 0 0,-1 1 0 0 0,0-1 0 0 0,0 1 0 0 0,0 0 0 0 0,1 1 0 0 0,-1-1 0 0 0,0 1 0 0 0,-9 2 0 0 0,3-1-28 0 0,-29 10-309 0 0,17-4-578 0 0,22-8 777 0 0,1 0 0 0 0,-1 0-1 0 0,0 1 1 0 0,1-1 0 0 0,-1 0 0 0 0,0 1-1 0 0,1-1 1 0 0,-1 1 0 0 0,0-1 0 0 0,1 0-1 0 0,-1 1 1 0 0,1 0 0 0 0,-1-1-1 0 0,1 1 1 0 0,-1-1 0 0 0,1 1 0 0 0,0 0-1 0 0,-1-1 1 0 0,1 1 0 0 0,0 0 0 0 0,-1-1-1 0 0,1 1 1 0 0,0 0 0 0 0,0-1 0 0 0,0 1-1 0 0,-1 0 1 0 0,1 0 0 0 0,0 0 0 0 0,0 8-3984 0 0,0 3 1242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06.6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203 101 480 0 0,'11'-55'5241'0'0,"-11"53"-4590"0"0,-3-16 2311 0 0,2 17-2855 0 0,1 0 1 0 0,0 0-1 0 0,-1 0 0 0 0,1 0 0 0 0,-1 0 0 0 0,0 0 1 0 0,1 0-1 0 0,-1 0 0 0 0,0 0 0 0 0,1 1 0 0 0,-1-1 1 0 0,0 0-1 0 0,0 0 0 0 0,0 1 0 0 0,0-1 0 0 0,0 1 1 0 0,-1-2-1 0 0,-1 1 295 0 0,0 0-39 0 0,-11-3-27 0 0,10 3 298 0 0,-1 2-350 0 0,0 0-198 0 0,-1-1 1 0 0,1 1-1 0 0,0 1 0 0 0,-1-1 1 0 0,1 1-1 0 0,0 0 0 0 0,0 0 0 0 0,0 1 1 0 0,0-1-1 0 0,1 1 0 0 0,-1 0 1 0 0,1 0-1 0 0,0 1 0 0 0,-5 4 0 0 0,-2 7 62 0 0,1-2-41 0 0,1 0 0 0 0,0 1 0 0 0,1 0 0 0 0,0 1 0 0 0,1 0 0 0 0,1 0 0 0 0,0 0 0 0 0,1 1 0 0 0,-4 18 0 0 0,9-28-89 0 0,-1-1 0 0 0,1 0-1 0 0,0 1 1 0 0,1-1 0 0 0,-1 0 0 0 0,1 0 0 0 0,0 1 0 0 0,0-1 0 0 0,1 0 0 0 0,-1 0 0 0 0,1 0 0 0 0,0 0 0 0 0,4 5-1 0 0,2 10 40 0 0,21 32 0 0 0,-25-46-47 0 0,1 1 0 0 0,-1-1 0 0 0,1 0-1 0 0,1 0 1 0 0,-1-1 0 0 0,1 1 0 0 0,0-1 0 0 0,7 4-1 0 0,-9-7-11 0 0,-1 0 0 0 0,1-1 0 0 0,0 0-1 0 0,-1 0 1 0 0,1 0 0 0 0,0 0 0 0 0,7 0-1 0 0,-7 0 5 0 0,1-1-2 0 0,0 0 1 0 0,1-1-1 0 0,-1 1 0 0 0,0-1 1 0 0,0 0-1 0 0,1 0 1 0 0,-1 0-1 0 0,0-1 1 0 0,0 0-1 0 0,7-4 0 0 0,-1 1 1 0 0,0-1 0 0 0,0-1 0 0 0,10-8 0 0 0,-12 9 0 0 0,-1-1 0 0 0,0 0 0 0 0,-1-1 0 0 0,1 0 0 0 0,-1 0 0 0 0,-1 0 0 0 0,0-1 0 0 0,0 0 0 0 0,-1 0 0 0 0,0-1 0 0 0,0 1 0 0 0,5-20 0 0 0,-5 16-23 0 0,21-77-135 0 0,-24 80 71 0 0,0 0 1 0 0,-1 0-1 0 0,0 0 1 0 0,-1 0-1 0 0,0 0 0 0 0,-1 0 1 0 0,-2-11-1 0 0,2 18 34 0 0,0 0-1 0 0,0 0 1 0 0,0 0 0 0 0,-1 0-1 0 0,1 0 1 0 0,-1 1 0 0 0,0-1-1 0 0,0 0 1 0 0,0 1-1 0 0,0 0 1 0 0,0-1 0 0 0,0 1-1 0 0,0 0 1 0 0,-1 0 0 0 0,1 0-1 0 0,-1 0 1 0 0,0 1-1 0 0,0-1 1 0 0,1 1 0 0 0,-1 0-1 0 0,0 0 1 0 0,-6-2 0 0 0,-5-1-223 0 0,0 1 0 0 0,0 0 1 0 0,-21-1-1 0 0,29 4 175 0 0,-29-2-1176 0 0,0 2 1 0 0,0 2 0 0 0,-51 8 0 0 0,52-5-1755 0 0,5-1 300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07.7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86 0 476 0 0,'0'0'5945'0'0,"1"8"-5137"0"0,6 35 605 0 0,-7-42-1351 0 0,1-1-1 0 0,-1 1 1 0 0,1 0 0 0 0,-1 0-1 0 0,1 0 1 0 0,-1-1-1 0 0,1 1 1 0 0,-1 0 0 0 0,1 0-1 0 0,-1-1 1 0 0,1 1 0 0 0,0-1-1 0 0,0 1 1 0 0,-1-1-1 0 0,3 2 1 0 0,0 0 115 0 0,0 2-83 0 0,-1-1 0 0 0,1 0 0 0 0,-1 1 1 0 0,0-1-1 0 0,0 1 0 0 0,0-1 0 0 0,-1 1 0 0 0,1 0 1 0 0,-1 0-1 0 0,0 0 0 0 0,0 0 0 0 0,0 0 0 0 0,-1 0 1 0 0,1 0-1 0 0,-1 0 0 0 0,0 0 0 0 0,0 0 0 0 0,-1 0 1 0 0,1 0-1 0 0,-2 7 0 0 0,-2 3-361 0 0,-1 0-1 0 0,-1 0 0 0 0,0-1 1 0 0,-11 18-1 0 0,3-5-267 0 0,-1 0-1769 0 0,-27 35 0 0 0,38-55 1531 0 0,-11 14-1776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12.7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68 132 0 0,'0'0'13210'0'0,"7"0"-13089"0"0,46 0 107 0 0,-49 0-178 0 0,5-1-5 0 0,111-20 187 0 0,-40 5-307 0 0,-53 12-226 0 0,25-5-1781 0 0,-50 8 1633 0 0,11-10-1869 0 0,-12 10 1908 0 0,1-3 370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13.0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52 37 324 0 0,'-3'-2'594'0'0,"-8"-4"1454"0"0,1-1-1 0 0,-17-15 7343 0 0,37 24-9190 0 0,-5-1-193 0 0,11 1 15 0 0,0 1 0 0 0,0 1 0 0 0,0 0 0 0 0,20 9 0 0 0,-25-9-259 0 0,0-1 0 0 0,1-1 1 0 0,-1 1-1 0 0,20 0 0 0 0,-25-2 172 0 0,18 1-581 0 0,0-1 0 0 0,0-1 0 0 0,43-7-1 0 0,-40 3-2632 0 0,32-11 0 0 0,-57 14 843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13.4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72 252 0 0,'23'-41'2900'0'0,"-4"17"-1278"0"0,-18 22-917 0 0,5-3-336 0 0,-6 5-313 0 0,0 0 0 0 0,0 0 0 0 0,0 0 0 0 0,0 1 0 0 0,0-1 0 0 0,0 0 0 0 0,0 0 0 0 0,0 0 0 0 0,0 0 0 0 0,0 0 0 0 0,0 0-1 0 0,0 1 1 0 0,0-1 0 0 0,0 0 0 0 0,0 0 0 0 0,0 0 0 0 0,0 0 0 0 0,0 0 0 0 0,0 0 0 0 0,0 1 0 0 0,0-1 0 0 0,0 0 0 0 0,0 0 0 0 0,0 0 0 0 0,0 0 0 0 0,0 0 0 0 0,0 0-1 0 0,0 0 1 0 0,0 1 0 0 0,0-1 0 0 0,1 0 0 0 0,-1 0 0 0 0,0 0 0 0 0,0 0 0 0 0,0 0 0 0 0,0 0 0 0 0,0 0 0 0 0,0 0 0 0 0,0 0 0 0 0,1 0 0 0 0,-1 0 0 0 0,0 0 0 0 0,0 0-1 0 0,0 0 1 0 0,0 1 0 0 0,0-1 0 0 0,0 0 0 0 0,1 0 0 0 0,-1 0 0 0 0,0 0 0 0 0,0-1 0 0 0,0 1 0 0 0,0 0 0 0 0,0 0 0 0 0,0 0 0 0 0,1 0 0 0 0,-1 0 0 0 0,0 0 0 0 0,0 0 0 0 0,0 0-1 0 0,0 0 1 0 0,0 0 0 0 0,0 0 0 0 0,1 0 0 0 0,-20 71 818 0 0,8-34-266 0 0,2 0 1 0 0,-8 60 0 0 0,17-91-552 0 0,1 1 0 0 0,-1 0 0 0 0,1 0 0 0 0,0 0 0 0 0,1 0 0 0 0,0-1 0 0 0,0 1 0 0 0,0 0 0 0 0,1-1 0 0 0,0 0 1 0 0,0 0-1 0 0,1 0 0 0 0,0 0 0 0 0,5 6 0 0 0,-8-11-54 0 0,-1-1 0 0 0,1 1 0 0 0,0-1 0 0 0,0 1 0 0 0,0-1 0 0 0,0 1 0 0 0,-1-1 0 0 0,1 0 0 0 0,0 1 0 0 0,0-1 0 0 0,0 0 0 0 0,0 0 0 0 0,0 0 0 0 0,0 0 0 0 0,0 0 0 0 0,0 0 0 0 0,0 0-1 0 0,1 0 1 0 0,-1 0 4 0 0,6 1 3 0 0,0-1-1 0 0,0 1 0 0 0,0-2 1 0 0,0 1-1 0 0,0-1 1 0 0,0 0-1 0 0,0 0 0 0 0,0-1 1 0 0,-1 0-1 0 0,10-4 1 0 0,5-3-20 0 0,34-20 0 0 0,-43 22 6 0 0,-2-1-1 0 0,1 0 0 0 0,-1-1 1 0 0,0 0-1 0 0,-1 0 0 0 0,0-1 1 0 0,-1 0-1 0 0,1-1 0 0 0,-2 0 1 0 0,0 0-1 0 0,10-22 0 0 0,-15 29 56 0 0,-1 0 0 0 0,1 0 0 0 0,0 0-1 0 0,1 0 1 0 0,4-6 0 0 0,-6 8 1360 0 0,-6 9-1256 0 0,-9 23 69 0 0,1-1 0 0 0,2 1 0 0 0,-15 59 0 0 0,-14 174 146 0 0,38-243-399 0 0,-20 86-1470 0 0,13-67-1029 0 0,9-39 2468 0 0,0 1-1 0 0,0-1 1 0 0,0 1-1 0 0,0-1 1 0 0,0 1-1 0 0,0-1 1 0 0,1 1-1 0 0,-1-1 1 0 0,0 0-1 0 0,0 1 1 0 0,0-1-1 0 0,1 1 1 0 0,-1-1-1 0 0,0 0 1 0 0,1 1-1 0 0,-1-1 1 0 0,0 0-1 0 0,1 1 0 0 0,-1-1 1 0 0,0 0-1 0 0,1 1 1 0 0,-1-1-1 0 0,1 0 1 0 0,0 1-1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14.1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0 155 356 0 0,'1'-6'223'0'0,"0"0"0"0"0,0 0 0 0 0,0 0 0 0 0,1 0 1 0 0,0 0-1 0 0,0 1 0 0 0,0-1 0 0 0,1 1 0 0 0,-1-1 0 0 0,1 1 0 0 0,1 0 0 0 0,-1 0 0 0 0,6-5 1 0 0,-5 4-11 0 0,1 1 0 0 0,0 0 1 0 0,0 0-1 0 0,0 1 0 0 0,1-1 1 0 0,0 1-1 0 0,0 0 0 0 0,0 0 1 0 0,0 1-1 0 0,13-5 1 0 0,-8 5 99 0 0,-2-1-88 0 0,1 1 0 0 0,-1 1 0 0 0,1-1 0 0 0,0 2 0 0 0,0-1 0 0 0,0 2 0 0 0,-1-1 0 0 0,1 1-1 0 0,19 2 1 0 0,-19 1-85 0 0,0-1 1 0 0,-1 1-1 0 0,1 0 0 0 0,-1 1 0 0 0,11 6 0 0 0,-16-8-75 0 0,1 1 0 0 0,0 0 0 0 0,-1 0 0 0 0,0 0 0 0 0,0 1 0 0 0,0-1 0 0 0,0 1 0 0 0,0 0 0 0 0,-1 0 0 0 0,0 0 0 0 0,0 1 0 0 0,0-1 0 0 0,3 7 0 0 0,1 8 55 0 0,-2 1 1 0 0,0 0 0 0 0,0 0 0 0 0,-2 0 0 0 0,-1 1 0 0 0,0-1 0 0 0,-2 1 0 0 0,0-1 0 0 0,-1 1 0 0 0,-1-1-1 0 0,-10 39 1 0 0,8-43-61 0 0,-1-1 0 0 0,0-1-1 0 0,-1 1 1 0 0,-1-1-1 0 0,0 0 1 0 0,-1 0-1 0 0,-1-1 1 0 0,0 0 0 0 0,-1 0-1 0 0,-12 12 1 0 0,22-25-59 0 0,-1 1-1 0 0,1 0 1 0 0,-1-1 0 0 0,1 1 0 0 0,-1-1 0 0 0,1 1 0 0 0,-1-1-1 0 0,0 1 1 0 0,1-1 0 0 0,-1 0 0 0 0,0 1 0 0 0,1-1-1 0 0,-1 0 1 0 0,0 1 0 0 0,1-1 0 0 0,-1 0 0 0 0,0 0 0 0 0,0 0-1 0 0,1 1 1 0 0,-1-1 0 0 0,0 0 0 0 0,0 0 0 0 0,1 0 0 0 0,-1 0-1 0 0,0-1 1 0 0,0 1 0 0 0,1 0 0 0 0,-1 0 0 0 0,0 0-1 0 0,0 0 1 0 0,1-1 0 0 0,-1 1 0 0 0,0-1 0 0 0,-27-11-5 0 0,26 10 5 0 0,0 1 1 0 0,-1-1 0 0 0,1 0-1 0 0,0 1 1 0 0,0-1-1 0 0,0 0 1 0 0,0 0-1 0 0,1-1 1 0 0,-1 1 0 0 0,0 0-1 0 0,1 0 1 0 0,0-1-1 0 0,0 1 1 0 0,-1-1-1 0 0,1 1 1 0 0,1-1 0 0 0,-1 0-1 0 0,0 1 1 0 0,1-1-1 0 0,-1 0 1 0 0,1 0-1 0 0,0 1 1 0 0,0-1 0 0 0,0 0-1 0 0,0 0 1 0 0,0 1-1 0 0,1-1 1 0 0,-1 0-1 0 0,1 0 1 0 0,1-3 0 0 0,0 0-4 0 0,0 1 0 0 0,0 0 0 0 0,0 0 0 0 0,1 0 0 0 0,0 0 1 0 0,0 0-1 0 0,0 0 0 0 0,0 1 0 0 0,1 0 0 0 0,0-1 1 0 0,0 1-1 0 0,0 1 0 0 0,6-5 0 0 0,8-2-56 0 0,1 2 1 0 0,-1 0-1 0 0,1 2 0 0 0,1 0 0 0 0,-1 1 1 0 0,31-4-1 0 0,32-10-737 0 0,104-33-2636 0 0,-155 38 3274 0 0,-29 13 1017 0 0,-5 8-616 0 0,-36 82 788 0 0,33-77-824 0 0,1-1 0 0 0,0 1 0 0 0,-6 23 0 0 0,10-30-131 0 0,0 0-1 0 0,0 0 1 0 0,0 1 0 0 0,1-1-1 0 0,-1 0 1 0 0,2 1-1 0 0,-1-1 1 0 0,0 0-1 0 0,1 1 1 0 0,0-1-1 0 0,2 7 1 0 0,-2-10-60 0 0,0-1-1 0 0,-1 0 1 0 0,1 1-1 0 0,0-1 1 0 0,0 1 0 0 0,0-1-1 0 0,0 0 1 0 0,0 0-1 0 0,0 1 1 0 0,0-1 0 0 0,0 0-1 0 0,0 0 1 0 0,0 0-1 0 0,1 0 1 0 0,-1-1 0 0 0,0 1-1 0 0,1 0 1 0 0,-1 0-1 0 0,1-1 1 0 0,-1 1 0 0 0,1-1-1 0 0,-1 1 1 0 0,1-1-1 0 0,-1 0 1 0 0,1 0 0 0 0,0 1-1 0 0,-1-1 1 0 0,1 0-1 0 0,-1-1 1 0 0,1 1 0 0 0,0 0-1 0 0,-1 0 1 0 0,4-1-1 0 0,1-1 5 0 0,1 0-1 0 0,-1 0 0 0 0,1-1 0 0 0,-1 0 0 0 0,8-5 0 0 0,-5 3-15 0 0,-1 0 0 0 0,1-1 0 0 0,-1 0 0 0 0,0-1 0 0 0,-1 0-1 0 0,0 0 1 0 0,0 0 0 0 0,0-1 0 0 0,-1 0 0 0 0,0 0 0 0 0,-1-1-1 0 0,0 0 1 0 0,0 0 0 0 0,-1 0 0 0 0,4-13 0 0 0,-4 11-2 0 0,-1 0 0 0 0,-1-1 0 0 0,0 1 0 0 0,-1-1-1 0 0,0 0 1 0 0,0 0 0 0 0,-2 0 0 0 0,1 1 0 0 0,-5-21 0 0 0,5 29 7 0 0,-2 0 0 0 0,1 1-1 0 0,0-1 1 0 0,0 0 0 0 0,-1 1 0 0 0,0-1 0 0 0,1 0-1 0 0,-1 1 1 0 0,0 0 0 0 0,0 0 0 0 0,0-1 0 0 0,-1 1-1 0 0,1 0 1 0 0,0 1 0 0 0,-1-1 0 0 0,1 0 0 0 0,-6-2-1 0 0,1 1 39 0 0,0 0-1 0 0,0 0 1 0 0,0 1-1 0 0,-1 0 1 0 0,-9-1-1 0 0,6 4 41 0 0,-3 3-53 0 0,1 0 0 0 0,0 2 0 0 0,0-1-1 0 0,0 2 1 0 0,0-1 0 0 0,1 2 0 0 0,1 0-1 0 0,-14 11 1 0 0,17-12-51 0 0,1 0-1 0 0,0 1 1 0 0,0 0-1 0 0,0 0 1 0 0,-6 12-1 0 0,12-17-96 0 0,0-1 0 0 0,0 0 0 0 0,0 0-1 0 0,0 1 1 0 0,0-1 0 0 0,0 1-1 0 0,0-1 1 0 0,1 1 0 0 0,0-1-1 0 0,-1 1 1 0 0,1-1 0 0 0,0 1 0 0 0,0-1-1 0 0,0 1 1 0 0,1-1 0 0 0,-1 1-1 0 0,0-1 1 0 0,1 1 0 0 0,0-1 0 0 0,0 1-1 0 0,0-1 1 0 0,0 0 0 0 0,0 1-1 0 0,0-1 1 0 0,0 0 0 0 0,1 0 0 0 0,1 3-1 0 0,-1-3-480 0 0,1 1 0 0 0,-1-1 1 0 0,0 1-1 0 0,1-1 0 0 0,0 0 0 0 0,0 0 0 0 0,-1 0 0 0 0,5 2 0 0 0,8 2-1901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14.4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152 1 236 0 0,'0'0'5728'0'0,"-2"9"-4928"0"0,1 8-485 0 0,-1 6 514 0 0,-2 0-1 0 0,-9 41 1 0 0,-67 202 2472 0 0,58-190-2557 0 0,0 13-85 0 0,20-76-918 0 0,0-1-1 0 0,1 1 1 0 0,1-1-1 0 0,0 1 1 0 0,2 18 0 0 0,-2-29 134 0 0,1 0 1 0 0,-1-1-1 0 0,1 1 1 0 0,-1-1 0 0 0,1 1-1 0 0,0-1 1 0 0,0 1 0 0 0,0-1-1 0 0,-1 0 1 0 0,1 1 0 0 0,1-1-1 0 0,-1 0 1 0 0,0 0-1 0 0,0 1 1 0 0,0-1 0 0 0,3 1-1 0 0,10 7-4994 0 0,5 0 2036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14.90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242 34 468 0 0,'42'-16'2894'0'0,"-40"15"-2418"0"0,15-9 786 0 0,-9 6-974 0 0,-7 2 394 0 0,-9 1 3514 0 0,-4 2-4105 0 0,-34 3 330 0 0,26-1-232 0 0,1 1 0 0 0,-1 1 0 0 0,1 1 0 0 0,0 0 0 0 0,1 1 0 0 0,0 2 0 0 0,-24 14 0 0 0,-20 7 546 0 0,60-28-668 0 0,1-2-43 0 0,1 1-1 0 0,-1 0 1 0 0,0 0 0 0 0,1 0-1 0 0,-1-1 1 0 0,1 1 0 0 0,0 0 0 0 0,-1 0-1 0 0,1 0 1 0 0,-1 0 0 0 0,1 0 0 0 0,0 0-1 0 0,0 0 1 0 0,0 0 0 0 0,0 0-1 0 0,0 0 1 0 0,0 0 0 0 0,0 0 0 0 0,0 0-1 0 0,0 0 1 0 0,0 0 0 0 0,0 0-1 0 0,0 0 1 0 0,1 0 0 0 0,0 1 0 0 0,5 7 190 0 0,0-1 1 0 0,0 1-1 0 0,-1 0 1 0 0,0 0 0 0 0,0 1-1 0 0,-1 0 1 0 0,4 14-1 0 0,2 9 61 0 0,-9-30-280 0 0,1-1 0 0 0,0 1 0 0 0,0-1 0 0 0,0 0-1 0 0,0 1 1 0 0,0-1 0 0 0,1 0 0 0 0,-1 0 0 0 0,1-1 0 0 0,-1 1 0 0 0,1 0-1 0 0,0-1 1 0 0,4 3 0 0 0,173 81-3303 0 0,-173-81 2871 0 0,1-1 0 0 0,0 0 0 0 0,0 0 0 0 0,11 1 0 0 0,18 7-4791 0 0,-22-6 2465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7:22.2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97 2 156 0 0,'0'0'504'0'0,"-5"0"-8"0"0,-12-1 25 0 0,13 0 1021 0 0,0 1-1038 0 0,-12 0 13 0 0,13 0 2775 0 0,-1 2-2757 0 0,-5 0-733 0 0,-21 2 5504 0 0,26-4-939 0 0,14 2-4355 0 0,1 0-7 0 0,34 4 14 0 0,-8-4-11 0 0,26 2 19 0 0,70-6 0 0 0,-105 1-24 0 0,51 5 0 0 0,-58-4-17 0 0,0-2-4 0 0,17 2 5 0 0,-36 0 18 0 0,4 0-17 0 0,39-1 26 0 0,-40-1-12 0 0,-1 1 12 0 0,0 1-2 0 0,11-1-2 0 0,-11 1 45 0 0,0 0-62 0 0,20 3-1203 0 0,-65-10 1207 0 0,31 5-26 0 0,6 1-13 0 0,-40 0-87 0 0,39 1 102 0 0,0 0-4 0 0,-14 1 15 0 0,15 0 8 0 0,1 0 12 0 0,-7 3 8 0 0,8-3-2 0 0,-2-1 13 0 0,-54 16 197 0 0,48-11-156 0 0,1 0 1 0 0,0 1 0 0 0,0 0 0 0 0,1 1 0 0 0,0-1-1 0 0,0 2 1 0 0,1-1 0 0 0,0 1 0 0 0,-8 10 0 0 0,11-12 16 0 0,1 0 0 0 0,0 1 1 0 0,0-1-1 0 0,1 1 0 0 0,-1-1 1 0 0,1 1-1 0 0,1 0 0 0 0,-1 0 1 0 0,0 13-1 0 0,3-12-34 0 0,0-1 1 0 0,0 0-1 0 0,1 0 0 0 0,0 1 1 0 0,0-1-1 0 0,5 10 0 0 0,1 4 27 0 0,-2-6-24 0 0,1 0 0 0 0,1-1 0 0 0,11 17 0 0 0,-9-14-5 0 0,14 27 0 0 0,-6-7 5 0 0,-12-24-3 0 0,0 0-1 0 0,0 0 0 0 0,5 21 1 0 0,-9-23 66 0 0,0 0 0 0 0,0 0 1 0 0,-1 0-1 0 0,0 0 0 0 0,-2 13 1 0 0,1-18-37 0 0,-1 0 0 0 0,0-1 0 0 0,-1 1 0 0 0,1-1 0 0 0,-1 0 0 0 0,0 1 0 0 0,0-1 0 0 0,-1 0 0 0 0,1 0 0 0 0,-1 0 0 0 0,-7 8 1 0 0,2-4 33 0 0,0-1 0 0 0,-1 1 0 0 0,0-2 0 0 0,0 1 0 0 0,0-2 0 0 0,-1 1 0 0 0,0-1 0 0 0,-17 7 0 0 0,4-3-6 0 0,0-2 0 0 0,-1-1 0 0 0,-26 5-1 0 0,45-10-163 0 0,-1-2 0 0 0,1 1-1 0 0,0-1 1 0 0,0 0-1 0 0,-1 0 1 0 0,1 0-1 0 0,0-1 1 0 0,0 1 0 0 0,0-1-1 0 0,-1-1 1 0 0,1 1-1 0 0,0-1 1 0 0,0 0-1 0 0,1 0 1 0 0,-1 0 0 0 0,0-1-1 0 0,1 1 1 0 0,-1-1-1 0 0,1 0 1 0 0,0-1-1 0 0,0 1 1 0 0,0-1 0 0 0,0 0-1 0 0,-5-7 1 0 0,4 4-208 0 0,0-1 0 0 0,1 1 0 0 0,0-1 0 0 0,0 1 0 0 0,1-1 0 0 0,0 0 0 0 0,0 0 0 0 0,1-1 0 0 0,0 1 0 0 0,1 0 0 0 0,0-1 0 0 0,0 1 0 0 0,0-1 0 0 0,2-13 0 0 0,0 4-1372 0 0,-1 0-1 0 0,-3-27 0 0 0,0 20-3517 0 0,4 10 1604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48.96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542 1 640 0 0,'0'0'12862'0'0,"-12"1"-12522"0"0,-3 1-235 0 0,-36 1 381 0 0,-34-2 442 0 0,22 1-388 0 0,32-1-156 0 0,-34-2 0 0 0,64 1-387 0 0,-39-1 322 0 0,37 1-290 0 0,-1 1 0 0 0,0-1 0 0 0,0 0 0 0 0,0 1 0 0 0,1 0 0 0 0,-1 0 0 0 0,0 0 0 0 0,1 1 0 0 0,-1-1 0 0 0,-3 3 0 0 0,4-2-18 0 0,0 1-1 0 0,0 0 0 0 0,1 0 0 0 0,0 0 1 0 0,-1 0-1 0 0,1 0 0 0 0,0 0 0 0 0,0 0 1 0 0,1 1-1 0 0,-1-1 0 0 0,-1 6 0 0 0,-10 43 168 0 0,7-27-59 0 0,4-12-6 0 0,0 0 1 0 0,1 0 0 0 0,1 17 0 0 0,-2 11 175 0 0,-6 29 280 0 0,-2-1 0 0 0,-30 99 0 0 0,38-160-546 0 0,-3 5 36 0 0,2 1 1 0 0,0-1 0 0 0,-2 22 0 0 0,3-16-14 0 0,1-14-39 0 0,0 1 0 0 0,1-1 0 0 0,0 1 0 0 0,0-1 0 0 0,0 1 0 0 0,0 0 0 0 0,1-1 0 0 0,0 1 0 0 0,0-1 0 0 0,1 0 0 0 0,2 7 0 0 0,-1-7-6 0 0,0 1 0 0 0,0-1-1 0 0,1 0 1 0 0,0 0 0 0 0,0 0-1 0 0,0-1 1 0 0,1 0 0 0 0,-1 0-1 0 0,1 0 1 0 0,0 0 0 0 0,0 0-1 0 0,0-1 1 0 0,1 0 0 0 0,-1 0-1 0 0,1-1 1 0 0,0 0 0 0 0,0 0-1 0 0,0 0 1 0 0,0 0 0 0 0,0-1-1 0 0,0 0 1 0 0,9 0 0 0 0,13 1 39 0 0,1-2 1 0 0,-1-2 0 0 0,47-7-1 0 0,-34 4 92 0 0,47-8-522 0 0,-42 0-2508 0 0,-44 12 2191 0 0,2-10-881 0 0,-3 10 1468 0 0,-1 1 0 0 0,1-1 0 0 0,-1 0 1 0 0,1 0-1 0 0,-1 0 0 0 0,1 1 0 0 0,-1-1 1 0 0,0 0-1 0 0,0 0 0 0 0,1 0 0 0 0,-1 0 0 0 0,0 0 1 0 0,0 0-1 0 0,0 1 0 0 0,0-1 0 0 0,0 0 1 0 0,0 0-1 0 0,0 0 0 0 0,0 0 0 0 0,0 0 0 0 0,-1 0 1 0 0,1 0-1 0 0,-1 0 0 0 0,-13-29-6036 0 0,4 17 2633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49.2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48 3 200 0 0,'-7'-1'760'0'0,"1"0"0"0"0,-1 1 0 0 0,1 0 0 0 0,-15 2 6765 0 0,29 0-6809 0 0,9 2 206 0 0,0 0 0 0 0,22 1 0 0 0,87 11 3072 0 0,-40-2-4880 0 0,-68-12-256 0 0,1 0-1 0 0,0-1 1 0 0,0-1-1 0 0,35-5 1 0 0,-40 4 673 0 0,-8 0-89 0 0,-1 0-448 0 0,5 1-2957 0 0,15 0 784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49.7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72 69 580 0 0,'4'0'1031'0'0,"16"-2"5883"0"0,-18 4-6092 0 0,-1-2-699 0 0,0 1 0 0 0,0-1 0 0 0,0 1 0 0 0,0 0 0 0 0,-1-1 0 0 0,1 1-1 0 0,0 0 1 0 0,-1 0 0 0 0,1 0 0 0 0,-1-1 0 0 0,1 1 0 0 0,-1 0 0 0 0,1 0 0 0 0,-1 0 0 0 0,1 0 0 0 0,-1 0 0 0 0,0 0 0 0 0,0 0 0 0 0,1 0 0 0 0,-1 2 0 0 0,-1 30 1299 0 0,-15 39 50 0 0,13-62-1081 0 0,-26 93 1341 0 0,-25 104 498 0 0,48-179-2439 0 0,6-36 14 0 0,9-49 99 0 0,36-175 26 0 0,-36 191 54 0 0,17-50 0 0 0,-24 86 9 0 0,0-3-1 0 0,1 0 0 0 0,0 0 0 0 0,0 1 0 0 0,1-1 0 0 0,0 1 0 0 0,0 0 1 0 0,1 0-1 0 0,0 0 0 0 0,0 1 0 0 0,1-1 0 0 0,-1 2 0 0 0,13-11 0 0 0,-15 14 12 0 0,3 1-7 0 0,-6 1 1 0 0,0 0 0 0 0,1-1 0 0 0,-1 1 1 0 0,1 0-1 0 0,-1 0 0 0 0,1-1 0 0 0,-1 1 1 0 0,1 0-1 0 0,-1 0 0 0 0,1 0 0 0 0,-1-1 1 0 0,1 1-1 0 0,-1 0 0 0 0,1 0 0 0 0,-1 0 1 0 0,1 0-1 0 0,-1 0 0 0 0,1 0 0 0 0,-1 0 1 0 0,1 0-1 0 0,-1 0 0 0 0,1 0 1 0 0,-1 0-1 0 0,1 1 0 0 0,-1-1 0 0 0,1 0 1 0 0,-1 0-1 0 0,1 0 0 0 0,0 1 0 0 0,3 1 14 0 0,1-1 0 0 0,-1 1 0 0 0,1 1-1 0 0,-1-1 1 0 0,0 0 0 0 0,0 1 0 0 0,0 0-1 0 0,0 0 1 0 0,0 0 0 0 0,-1 1 0 0 0,1-1-1 0 0,-1 1 1 0 0,0 0 0 0 0,0-1 0 0 0,4 8-1 0 0,-6-8 28 0 0,1-1 0 0 0,-1 1-1 0 0,0-1 1 0 0,1 1 0 0 0,-1-1-1 0 0,-1 1 1 0 0,1 0-1 0 0,0 0 1 0 0,0 3 0 0 0,-1-5-33 0 0,-1 0 0 0 0,1 0 1 0 0,0 0-1 0 0,-1 0 0 0 0,1 0 1 0 0,0 0-1 0 0,-1 0 0 0 0,1 0 1 0 0,-1 0-1 0 0,0 0 0 0 0,1 0 0 0 0,-1-1 1 0 0,0 1-1 0 0,1 0 0 0 0,-1 0 1 0 0,0-1-1 0 0,0 1 0 0 0,0-1 1 0 0,0 1-1 0 0,1-1 0 0 0,-1 1 1 0 0,0-1-1 0 0,0 1 0 0 0,0-1 1 0 0,0 0-1 0 0,0 1 0 0 0,0-1 0 0 0,0 0 1 0 0,0 0-1 0 0,-2 0 0 0 0,-14 4-396 0 0,0-2 0 0 0,0 0 0 0 0,-1-1-1 0 0,-22-1 1 0 0,35 0-215 0 0,0 0-85 0 0,-39-2-2730 0 0,40 2 2406 0 0,-12-4-5288 0 0,13 4 3378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0.7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407 62 568 0 0,'0'-11'1517'0'0,"-1"5"3339"0"0,1 2-5026 0 0,0 3 497 0 0,0-1 1 0 0,0 1-1 0 0,0 0 0 0 0,-1 0 0 0 0,1-1 0 0 0,0 1 0 0 0,-1 0 0 0 0,1 0 1 0 0,-1 0-1 0 0,1 0 0 0 0,-1 0 0 0 0,0-1 0 0 0,1 1 0 0 0,-1 0 1 0 0,0 0-1 0 0,0 0 0 0 0,0 1 0 0 0,-1-3 0 0 0,-72-14 1319 0 0,71 16-1418 0 0,1 2-198 0 0,0 0-1 0 0,0-1 0 0 0,0 1 0 0 0,0-1 1 0 0,0 1-1 0 0,0-1 0 0 0,0 0 0 0 0,0 0 1 0 0,0 0-1 0 0,0 0 0 0 0,-3 0 0 0 0,0-1 37 0 0,-44 5 710 0 0,46-3-462 0 0,-1-1-186 0 0,-35-1 741 0 0,35 0-290 0 0,3 2-555 0 0,0-1 1 0 0,0 1-1 0 0,0 0 0 0 0,0 0 0 0 0,0 0 0 0 0,0 0 0 0 0,1 0 0 0 0,-1 0 0 0 0,0 0 0 0 0,0 0 1 0 0,1 0-1 0 0,-1 0 0 0 0,1 0 0 0 0,-1 0 0 0 0,1 1 0 0 0,-1-1 0 0 0,0 2 0 0 0,-6 22 333 0 0,7-23-363 0 0,-3 9 217 0 0,0 0 0 0 0,-9 20 0 0 0,-19 39 463 0 0,7-32-342 0 0,15-23-220 0 0,0-1 0 0 0,-10 25-1 0 0,-23 39 130 0 0,37-67-210 0 0,4-8-28 0 0,-1 0-1 0 0,1 1 1 0 0,0-1-1 0 0,0 1 1 0 0,0-1-1 0 0,0 1 1 0 0,1-1-1 0 0,0 1 1 0 0,-1-1 0 0 0,1 1-1 0 0,0-1 1 0 0,1 1-1 0 0,-1 0 1 0 0,1-1-1 0 0,1 6 1 0 0,-1-4-3 0 0,1-1 0 0 0,-1 0 0 0 0,1 0 0 0 0,0 0 0 0 0,0 0 0 0 0,1 0 0 0 0,-1 0 0 0 0,1 0 0 0 0,0-1 1 0 0,0 1-1 0 0,0-1 0 0 0,0 0 0 0 0,0 0 0 0 0,8 5 0 0 0,-1-1 8 0 0,1 1 0 0 0,1-1 0 0 0,22 9 0 0 0,33 14 39 0 0,-35-15-36 0 0,0-1-1 0 0,43 11 0 0 0,-4-8-375 0 0,-67-17 196 0 0,10 1 39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1.0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17 396 0 0,'-2'-5'9582'0'0,"2"4"-9323"0"0,9-4 1236 0 0,7 2-2555 0 0,-5 2 3181 0 0,38-1 923 0 0,-45 2-2005 0 0,1 0-551 0 0,34 4 1188 0 0,72 16 1 0 0,-44-9-1503 0 0,-17-4-558 0 0,57 6-3635 0 0,-98-12 3096 0 0,4 2-1617 0 0,-11-1 617 0 0,3-1-2146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1.4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69 7 80 0 0,'2'-1'1205'0'0,"11"-4"8116"0"0,-9 6-8957 0 0,0 1-5 0 0,0 0 0 0 0,-1-1-1 0 0,1 1 1 0 0,0 1-1 0 0,5 3 1 0 0,-7-4-21 0 0,-2 14 656 0 0,0 5-238 0 0,1-10-433 0 0,-1 1 0 0 0,0-1 1 0 0,-3 12-1 0 0,-2 2-112 0 0,-2 1 1 0 0,0-2-1 0 0,-2 1 1 0 0,-1-1-1 0 0,-1-1 0 0 0,0 0 1 0 0,-27 38-1 0 0,22-40-1408 0 0,14-19 491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1.8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255 0 96 0 0,'0'0'7359'0'0,"-1"5"-7023"0"0,-2 16 11 0 0,2-20-277 0 0,1 1 0 0 0,-1-1 0 0 0,0 1 0 0 0,1-1 0 0 0,-1 0 1 0 0,0 1-1 0 0,0-1 0 0 0,0 0 0 0 0,0 0 0 0 0,0 0 0 0 0,0 0 0 0 0,-1 0 0 0 0,1 0 0 0 0,0 0 0 0 0,-3 1 0 0 0,-23 13 801 0 0,20-12-754 0 0,-7 4 338 0 0,1 0 1 0 0,-1-1-1 0 0,-19 4 1 0 0,8-1 103 0 0,-34 3 1258 0 0,57-11-1712 0 0,0-1 1 0 0,0 1-1 0 0,0-1 1 0 0,0 0-1 0 0,0 0 1 0 0,0 0-1 0 0,0 0 1 0 0,0 0-1 0 0,0 0 1 0 0,0 0-1 0 0,-4-2 1 0 0,6 2-72 0 0,0 1 0 0 0,-1-1 1 0 0,1 0-1 0 0,-1 0 0 0 0,1 0 1 0 0,-1 1-1 0 0,1-1 1 0 0,-1 0-1 0 0,1 1 0 0 0,0-1 1 0 0,-1 0-1 0 0,1 1 0 0 0,-1-1 1 0 0,1 0-1 0 0,0 1 0 0 0,0-1 1 0 0,-1 0-1 0 0,1 1 0 0 0,0-1 1 0 0,0 1-1 0 0,-1-1 0 0 0,1 1 1 0 0,0-1-1 0 0,0 1 0 0 0,0-1 1 0 0,0 1-1 0 0,0-1 0 0 0,0 1 1 0 0,0-1-1 0 0,0 1 0 0 0,0 0 1 0 0,-4 19 1160 0 0,4-18-1134 0 0,0 8 230 0 0,0 1 0 0 0,1 0 0 0 0,0 0 1 0 0,1-1-1 0 0,0 1 0 0 0,1-1 0 0 0,0 1 1 0 0,0-1-1 0 0,1 0 0 0 0,1 0 0 0 0,0-1 0 0 0,0 1 1 0 0,0-1-1 0 0,2 0 0 0 0,8 11 0 0 0,-1-2-389 0 0,5 4-1021 0 0,-12-12-524 0 0,-6-9 1403 0 0,-1 0 1 0 0,1 0-1 0 0,-1 0 0 0 0,1 0 1 0 0,-1 0-1 0 0,1 0 1 0 0,0-1-1 0 0,-1 1 1 0 0,1 0-1 0 0,0 0 1 0 0,0 0-1 0 0,0-1 1 0 0,0 1-1 0 0,1 0 0 0 0,6 3-748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4.2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627 91 604 0 0,'0'0'15018'0'0,"-25"-5"-14708"0"0,-75-14-33 0 0,75 14 208 0 0,11 3-277 0 0,-43-7-26 0 0,43 7 137 0 0,-1-1-158 0 0,-2 1-114 0 0,-39-7 172 0 0,7-7-29 0 0,39 13 102 0 0,-3 0-238 0 0,-38-7-4 0 0,38 8 288 0 0,-3 8-347 0 0,-46 20-13 0 0,46-20 9 0 0,15 4 31 0 0,1 3-10 0 0,-5 35 14 0 0,3-36-18 0 0,0-6-2 0 0,1 0 0 0 0,0 0 0 0 0,0 0 1 0 0,1 0-1 0 0,0 12 0 0 0,0 42-13 0 0,1-50 13 0 0,-3 35 27 0 0,2-31-24 0 0,-1-4-3 0 0,1 0-1 0 0,-2 1 1 0 0,-3 14-1 0 0,-20 157-46 0 0,15-119 42 0 0,-4 121-23 0 0,12-166 21 0 0,1-11 12 0 0,1 1 0 0 0,0 0 0 0 0,1-1 0 0 0,1 10 0 0 0,7 64 19 0 0,-6-59-18 0 0,24 130 56 0 0,-25-142-57 0 0,-2-4-9 0 0,1-1 0 0 0,0 0 0 0 0,0 0 0 0 0,1 0-1 0 0,0 0 1 0 0,3 7 0 0 0,16 38 21 0 0,-10-26 16 0 0,-8-18-11 0 0,5 1-2 0 0,21 20 12 0 0,-21-21 17 0 0,0 0 2 0 0,27 17 1 0 0,-27-17 59 0 0,2-3-56 0 0,28 10-14 0 0,-28-10 60 0 0,2 0-58 0 0,36 7-6 0 0,-36-8 60 0 0,6-1-54 0 0,3 1-34 0 0,61-1 82 0 0,-16-2-103 0 0,-50 0-68 0 0,1-2-566 0 0,49-10 281 0 0,-49 10-71 0 0,-9-2-71 0 0,21-15-86 0 0,-21 14-91 0 0,-1-2-98 0 0,20-27-106 0 0,-18 19-120 0 0,-6 9 652 0 0,-2 5 148 0 0,0-1 1 0 0,0 1-1 0 0,0-1 1 0 0,0 1-1 0 0,0-1 1 0 0,-1 1-1 0 0,1-1 1 0 0,-1 0-1 0 0,0-4 1 0 0,0 2-437 0 0,0 0 1 0 0,0 0-1 0 0,-1 1 0 0 0,0-1 1 0 0,0 0-1 0 0,-3-8 1 0 0,1 1-518 0 0,0 1-2075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4.7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150 0 212 0 0,'0'0'8963'0'0,"-25"4"-8589"0"0,-75 13 25 0 0,75-13 7108 0 0,58 3-7050 0 0,100 21-14 0 0,-100-21 779 0 0,-21-4-849 0 0,38 7-20 0 0,-38-7 588 0 0,3 0-658 0 0,43 10-19 0 0,-43-10 206 0 0,-2-2-256 0 0,69 7 489 0 0,-64-6-649 0 0,-3-1 115 0 0,0 1 0 0 0,29-3 1 0 0,30 0-93 0 0,-56 0 194 0 0,0 1-281 0 0,53 0-80 0 0,-53 0-94 0 0,-3 1-5575 0 0,46 2 4663 0 0,-45-3-146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5.4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0 404 0 0,'0'0'14189'0'0,"37"1"-13923"0"0,111 3-34 0 0,-111-3 184 0 0,-21 0-242 0 0,68 4-24 0 0,-34-8 295 0 0,-27 1-2943 0 0,4 1-5489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5.7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1 164 0 0,'0'0'16869'0'0,"31"7"-16510"0"0,94 21-33 0 0,-94-21-34 0 0,-19-5-41 0 0,37 7-53 0 0,-37-7-35 0 0,5-1-283 0 0,68 0-1197 0 0,8-6-413 0 0,-75 4 377 0 0,-2 0-5613 0 0,64-5 2954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6.6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783 53 444 0 0,'0'0'9314'0'0,"-24"-7"-8985"0"0,-71-20-34 0 0,71 21-25 0 0,10 4-25 0 0,-43-4-26 0 0,43 4-25 0 0,-5 2-16 0 0,-55 0-8 0 0,56 0-11 0 0,0 0-5 0 0,-69-2 294 0 0,-9 5-174 0 0,77-2 110 0 0,5 1-262 0 0,-41 7-7 0 0,41-7 627 0 0,4 2-699 0 0,-30 10-5 0 0,30-11 129 0 0,11 7-98 0 0,7 53 328 0 0,0-12-276 0 0,-6-38 11 0 0,-1-3 2 0 0,3 52 102 0 0,-2-51-197 0 0,0 36 166 0 0,-1-33-164 0 0,-1-4 8 0 0,1 0 1 0 0,-2 1-1 0 0,-2 16 0 0 0,2-9-15 0 0,-1 7 45 0 0,-9 47 0 0 0,-8-8 158 0 0,-15 71 20 0 0,18-81 2 0 0,2-10-140 0 0,9-22-6 0 0,1 19-34 0 0,3-31 7 0 0,2 0-13 0 0,3 28-3 0 0,-3-28 14 0 0,1-1-28 0 0,5 28 2 0 0,-5-28 56 0 0,3-2-61 0 0,13 18-4 0 0,-13-18 32 0 0,4-1-55 0 0,28 20 12 0 0,-28-20 15 0 0,-4-6-40 0 0,0 0 1 0 0,0 1-1 0 0,0-1 1 0 0,0 1-1 0 0,0 0 1 0 0,8 4-1 0 0,-1-2-3 0 0,-1 0 90 0 0,8-3-46 0 0,55 0-14 0 0,-56 0 49 0 0,5-3-66 0 0,68-7 18 0 0,-68 7-30 0 0,-11 1-421 0 0,35-9 201 0 0,-36 9-33 0 0,-9-6-8204 0 0,3-24 4992 0 0,-3 24 265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6.8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70 616 0 0,'0'0'6875'0'0,"24"-5"-6037"0"0,71-17-43 0 0,-71 16-53 0 0,-10 5-62 0 0,41-6-55 0 0,-41 6 424 0 0,4 0-597 0 0,4 0-300 0 0,1 0 324 0 0,35-5 1 0 0,-11-1-212 0 0,-36 6-12 0 0,5-1-491 0 0,45-4-88 0 0,-46 4-140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7.0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0 616 0 0,'0'0'7722'0'0,"6"17"-6836"0"0,16 51-20 0 0,-16-51-49 0 0,-7-2-44 0 0,2 3-529 0 0,-1-6-15 0 0,0-1-1 0 0,-1 0 1 0 0,0 1 0 0 0,-3 14-1 0 0,-35 205 2610 0 0,34-193-2526 0 0,3-4-498 0 0,-5 30-982 0 0,3-33 526 0 0,3-23-125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7.5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201 54 268 0 0,'0'0'4756'0'0,"7"-9"-3874"0"0,22-26-43 0 0,-22 26 7649 0 0,-28 28-8369 0 0,-63 56 12 0 0,63-56 7 0 0,12-13 0 0 0,-25 18 7 0 0,26-18 633 0 0,0-1-643 0 0,-22 11 7 0 0,23-12 2197 0 0,3 3-2051 0 0,-10 22 14 0 0,11-22 1231 0 0,8 6-1309 0 0,0 3-147 0 0,-2-6 99 0 0,1 1 0 0 0,9 17 1 0 0,-12-24-142 0 0,1-1 0 0 0,-1 0 0 0 0,1 0 0 0 0,0 0 0 0 0,1 0 0 0 0,3 3 0 0 0,-4-3-5 0 0,0 0 1 0 0,1-1 0 0 0,-1 1 0 0 0,0 0-1 0 0,0 0 1 0 0,2 5 0 0 0,-3-5-9 0 0,0-1 1 0 0,1 1 0 0 0,0-1-1 0 0,-1 0 1 0 0,1 1 0 0 0,0-1-1 0 0,0 0 1 0 0,4 3 0 0 0,0 0 13 0 0,-1 1 64 0 0,2-1-15 0 0,23 14 3 0 0,-23-14-7 0 0,2 0-9 0 0,25 17-4 0 0,-25-17 39 0 0,2-1-70 0 0,33 13-16 0 0,-33-13-43 0 0,-1-1-249 0 0,29 9-14 0 0,-29-9-92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7.9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1 425 1232 0 0,'0'0'12077'0'0,"14"-6"-11753"0"0,45-17-22 0 0,-45 17 559 0 0,2 5-558 0 0,48-3-7 0 0,-48 3 1015 0 0,0 2-1087 0 0,3-1-112 0 0,42 1 2518 0 0,-78-16-2626 0 0,-51-48 4 0 0,51 47-11 0 0,13 8-134 0 0,-12-24 9 0 0,12 24-81 0 0,5-3-478 0 0,6-55-1089 0 0,-6 52 1504 0 0,7-40-1325 0 0,-5 44 1182 0 0,-1 5-76 0 0,-1 0-1 0 0,0 0 1 0 0,0 0 0 0 0,0 0-1 0 0,-1 0 1 0 0,0-9-1 0 0,2-22-3680 0 0,-2 27 320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8.6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504 113 104 0 0,'0'0'7584'0'0,"-21"-11"-7013"0"0,-64-34-35 0 0,63 34 475 0 0,9 8-539 0 0,-38-12-20 0 0,38 12 729 0 0,1 0-826 0 0,-36-8-25 0 0,36 8 1595 0 0,-1 1-1646 0 0,-40-3-19 0 0,40 4 1994 0 0,3 10-2104 0 0,-30 27-21 0 0,30-27-7 0 0,10 0 5 0 0,0 30 3 0 0,0-30 9 0 0,0 1 3 0 0,0 30-15 0 0,0-30 13 0 0,1 2 22 0 0,3 62 90 0 0,-2-3-23 0 0,-1-55-190 0 0,-1-4 11 0 0,0 0 0 0 0,0 0 0 0 0,-3 17 0 0 0,2-9-1 0 0,0-3 12 0 0,0-1 0 0 0,-1 0 0 0 0,-1 0 0 0 0,-8 28 0 0 0,-49 183 562 0 0,56-218-590 0 0,2-6-16 0 0,1 1 1 0 0,0-1-1 0 0,0 1 1 0 0,0-1 0 0 0,0 1-1 0 0,1 0 1 0 0,-1-1 0 0 0,1 1-1 0 0,1 7 1 0 0,-3 31 35 0 0,2-31 35 0 0,3-2-75 0 0,0 1-12 0 0,10 24 21 0 0,-6-28 3 0 0,23 14-1 0 0,-22-15-2 0 0,4-1-5 0 0,36 10 6 0 0,-36-11-7 0 0,2 0-5 0 0,70 11 25 0 0,-9-4 39 0 0,-17-4-72 0 0,-43-4-7 0 0,4-2-130 0 0,79 0-263 0 0,-85-3-1881 0 0,41-10 1332 0 0,-40 10-166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8.8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36 60 0 0,'0'0'10730'0'0,"35"-4"-10075"0"0,108-12-70 0 0,-108 12 402 0 0,-16 4-616 0 0,73 0 18 0 0,-27-4-669 0 0,-44 2 185 0 0,-4 1-288 0 0,-4 0-1568 0 0,3 0 1575 0 0,9-2 61 0 0,2 4-5389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9.30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1 144 800 0 0,'0'0'7167'0'0,"6"15"-6511"0"0,20 44-9 0 0,-20-45-1 0 0,-3 21 318 0 0,0 12 12 0 0,-2 9 254 0 0,1-39-1034 0 0,-1-6 39 0 0,0 1 0 0 0,0-1 0 0 0,-3 22-1 0 0,-13 211 2317 0 0,12-215-2184 0 0,2-12-264 0 0,1 10 215 0 0,-1-18-241 0 0,1-4-16 0 0,0-1 1 0 0,-1 1-1 0 0,1-1 0 0 0,1 1 0 0 0,-1-1 0 0 0,1 1 0 0 0,1 4 0 0 0,-1 1-1 0 0,7 31 546 0 0,1-9-551 0 0,-7-24 103 0 0,1-34-237 0 0,10-76 13 0 0,-9 63 10 0 0,3-212-249 0 0,-10 137 233 0 0,2 74 44 0 0,-1 7 1 0 0,-2-12-31 0 0,3-7 1 0 0,2 38 50 0 0,-1 2 2 0 0,1 3-36 0 0,3-26 15 0 0,-3 26 10 0 0,1 0-16 0 0,2-1 25 0 0,-3 7 2 0 0,0 0-1 0 0,0-1 0 0 0,0 1 0 0 0,0-1 0 0 0,0 1 0 0 0,-1-1 0 0 0,1 1 0 0 0,-1-5 0 0 0,5 1-12 0 0,13-23-10 0 0,-13 23-16 0 0,1 1-29 0 0,21-15 74 0 0,-20 15 153 0 0,11 19-118 0 0,53 40 28 0 0,-68-52-59 0 0,0 1 1 0 0,-1 0-1 0 0,1 0 0 0 0,-1 0 1 0 0,1 1-1 0 0,-1-1 1 0 0,3 4-1 0 0,15 20 44 0 0,-15-19 8 0 0,-1 1 24 0 0,15 23 15 0 0,-15-24 155 0 0,0 43 36 0 0,-3-40 60 0 0,-9 1-254 0 0,-22 32-37 0 0,23-32-52 0 0,-5-8-293 0 0,-36 8-39 0 0,35-8-147 0 0,-11-8-6156 0 0,-72-15 2165 0 0,71 15 341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09:59.9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101 0 144 0 0,'0'0'11098'0'0,"-13"21"-10556"0"0,-40 59-42 0 0,51-77-433 0 0,0 0-1 0 0,0 0 1 0 0,0 0-1 0 0,0 1 1 0 0,1-1-1 0 0,-3 7 1 0 0,-6 23 362 0 0,7-25-29 0 0,2 4-50 0 0,-3 32-49 0 0,3-32-35 0 0,4-2-5 0 0,8 31-33 0 0,-8-31-29 0 0,2-4-37 0 0,17 17-61 0 0,-17-17-69 0 0,4-1-264 0 0,25 15-25 0 0,-26-15-107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0.1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73 1 624 0 0,'0'0'8144'0'0,"-11"14"-7392"0"0,-32 44-24 0 0,33-44-63 0 0,11-2-69 0 0,5 52 443 0 0,-5-31-597 0 0,-1-25-48 0 0,1 4-59 0 0,1 56 39 0 0,-1-35-374 0 0,0-25-158 0 0,-2 3-167 0 0,1 0 66 0 0,-1 9 143 0 0,-6 7-3895 0 0,-3 4 520 0 0,7-23 266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0.3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429 1 504 0 0,'0'0'10062'0'0,"-8"17"-9444"0"0,-28 52-39 0 0,35-68-541 0 0,0 1-1 0 0,0 0 1 0 0,0-1 0 0 0,0 1-1 0 0,0 0 1 0 0,1-1 0 0 0,-1 1-1 0 0,1 0 1 0 0,-1 0 0 0 0,1-1-1 0 0,0 1 1 0 0,-1 0 0 0 0,1 3-1 0 0,0 35 449 0 0,0-30-37 0 0,2 2-38 0 0,10 56 330 0 0,-5-18 61 0 0,-2-5-578 0 0,-3-34 0 0 0,-4-2-28 0 0,-3 25-48 0 0,3-25-90 0 0,-3 1-82 0 0,-16 29-76 0 0,15-29-81 0 0,-3-4-100 0 0,-28 19-117 0 0,19-17-148 0 0,-19 1-166 0 0,27-7-132 0 0,-20-9-2303 0 0,-92-24 1294 0 0,80 18-1154 0 0,-15-13 231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0.5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28 208 380 0 0,'0'0'323'0'0,"-5"-12"47"0"0,-13-38 17 0 0,13 37 443 0 0,7 2-376 0 0,7-32 44 0 0,-7 32 602 0 0,5 4-504 0 0,21-23 17 0 0,-20 23 704 0 0,3 3-631 0 0,34-11-12 0 0,-33 11 2568 0 0,7 16-2836 0 0,58 37-26 0 0,-60-38-218 0 0,-14-2-17 0 0,3 23 101 0 0,-4-24-104 0 0,-2-4-141 0 0,0 0 1 0 0,-1 0-1 0 0,1 0 0 0 0,-1 0 0 0 0,1 0 1 0 0,-1 0-1 0 0,-2 4 0 0 0,2-4-48 0 0,0 0 0 0 0,0 0-1 0 0,0 0 1 0 0,0 0 0 0 0,1 0 0 0 0,0 0-1 0 0,0 5 1 0 0,-6 3-403 0 0,-17 37-189 0 0,22-46 502 0 0,0 0 0 0 0,0 0 0 0 0,-1 1 1 0 0,1-1-1 0 0,-1 0 0 0 0,0 0 1 0 0,0 0-1 0 0,0-1 0 0 0,0 1 0 0 0,-4 3 1 0 0,0 0-254 0 0,1 0-1417 0 0,-5-1-1144 0 0,-38 17 225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0.9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206 1 116 0 0,'0'0'12911'0'0,"5"21"-12768"0"0,22 86 1218 0 0,-36-99-1355 0 0,-40 37 22 0 0,12-8-15 0 0,29-30-1 0 0,3-3 0 0 0,1 0-1 0 0,0 0 1 0 0,0 0 0 0 0,1 1 0 0 0,-1-1 0 0 0,-4 9 0 0 0,-32 43 142 0 0,33-49-124 0 0,4-3-11 0 0,0-1 1 0 0,0 1-1 0 0,0-1 1 0 0,1 1 0 0 0,-1 0-1 0 0,1 0 1 0 0,0 0-1 0 0,-2 4 1 0 0,0 0 15 0 0,1-5-12 0 0,1 0-1 0 0,1 1 1 0 0,-1-1 0 0 0,0 0 0 0 0,1 1 0 0 0,0-1 0 0 0,0 1 0 0 0,-1 6-1 0 0,-2-1 3 0 0,3-6-7 0 0,0 0 1 0 0,0 0 0 0 0,0 0-1 0 0,0 0 1 0 0,0 0-1 0 0,1 0 1 0 0,-1 0 0 0 0,1 6-1 0 0,5 1 10 0 0,17 28-42 0 0,-17-28-44 0 0,19-24-4501 0 0,71-40 2508 0 0,-71 41-1285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1.0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 1 304 0 0,'0'0'8064'0'0,"-6"17"-7687"0"0,-19 52-99 0 0,19-51-127 0 0,4-10-332 0 0,-1 0-82 0 0,-3 8 272 0 0,5 0-4999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1.2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0 250 576 0 0,'3'-11'774'0'0,"10"-33"-6"0"0,-10 34 10 0 0,2 0 13 0 0,0-1-534 0 0,-2 5-47 0 0,-1 1-1 0 0,1-1 1 0 0,0 1-1 0 0,0 0 1 0 0,8-9-1 0 0,6-9 514 0 0,-13 17-30 0 0,4-1-43 0 0,27-21-60 0 0,-27 21-64 0 0,2 2-42 0 0,32-14-52 0 0,-32 14 263 0 0,0 1-505 0 0,30-11-166 0 0,-30 11-196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1.4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 60 0 0,'0'0'6707'0'0,"37"0"-5780"0"0,111 0-8 0 0,-142-1-792 0 0,0 1 0 0 0,0 0-1 0 0,0 0 1 0 0,0 1 0 0 0,0-1 0 0 0,11 4-1 0 0,4 1 218 0 0,-7-2-61 0 0,0 0-1 0 0,0 2 0 0 0,-1-1 1 0 0,1 2-1 0 0,-1-1 0 0 0,20 13 0 0 0,-6-4 38 0 0,58 34 1053 0 0,-73-41-1228 0 0,32 23 454 0 0,-11-6-423 0 0,-30-22-181 0 0,0 0 0 0 0,0 1 0 0 0,0-1 1 0 0,0 0-1 0 0,0 1 0 0 0,0 0 0 0 0,-1 0 1 0 0,1 0-1 0 0,-1 0 0 0 0,2 4 1 0 0,2 1-49 0 0,3 8-228 0 0,4 17-164 0 0,-9-16-182 0 0,-1 19-178 0 0,-3-27-151 0 0,-4 3-229 0 0,-13 37-715 0 0,9-31-1178 0 0,-12 14 235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1.6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77 0 376 0 0,'0'0'9610'0'0,"-11"19"-11250"0"0,-33 55 69 0 0,42-72 1286 0 0,1 1-1 0 0,-1-1 1 0 0,1 1 0 0 0,-1-1 0 0 0,1 1 0 0 0,0 0 0 0 0,0-1 0 0 0,-1 5 0 0 0,-7 37-2084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2.1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359 1 248 0 0,'0'0'12779'0'0,"-1"27"-12037"0"0,0 80-80 0 0,0-59 149 0 0,1-35-664 0 0,3 17 562 0 0,-1-19-549 0 0,0 33 882 0 0,-4 4-726 0 0,2-36-43 0 0,0-4-42 0 0,2 32 533 0 0,-34-51-761 0 0,-96-30 15 0 0,96 31 43 0 0,26 20-29 0 0,-20 31-3 0 0,17-23 16 0 0,-3 27 13 0 0,-2 6-37 0 0,-2 10-534 0 0,16-53 368 0 0,0-6-3 0 0,0 1 0 0 0,-1-1 0 0 0,1 1-1 0 0,0-1 1 0 0,-1 1 0 0 0,0-1 0 0 0,0 1 0 0 0,1-1 0 0 0,-3 3 0 0 0,-20 37-1861 0 0,19-34 590 0 0,-5-3-1118 0 0,-27 13-1643 0 0,27-14 317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2.8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881 170 640 0 0,'0'0'1588'0'0,"1"-16"-774"0"0,0-48-8 0 0,-1 48 756 0 0,5 8-797 0 0,14-21-32 0 0,-15 22 1991 0 0,5 2-2116 0 0,27-14-20 0 0,-28 14 3155 0 0,10 21-3443 0 0,52 49-18 0 0,-53-48-23 0 0,-14-10-20 0 0,8 24-46 0 0,-8-23-19 0 0,-3 44 41 0 0,-7-43-250 0 0,-21 30-26 0 0,27-38 54 0 0,0 1 0 0 0,0-1-1 0 0,0 0 1 0 0,-1 1 0 0 0,1-1-1 0 0,0 0 1 0 0,0 0 0 0 0,-1 0-1 0 0,1 0 1 0 0,-1 0 0 0 0,-2 1-1 0 0,-37 23-120 0 0,17-14-29 0 0,-28 8-32 0 0,25-12-40 0 0,10-4 142 0 0,5 0-38 0 0,0-1 0 0 0,-1 0 0 0 0,-17 0 0 0 0,-28 2-247 0 0,43-3-52 0 0,-5-3-26 0 0,-3-2 293 0 0,6 2-116 0 0,1 0 0 0 0,-27 0 0 0 0,29-2-232 0 0,-40-11 1 0 0,40 11 13 0 0,3-2 26 0 0,-33-20 40 0 0,33 20 53 0 0,6 1 38 0 0,-16-14 29 0 0,15 14 38 0 0,3-31-310 0 0,1 26 586 0 0,1 0 5868 0 0,16 34-5475 0 0,45 71-9 0 0,-58-92-353 0 0,0 0 0 0 0,0 0 1 0 0,0 0-1 0 0,0 0 1 0 0,0 1-1 0 0,-1-1 0 0 0,0 1 1 0 0,2 4-1 0 0,1 4 79 0 0,6 42 407 0 0,0 19-3 0 0,-4-17-46 0 0,-4-44-404 0 0,-1-5-16 0 0,0-1 0 0 0,0 1 0 0 0,-1 0 0 0 0,0-1 0 0 0,-2 13 0 0 0,-1 16 127 0 0,3-27-28 0 0,-3 4-13 0 0,-9 32-14 0 0,12-41-113 0 0,0 0 0 0 0,-1 0 0 0 0,0 0 0 0 0,0-1 0 0 0,1 1 0 0 0,-2 0 0 0 0,1 0 0 0 0,0-1 0 0 0,0 1-1 0 0,-1-1 1 0 0,-2 4 0 0 0,-1 0 19 0 0,2 0 62 0 0,-25 17-62 0 0,19-17-45 0 0,1 0-59 0 0,-75-5-490 0 0,66 0 292 0 0,-3-12-376 0 0,-7-4 507 0 0,-5-1-180 0 0,-37-27-1 0 0,57 32-109 0 0,3 3 280 0 0,4 4 14 0 0,1-1 0 0 0,0 1 1 0 0,0-1-1 0 0,0 0 0 0 0,-6-10 0 0 0,-16-22-368 0 0,16 19-6 0 0,8 7 344 0 0,0 6 49 0 0,1 0 1 0 0,-1 0-1 0 0,0 0 1 0 0,0 0-1 0 0,0 1 0 0 0,-5-8 1 0 0,-12-21-312 0 0,15 25 54 0 0,2 0 40 0 0,-3-23 38 0 0,3 24 72 0 0,1-3 0 0 0,-5-30 220 0 0,5 30 4326 0 0,4 37-6826 0 0,8 82 1697 0 0,-8-82-126 0 0,-18-23-5099 0 0,-58 13 3248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3.1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662 23 304 0 0,'0'0'10302'0'0,"14"16"-10342"0"0,40 50-30 0 0,-41-50-25 0 0,-29-36-666 0 0,-50-61 1005 0 0,50 61 3367 0 0,-3 34-3062 0 0,-56 42 7 0 0,47-32 13 0 0,19-12-376 0 0,4-5-29 0 0,0-1 0 0 0,-1 0 0 0 0,0-1 0 0 0,1 1 0 0 0,-11 6 0 0 0,-1 3 53 0 0,2-2 154 0 0,0 0 0 0 0,0-1 0 0 0,-1-1 0 0 0,-1 0-1 0 0,-19 9 1 0 0,-9-1-23 0 0,34-14-73 0 0,-1-1-124 0 0,-40 11-139 0 0,40-11-152 0 0,-5-4-668 0 0,-52 0 162 0 0,52 0-177 0 0,0 0-1347 0 0,-53 0 719 0 0,53 0-1084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09.3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2 448 0 0,'0'0'3735'0'0,"-5"1"-3329"0"0,-1-1-157 0 0,-3 1-117 0 0,-1-1 5188 0 0,10 4-4988 0 0,2 10-8 0 0,-2-11 254 0 0,1 1-322 0 0,15 32 192 0 0,-2 0-1 0 0,-1 2 1 0 0,-2 0-1 0 0,-2 0 0 0 0,-1 0 1 0 0,4 65-1 0 0,-10-87-341 0 0,0-1 0 0 0,8 27 0 0 0,1 8 104 0 0,-9-42-169 0 0,1 1 1 0 0,-1 0-1 0 0,1-1 0 0 0,5 9 1 0 0,-7-15-34 0 0,0 0-8 0 0,5 3 0 0 0,-5-4-10 0 0,5-5 10 0 0,15-10 6 0 0,-19 13-6 0 0,-1 0 0 0 0,1 0 0 0 0,-1-1 0 0 0,1 1 0 0 0,-1-1 0 0 0,0 1 0 0 0,1-1 0 0 0,-1 1 0 0 0,0-1 0 0 0,0 0 0 0 0,0 0 0 0 0,-1 1 0 0 0,1-1 0 0 0,1-2 0 0 0,1-5 4 0 0,13-19 19 0 0,18-49 1 0 0,-3 16-7 0 0,-25 44 6 0 0,18-31 0 0 0,-11 23-26 0 0,9-11 21 0 0,0 1-1 0 0,3 1 1 0 0,39-43 0 0 0,-62 74-17 0 0,26-26-308 0 0,-26 27 47 0 0,11-7-3570 0 0,-7 2-2523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0:17.0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99 16 0 0,'0'0'1690'0'0,"16"-5"11729"0"0,11 21-13129 0 0,-8-3 1366 0 0,-17-12-1143 0 0,1 14-364 0 0,6 2-20 0 0,-8-15 507 0 0,-1 6-406 0 0,0-8-293 0 0,1 0 1 0 0,-1 0-1 0 0,0 0 1 0 0,0-1 0 0 0,0 1-1 0 0,0 0 1 0 0,0 0-1 0 0,0 0 1 0 0,0 0-1 0 0,0 0 1 0 0,0 0-1 0 0,0 0 1 0 0,0 0-1 0 0,1 0 1 0 0,-1 0-1 0 0,0 0 1 0 0,0-1-1 0 0,0 1 1 0 0,0 0-1 0 0,0 0 1 0 0,0 0 0 0 0,0 0-1 0 0,1 0 1 0 0,-1 0-1 0 0,0 0 1 0 0,0 0-1 0 0,0 0 1 0 0,0 0-1 0 0,0 0 1 0 0,0 0-1 0 0,0 0 1 0 0,1 0-1 0 0,-1 0 1 0 0,0 0-1 0 0,0 1 1 0 0,0-1-1 0 0,0 0 1 0 0,0 0 0 0 0,0 0-1 0 0,0 0 1 0 0,0 0-1 0 0,1 0 1 0 0,-1 0-1 0 0,0 0 1 0 0,0 0-1 0 0,0 0 1 0 0,0 0-1 0 0,0 0 1 0 0,0 1-1 0 0,0-1 1 0 0,0 0-1 0 0,0 0 1 0 0,0 0-1 0 0,0 0 1 0 0,0 0 0 0 0,0 0-1 0 0,0 0 1 0 0,0 0-1 0 0,0 1 1 0 0,0-1-1 0 0,1 0 1 0 0,11-18 56 0 0,-9 14 2517 0 0,-4 1-2841 0 0,-3-9 266 0 0,3 9-1 0 0,1 1-265 0 0,0-8 316 0 0,0 7-4 0 0,0 0-120 0 0,1-4 77 0 0,0 0 0 0 0,0 0 0 0 0,0-1 0 0 0,1 1 1 0 0,0 0-1 0 0,6-12 0 0 0,-7 17 30 0 0,1 0-29 0 0,-2 1 55 0 0,0 0 1 0 0,0 0-1 0 0,0 0 1 0 0,1 0-1 0 0,-1 0 1 0 0,0 0 0 0 0,1 1-1 0 0,-1-1 1 0 0,1 0-1 0 0,-1 0 1 0 0,1 0-1 0 0,-1 1 1 0 0,1-1 0 0 0,0 0-1 0 0,-1 0 1 0 0,1 1-1 0 0,0-1 1 0 0,1 0-1 0 0,-1 0-17 0 0,2-16-58 0 0,0 10 80 0 0,-3 6 1332 0 0,0 44-1166 0 0,-10 60-1 0 0,8-92-141 0 0,1 1 0 0 0,0 0-1 0 0,1 0 1 0 0,1 14 0 0 0,0 24 29 0 0,-1 7-59 0 0,0-38 13 0 0,0 1 0 0 0,-4 28 1 0 0,2-43-8 0 0,1 19-4 0 0,-1 48-16 0 0,2-70 12 0 0,1 6 31 0 0,0-6-72 0 0,-1-8-275 0 0,0 0 319 0 0,0-3 3 0 0,0 0 0 0 0,0 0 1 0 0,1 0-1 0 0,0 0 0 0 0,3-9 0 0 0,-3 15 9 0 0,0-1 0 0 0,0 1 0 0 0,0-1 0 0 0,0 1 0 0 0,0-1 0 0 0,-1 1-1 0 0,0-1 1 0 0,0-6 0 0 0,0 3 9 0 0,5-12-18 0 0,-4 11-18 0 0,1-1 0 0 0,0 1 0 0 0,1 0 0 0 0,0 0 0 0 0,0 0 0 0 0,5-7 0 0 0,-6 12 23 0 0,-2 1 0 0 0,3-9-9 0 0,4-1-28 0 0,-2 1 40 0 0,0 6 165 0 0,-2 5-673 0 0,-4 3-1140 0 0,-10 18 1646 0 0,8-15 14 0 0,1-4 28 0 0,0 0 1 0 0,0 1 0 0 0,0-1 0 0 0,1 1 0 0 0,-1-1-1 0 0,1 1 1 0 0,-1-1 0 0 0,1 1 0 0 0,0 0-1 0 0,0 0 1 0 0,0 0 0 0 0,0 3 0 0 0,-7 33 343 0 0,7-37-340 0 0,1 0-30 0 0,0-1-1 0 0,-1 1 0 0 0,1-1 0 0 0,0 0 0 0 0,0 1 0 0 0,0-1 0 0 0,0 1 0 0 0,0-1 0 0 0,0 1 0 0 0,0-1 0 0 0,1 3 0 0 0,-1 7 143 0 0,-1-7-144 0 0,0 0 0 0 0,1-1 0 0 0,-1 1 1 0 0,1 0-1 0 0,0-1 0 0 0,0 1 0 0 0,1 6 1 0 0,-1-8-8 0 0,0 1 0 0 0,0-1 0 0 0,0 1 0 0 0,0-1 0 0 0,0 1 0 0 0,-1-1 0 0 0,1 1 0 0 0,-2 3 0 0 0,1-3-7 0 0,-1 29 81 0 0,1-23-93 0 0,1 0-1 0 0,0 0 0 0 0,0 0 1 0 0,1 0-1 0 0,2 10 0 0 0,1 76-3 0 0,4-47-86 0 0,-8-47 129 0 0,-2 8-62 0 0,2-12-29 0 0,4-16-75 0 0,-3 14 104 0 0,0-54 28 0 0,0 42 13 0 0,0-1 0 0 0,-2-24 1 0 0,-1 11-33 0 0,1 28 34 0 0,1 0 2 0 0,3-11-8 0 0,7-31-11 0 0,-5 32-4 0 0,-2 4 4 0 0,1-1 1 0 0,-2 0-1 0 0,3-10 1 0 0,-5 18 3 0 0,2-3 6 0 0,-2 4-5 0 0,0 1 0 0 0,0-1 0 0 0,0 1 1 0 0,0-1-1 0 0,0 1 0 0 0,0 0 1 0 0,0-1-1 0 0,0 1 0 0 0,1-1 0 0 0,-1 1 1 0 0,0-1-1 0 0,0 1 0 0 0,0-1 1 0 0,1 1-1 0 0,-1-1 0 0 0,0 1 0 0 0,0 0 1 0 0,1-1-1 0 0,-1 1 0 0 0,1-1 1 0 0,1 1-2 0 0,1-1 2 0 0,8-12-29 0 0,-10 11 36 0 0,2-3-8 0 0,18-3 18 0 0,-19 7-10 0 0,2 1-17 0 0,10-3 16 0 0,-11 3 18 0 0,11-3-30 0 0,-12 2 4 0 0,0 1-1 0 0,0-1 1 0 0,-1 1 0 0 0,1-1-1 0 0,0 1 1 0 0,0-1 0 0 0,-1 1-1 0 0,1 0 1 0 0,0 0 0 0 0,3 0 0 0 0,2 2 2 0 0,-4-1 2 0 0,1 1-1 0 0,0-1 0 0 0,-1 0 0 0 0,1 1 0 0 0,-1 0 0 0 0,1 0 1 0 0,-1 0-1 0 0,0 1 0 0 0,0-1 0 0 0,0 1 0 0 0,5 4 1 0 0,-7-5-10 0 0,13 9 28 0 0,-10-2-25 0 0,-3-6-18 0 0,0-2 16 0 0,2 6 8 0 0,6 11 18 0 0,-7-15 6 0 0,-1-1 0 0 0,0 0 0 0 0,0 1 0 0 0,0-1 1 0 0,0 1-1 0 0,0-1 0 0 0,0 1 0 0 0,0-1 0 0 0,-1 1 0 0 0,1 3 0 0 0,10 37 283 0 0,-9-24-74 0 0,-1 0 0 0 0,-2 38 0 0 0,0-55-209 0 0,4 18 57 0 0,-3-15-72 0 0,0 1 0 0 0,1 0 0 0 0,0 0 0 0 0,1-1 0 0 0,-1 1 0 0 0,1 0 0 0 0,0-1 0 0 0,0 0 0 0 0,1 1 0 0 0,-1-1 0 0 0,1 0 0 0 0,0 0 0 0 0,1 0 0 0 0,-1-1 0 0 0,6 6 0 0 0,-4-6 0 0 0,0-1-1 0 0,0 1 1 0 0,0-1 0 0 0,1 0 0 0 0,6 2 0 0 0,-9-4 8 0 0,0-1-4 0 0,1 2-9 0 0,-3-2-3 0 0,0 1-1 0 0,0-1 1 0 0,1 0 0 0 0,-1 1-1 0 0,0-1 1 0 0,0 0 0 0 0,1 0 0 0 0,-1 0-1 0 0,0 0 1 0 0,1 0 0 0 0,-1 0 0 0 0,0 0-1 0 0,3-1 1 0 0,23-2-18 0 0,10-3-45 0 0,-24 2 16 0 0,20-8-2180 0 0,33-15 1 0 0,-61 23 1549 0 0,-2 2-732 0 0,2 0-3301 0 0,13-3 813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27.1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634 112 324 0 0,'0'0'11938'0'0,"-13"-8"-11688"0"0,-40-24-11 0 0,40 24 388 0 0,4 8-574 0 0,0 0 0 0 0,0-1 1 0 0,0 0-1 0 0,-15-4 0 0 0,6 1-6 0 0,2 2 87 0 0,3-1-6 0 0,-70-11 189 0 0,2 2-56 0 0,0-1 9 0 0,28 6-197 0 0,40 6 632 0 0,-5 4-599 0 0,-53 10 0 0 0,54-10 138 0 0,14 5-115 0 0,-9 24 10 0 0,9-24 10 0 0,1 3-7 0 0,-6 32-7 0 0,6-32-26 0 0,2 0 11 0 0,4 52 45 0 0,-4-53-137 0 0,-1-5-9 0 0,1 0 0 0 0,0 0 0 0 0,1 0-1 0 0,-1 0 1 0 0,1 0 0 0 0,0-1 0 0 0,1 6 0 0 0,1 3 4 0 0,6 39 83 0 0,-6-37-86 0 0,2 46 69 0 0,3 127 142 0 0,-3-123-161 0 0,-4 2-14 0 0,-1-13-39 0 0,0 21-8 0 0,1-24-30 0 0,0-8 10 0 0,-1-35-5 0 0,3 4 3 0 0,9 34 1 0 0,-9-35 4 0 0,3 3 11 0 0,-4-10 3 0 0,1 1 0 0 0,-1-1 1 0 0,1 1-1 0 0,0-1 0 0 0,7 8 0 0 0,-2-4-4 0 0,11 17 2 0 0,-14-19-2 0 0,4 0 18 0 0,25 18 10 0 0,-25-18-29 0 0,-1-1 6 0 0,28 13 10 0 0,-27-14 2 0 0,5 0 6 0 0,41 13-8 0 0,-41-13-26 0 0,-4-4 13 0 0,1 0 0 0 0,-1 1 0 0 0,14 3 0 0 0,-8-1-1 0 0,-2-1 10 0 0,2-2 9 0 0,45 1 23 0 0,-46-1-58 0 0,3-2-178 0 0,53-10 45 0 0,-53 9-27 0 0,-5 1-284 0 0,41-9 201 0 0,-40 9-36 0 0,-4-2-485 0 0,28-13 262 0 0,-29 13-123 0 0,-5-4-2302 0 0,12-26 750 0 0,-12 26-1418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27.39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1 212 0 0,'0'0'7414'0'0,"28"8"-6715"0"0,85 22-42 0 0,-85-22 495 0 0,27-4-334 0 0,-37-2-668 0 0,-4 0 1249 0 0,2-2-1128 0 0,85-1-182 0 0,-27 0-582 0 0,-56 1-170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27.6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1028 0 0,'0'0'8366'0'0,"8"14"-7580"0"0,22 43-34 0 0,-29-56-703 0 0,-1 0-1 0 0,1 1 0 0 0,0-1 0 0 0,0 0 0 0 0,-1 1 1 0 0,1-1-1 0 0,-1 0 0 0 0,1 1 0 0 0,-1-1 1 0 0,1 1-1 0 0,-1-1 0 0 0,0 1 0 0 0,0-1 1 0 0,0 3-1 0 0,0 52 1293 0 0,-3 11-159 0 0,3-52-1004 0 0,0-4 20 0 0,0 0 0 0 0,-1 0-1 0 0,-3 14 1 0 0,-4 33 590 0 0,6-45-672 0 0,-1 40 366 0 0,4-41-415 0 0,-1-5-30 0 0,1 0 1 0 0,-1 0 0 0 0,-1 0 0 0 0,-1 13 0 0 0,0-10-42 0 0,-2 34-334 0 0,2 20-992 0 0,0-54 936 0 0,1 4 101 0 0,0 2-8540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28.0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14 628 0 0,'0'0'9289'0'0,"21"-2"-8944"0"0,63-7-33 0 0,-63 7 3536 0 0,-29 21-3728 0 0,-22 58 43 0 0,23-58 427 0 0,14-12-380 0 0,23 18 1 0 0,-22-18 222 0 0,-1 0-225 0 0,21 21-9 0 0,-21-21 139 0 0,-2 1-186 0 0,15 27-22 0 0,-15-26-2 0 0,-2-3-1 0 0,7 20-1 0 0,-8-20 197 0 0,1 2-235 0 0,8 24-27 0 0,-8-24 12 0 0,3-2-187 0 0,18 20-8 0 0,-18-20-49 0 0,49-2-2025 0 0,-39-1 1984 0 0,-1-2-508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28.4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29 1228 0 0,'0'0'15394'0'0,"36"0"-16431"0"0,104-1 508 0 0,-104 0-128 0 0,-26-3-2010 0 0,29-14 1443 0 0,-29 14-763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28.67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48 684 0 0,'0'0'11352'0'0,"22"-8"-11102"0"0,67-24-128 0 0,-67 24-151 0 0,-4 9-7594 0 0,72 4 4947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29.3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182 71 392 0 0,'0'0'3980'0'0,"11"-7"-3865"0"0,36-21 14 0 0,-35 21 507 0 0,-4 2-585 0 0,25-14 8 0 0,-25 14 7203 0 0,-26 23-7157 0 0,-53 55-21 0 0,53-54-18 0 0,11-12 1 0 0,-25 24 0 0 0,24-23-15 0 0,0-2-8 0 0,-24 21-1 0 0,23-20-13 0 0,1-2-101 0 0,-25 17-59 0 0,25-16-97 0 0,0-3-3110 0 0,-25 11 1566 0 0,25-10-1123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0.1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1 411 88 0 0,'0'0'3350'0'0,"6"-12"-2602"0"0,18-34-40 0 0,-18 35-40 0 0,28-62 1091 0 0,-14 25-788 0 0,-2 3-145 0 0,-4 13-466 0 0,-10 24-24 0 0,1-2-36 0 0,28-47 228 0 0,-18 33-294 0 0,-11 18 411 0 0,0-1-446 0 0,12-18 14 0 0,-12 18 3656 0 0,-1 34-3496 0 0,8 81-25 0 0,-9-69-21 0 0,-5 33 245 0 0,2-17-131 0 0,0-44-376 0 0,0-6-25 0 0,0 0-1 0 0,1 0 0 0 0,0 0 1 0 0,0 0-1 0 0,0 0 1 0 0,3 9-1 0 0,3 38-43 0 0,-6-42-59 0 0,5 33-836 0 0,-1-30 707 0 0,-2-6-15 0 0,0 0 0 0 0,-1 0 0 0 0,0 0 0 0 0,0 0 0 0 0,-1 10 0 0 0,2 14-787 0 0,-2-23-338 0 0,0 1-1176 0 0,-2 31-1644 0 0,2-30 314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0.3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1 135 192 0 0,'0'0'11348'0'0,"27"-12"-10737"0"0,84-34-54 0 0,-72 32-44 0 0,7 1-61 0 0,-35 10-54 0 0,6 0-43 0 0,81-15 86 0 0,-81 14-424 0 0,-5 1-46 0 0,1 0 0 0 0,0 1-1 0 0,15-1 1 0 0,19-2-236 0 0,-36 3-165 0 0,9 2-922 0 0,56-3 448 0 0,-56 2-297 0 0,-5 4-4063 0 0,61 10 2253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1.06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1 116 628 0 0,'0'0'7131'0'0,"9"-11"-6375"0"0,26-29-25 0 0,-26 29-21 0 0,-1 7-26 0 0,23-13-30 0 0,-23 13 1144 0 0,3 0-1232 0 0,31-16 5 0 0,-31 16 2680 0 0,10 12-2996 0 0,65 27-22 0 0,-67-27-126 0 0,-15 0-4 0 0,6 23 97 0 0,-7-24-18 0 0,-3 7-14 0 0,2 38-12 0 0,-2-49-140 0 0,0-1 1 0 0,0 1-1 0 0,0 0 0 0 0,0 0 1 0 0,-1-1-1 0 0,1 1 1 0 0,-2 4-1 0 0,-1 8 26 0 0,2-7-10 0 0,-1 0 0 0 0,0 0 1 0 0,0 0-1 0 0,-1 0 0 0 0,-4 10 0 0 0,-70 125 260 0 0,64-125-240 0 0,-44 42-10 0 0,52-56-55 0 0,-4 3-4 0 0,-26 20-21 0 0,26-21 44 0 0,-1-22 178 0 0,-28-51 24 0 0,28 51 1221 0 0,36 11-1237 0 0,80-16-20 0 0,-80 16 98 0 0,-4 6-195 0 0,64 3-80 0 0,-64-3-111 0 0,-2-1-126 0 0,61 3-148 0 0,-60-2-102 0 0,-2-3-96 0 0,58-3-122 0 0,-58 4-163 0 0,-3 1-183 0 0,46-2-208 0 0,-46 2-332 0 0,-3-1-1173 0 0,38-3-1774 0 0,-38 3 347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1.6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1 156 220 0 0,'0'0'12746'0'0,"14"20"-12201"0"0,41 59-61 0 0,-53-77-454 0 0,-1-1 0 0 0,0 1 1 0 0,1 0-1 0 0,-1-1 1 0 0,0 1-1 0 0,0 0 1 0 0,0 0-1 0 0,0 0 1 0 0,0 0-1 0 0,0 0 0 0 0,-1 0 1 0 0,1 0-1 0 0,0 3 1 0 0,1 6 100 0 0,-1-6-42 0 0,0 0-1 0 0,0 0 0 0 0,0 1 1 0 0,-1-1-1 0 0,0 0 0 0 0,-1 9 1 0 0,0 21 230 0 0,0-26-36 0 0,0 4-16 0 0,0 1-175 0 0,-7 40 654 0 0,3-23-578 0 0,3-24 347 0 0,3-35-490 0 0,2-86-5 0 0,-4 108-16 0 0,2 0 0 0 0,-1 0 0 0 0,0 0 0 0 0,4-12 0 0 0,14-56 24 0 0,-8 40 7 0 0,-2 15 4 0 0,25-38 15 0 0,-28 48-46 0 0,-4 5-5 0 0,1 0 0 0 0,0 0 1 0 0,0 0-1 0 0,1 1 1 0 0,-1-1-1 0 0,1 1 1 0 0,0-1-1 0 0,3-2 1 0 0,17-20 27 0 0,-17 20 7 0 0,3 0-4 0 0,1-3-15 0 0,-5 5 24 0 0,0 0 1 0 0,0 0-1 0 0,1 1 1 0 0,9-5-1 0 0,-10 5-13 0 0,0 1 0 0 0,0 0 0 0 0,1 0 0 0 0,-1 0 0 0 0,8-1 0 0 0,0 1 7 0 0,-3-2 852 0 0,8 14-730 0 0,53 27-8 0 0,-53-28-1 0 0,-14 1 6 0 0,13 30-28 0 0,-12-23-25 0 0,-2 12-11 0 0,-3-21-5 0 0,-1 4-11 0 0,-3 35-11 0 0,3-35 49 0 0,-2-3-85 0 0,-6 30-22 0 0,6-30-41 0 0,20-32-1543 0 0,50-69 1525 0 0,-65 88 48 0 0,0 1 0 0 0,1-1-1 0 0,-1 1 1 0 0,1 0 0 0 0,0-1 0 0 0,5-3 0 0 0,35-26-16 0 0,-14 11 25 0 0,-22 17 12 0 0,4-1 6 0 0,33-19 27 0 0,-33 19 13 0 0,0 4 18 0 0,33-5 32 0 0,-33 5 599 0 0,6 10-463 0 0,49 22 3 0 0,-49-22 20 0 0,-10 1-3 0 0,18 28-13 0 0,-24-36-239 0 0,0 0 0 0 0,0 0 0 0 0,-1 1 0 0 0,1-1-1 0 0,0 0 1 0 0,-1 0 0 0 0,1 0 0 0 0,-1 0 0 0 0,1 1 0 0 0,-1-1-1 0 0,0 0 1 0 0,1 2 0 0 0,2 6 53 0 0,-2-4-9 0 0,0-1-1 0 0,0 1 0 0 0,0-1 1 0 0,-1 1-1 0 0,1 0 1 0 0,-2 8-1 0 0,3 33 10 0 0,-2-34-128 0 0,-1-2-152 0 0,-3 29-180 0 0,3-29-180 0 0,0 0-2382 0 0,1 1 2354 0 0,-1 6 14 0 0,1 1-8663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1.9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1 556 0 0,'0'0'11577'0'0,"10"21"-10819"0"0,3 8-487 0 0,-2-9 14 0 0,-2 1-1 0 0,-1 0 0 0 0,8 28 0 0 0,-13-39-25 0 0,-1 0 0 0 0,0 1 0 0 0,2 17 0 0 0,-2-7-67 0 0,14 84 1274 0 0,-14-99-1369 0 0,-1 0 0 0 0,-1 0 0 0 0,1 0 0 0 0,-1 0 0 0 0,0 7 0 0 0,-1-8-29 0 0,1-1 0 0 0,1 1 0 0 0,-1 0 0 0 0,0-1 0 0 0,1 1 1 0 0,2 5-1 0 0,-2-1 28 0 0,-1-5-43 0 0,0-1 0 0 0,1 1 0 0 0,0 0 0 0 0,0-1 0 0 0,0 1 0 0 0,0 0 0 0 0,3 4 0 0 0,7 21 145 0 0,-8-21 84 0 0,3-2-191 0 0,20 18-18 0 0,-20-18 243 0 0,19-19-256 0 0,75-39-16 0 0,-97 50-39 0 0,1 1-1 0 0,-1-1 0 0 0,0 1 0 0 0,0-1 0 0 0,0 0 0 0 0,0-1 0 0 0,0 1 0 0 0,0 0 0 0 0,3-5 0 0 0,9-7-1 0 0,-4 3-16 0 0,-1 0 0 0 0,0 0 0 0 0,0-1 0 0 0,12-21 0 0 0,-13 19-22 0 0,42-70-251 0 0,-26 34-293 0 0,10-9-266 0 0,-29 49 681 0 0,14-31-764 0 0,-7 10 244 0 0,-10 23-143 0 0,2 0-194 0 0,12-25-321 0 0,-13 24-1070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2.39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0 115 704 0 0,'0'0'1190'0'0,"6"-10"-30"0"0,17-31-46 0 0,-18 31 1909 0 0,2 3-2108 0 0,22-21-32 0 0,-22 21 1464 0 0,6 5-1667 0 0,40-6-42 0 0,-40 6 1928 0 0,6 10-2177 0 0,56 26-29 0 0,-56-26-26 0 0,-12-2-38 0 0,20 18-38 0 0,-21-18-27 0 0,0 4-15 0 0,15 28-29 0 0,-16-28-44 0 0,-5 0-57 0 0,0 30-46 0 0,0-30-42 0 0,-3 1-2 0 0,0 2 5 0 0,1-6-1 0 0,1 0-1 0 0,-1-1 0 0 0,-1 1 0 0 0,1-1 0 0 0,-6 11 0 0 0,-7 13-8 0 0,12-23 12 0 0,-2 1-5 0 0,0 2 4 0 0,-20 28 63 0 0,7-14-21 0 0,13-18 1346 0 0,46-12-1072 0 0,124-20 3 0 0,-155 24-257 0 0,-1 1-1 0 0,1-1 1 0 0,0 2-1 0 0,9-1 0 0 0,48 4 225 0 0,-52-3-156 0 0,-1 1 0 0 0,25 4 0 0 0,20 2 158 0 0,25 1-284 0 0,-22-4-308 0 0,-47-3-246 0 0,43 9-1019 0 0,-40-8 1146 0 0,-2 1-1258 0 0,-7 0-6561 0 0,37 13 3502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3.3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474 21 76 0 0,'0'0'16506'0'0,"-30"0"-16289"0"0,-117-3 124 0 0,95-2-101 0 0,36 3-198 0 0,3 1 192 0 0,-3-1-131 0 0,-48-4-9 0 0,48 4 410 0 0,3 7-482 0 0,-37 14-5 0 0,38-14 14 0 0,11 7 28 0 0,-3 56 115 0 0,2-9-32 0 0,-3 13 3 0 0,-1-12 1 0 0,-13 133 102 0 0,15-136-165 0 0,3-42-75 0 0,0-6-2 0 0,0 0-1 0 0,1 0 0 0 0,0 0 0 0 0,2 11 0 0 0,-2-10-1 0 0,5 32 18 0 0,2-3-7 0 0,-5-29 3 0 0,2-2-3 0 0,10 26-7 0 0,-14-33-8 0 0,1 0 1 0 0,-1 0-1 0 0,1 0 1 0 0,-1 0-1 0 0,1 0 1 0 0,-1 0-1 0 0,1 0 1 0 0,-1-1-1 0 0,1 1 1 0 0,0 0-1 0 0,0 0 1 0 0,-1 0-1 0 0,1-1 1 0 0,1 2-1 0 0,24 19-13 0 0,-20-15 11 0 0,5-1-6 0 0,33 17-6 0 0,-20-13 15 0 0,29 3 11 0 0,-40-8 5 0 0,2-2-7 0 0,43 8-15 0 0,-44-7 10 0 0,2-2-1 0 0,45 3-14 0 0,-46-3-15 0 0,4-3-383 0 0,56-3 220 0 0,-56 4-33 0 0,-6-2-1580 0 0,38-8 1379 0 0,-38 8-67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3.6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95 644 0 0,'0'0'13732'0'0,"18"-9"-13181"0"0,56-27-18 0 0,-55 27 907 0 0,-7 9-1274 0 0,1-1 0 0 0,-1 0 0 0 0,16-3 0 0 0,-8 0-45 0 0,-3 2 535 0 0,-2 0-373 0 0,2-1-201 0 0,49-6 290 0 0,-14 4-438 0 0,-40 3-132 0 0,5 1-542 0 0,50-4 222 0 0,-50 4-84 0 0,2 3-2637 0 0,4 2 2892 0 0,-9-1-357 0 0,0-1-1 0 0,0-1 0 0 0,19 0 1 0 0,-23 3-1279 0 0,32 10-1261 0 0,-32-11 249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4.16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45 171 132 0 0,'0'0'2101'0'0,"7"10"-1356"0"0,23 30 31 0 0,-22-31 838 0 0,-5-1-794 0 0,10 24-15 0 0,-10-24-9 0 0,-2 4-20 0 0,2 1-523 0 0,-1-6-3 0 0,-1 0-1 0 0,0 1 0 0 0,0 0 1 0 0,-1 14-1 0 0,0 36 1237 0 0,-1 22-29 0 0,1-78-1452 0 0,-2 52 1538 0 0,-12 78 0 0 0,4-77-641 0 0,1-4 89 0 0,8-35 22 0 0,5-36-754 0 0,9-54-489 0 0,-11 60 328 0 0,-1 11-100 0 0,0-1 0 0 0,0 0 1 0 0,-1 1-1 0 0,1-1 1 0 0,-1 0-1 0 0,0 0 0 0 0,0 1 1 0 0,-1-6-1 0 0,-10-60-18 0 0,-28-83-2 0 0,5 23-31 0 0,28 93 29 0 0,2 1 2 0 0,1 25 15 0 0,2 5-3 0 0,0 1 0 0 0,-1-1 0 0 0,2 1 0 0 0,-1-1 0 0 0,1 1 1 0 0,-1-7-1 0 0,8-44-80 0 0,-2 46 86 0 0,15-27-6 0 0,-8 21-10 0 0,16-10 8 0 0,-11 15 11 0 0,23-8-12 0 0,-30 13-15 0 0,2 3 3 0 0,38-8 12 0 0,-37 7 8 0 0,8 10 1 0 0,68 29 9 0 0,-84-34 0 0 0,0 1-1 0 0,-1 0 0 0 0,1 0 0 0 0,0 0 0 0 0,-1 1 0 0 0,0 0 1 0 0,6 6-1 0 0,-5-4 40 0 0,0 4 24 0 0,12 32 41 0 0,-12-24 16 0 0,-2 12 10 0 0,-3-23 5 0 0,-2 4-10 0 0,-8 34-9 0 0,7-34-14 0 0,-1-3-10 0 0,-15 23-23 0 0,15-24-45 0 0,-6-1-280 0 0,-30 14-29 0 0,30-15-91 0 0,-17-12-4389 0 0,-83-24 3374 0 0,83 23-1021 0 0,17 4-1545 0 0,-36-19 302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4.4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1220 0 0,'0'0'9654'0'0,"23"2"-9041"0"0,90 9 903 0 0,-100-9-1282 0 0,0-1 0 0 0,19 0 0 0 0,-6-1 199 0 0,51-2-2474 0 0,-48 0-4375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4.6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28 16 0 0,'0'0'14016'0'0,"32"-5"-13833"0"0,96-14-183 0 0,-121 18-44 0 0,1-1-1 0 0,0 2 1 0 0,0-1 0 0 0,13 1-1 0 0,62 4-420 0 0,-41-3-265 0 0,45 1-383 0 0,-49 0-1056 0 0,41 7-1433 0 0,0-1 272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5.4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26 367 580 0 0,'0'0'6647'0'0,"-4"-12"-6002"0"0,-1-2-434 0 0,3 6 36 0 0,0 0 0 0 0,-1-1-1 0 0,-7-11 5267 0 0,16 47-5144 0 0,17 79-27 0 0,-18-79-38 0 0,-4-16-46 0 0,2 2-172 0 0,0 39 490 0 0,-3-13-395 0 0,0-30 269 0 0,0 0-327 0 0,0-1 47 0 0,1-9-59 0 0,3-21-24 0 0,5-57-139 0 0,-5 48 81 0 0,5-31-27 0 0,-5 41 9 0 0,2-38 0 0 0,-6 40-8 0 0,0 0 2 0 0,1 0 0 0 0,1 0-1 0 0,8-32 1 0 0,6-21 15 0 0,-5 23 4 0 0,-3 19-30 0 0,-6 23 41 0 0,4 1-28 0 0,19-18 9 0 0,-19 18 390 0 0,17 18-304 0 0,69 40 0 0 0,-62-34-6 0 0,-22-11-68 0 0,-5-4-10 0 0,1 0 1 0 0,0 0 0 0 0,-1 0 0 0 0,0 1 0 0 0,0-1 0 0 0,5 8 0 0 0,-2-4 11 0 0,16 24 108 0 0,-5-2-67 0 0,-13-22-8 0 0,-1 4-15 0 0,3 0-25 0 0,-4-4 0 0 0,1 0 1 0 0,0-1 0 0 0,-1 1-1 0 0,2 13 1 0 0,1 6 13 0 0,-3-19 10 0 0,-3 3-24 0 0,-2 42-1548 0 0,14-73 1498 0 0,36-59 5 0 0,-35 60 5 0 0,-4 13 1 0 0,27-20 15 0 0,-27 20 58 0 0,1 4 20 0 0,28-8 17 0 0,-27 8 1204 0 0,8 14-931 0 0,54 34 23 0 0,-70-44-370 0 0,-1-1 0 0 0,0 1-1 0 0,1-1 1 0 0,-1 1 0 0 0,0 0 0 0 0,1 0 0 0 0,-1 0-1 0 0,0-1 1 0 0,0 1 0 0 0,0 0 0 0 0,0 1-1 0 0,0-1 1 0 0,0 0 0 0 0,0 0 0 0 0,0 0-1 0 0,0 0 1 0 0,-1 1 0 0 0,1-1 0 0 0,0 2 0 0 0,22 55 704 0 0,-6-4-110 0 0,-13-42-527 0 0,-1-5-8 0 0,-1 0 0 0 0,0 0 0 0 0,-1 0-1 0 0,2 14 1 0 0,5 28 102 0 0,0-6-426 0 0,-6-32-204 0 0,1-3-1014 0 0,8 24 434 0 0,-8-24-234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5.6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1348 0 0,'0'0'12987'0'0,"30"3"-23812"0"0,119 15 8847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6.17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205 158 152 0 0,'0'0'2675'0'0,"14"-6"-1968"0"0,40-18-7 0 0,-41 18 3206 0 0,-11-3-3355 0 0,4-26-22 0 0,-5 27 2861 0 0,-13-2-3075 0 0,-35-28-24 0 0,36 28 726 0 0,-4 8-804 0 0,-41-5-12 0 0,41 5 511 0 0,0 12-566 0 0,-46 31-33 0 0,46-31-3 0 0,9 0 13 0 0,-17 30 7 0 0,17-30-8 0 0,4-2-32 0 0,-1 0-66 0 0,2-5-12 0 0,0 0 0 0 0,-1 0-1 0 0,1 0 1 0 0,1 0 0 0 0,-1 1 0 0 0,0-1 0 0 0,1 0 0 0 0,0 6 90 0 0,11 0-94 0 0,35 28 2 0 0,-35-28 7 0 0,17-22-13 0 0,91-47-1 0 0,-111 56-2 0 0,-2 0 1 0 0,1 0 0 0 0,0-1-1 0 0,-1 1 1 0 0,10-11 0 0 0,-10 9 10 0 0,3 0-1 0 0,28-18-4 0 0,-28 18 33 0 0,-2 1 2 0 0,23-11 43 0 0,-22 12 1647 0 0,-1 19-1423 0 0,20 46-18 0 0,-19-36-25 0 0,6 34 251 0 0,-10-44-435 0 0,8 43 304 0 0,21 102 345 0 0,-18-53-345 0 0,-11-73-254 0 0,-3-6-79 0 0,-3-3 47 0 0,2-14-72 0 0,0-5-10 0 0,0-1 1 0 0,0 1 0 0 0,-1-1 0 0 0,1 1-1 0 0,-1-1 1 0 0,-3 8 0 0 0,3-2 10 0 0,0-4-9 0 0,0-1 0 0 0,-1 0 0 0 0,0 0 0 0 0,0 0 1 0 0,-3 7-1 0 0,-8 22 31 0 0,13-32-43 0 0,-1 1 1 0 0,-1-1-1 0 0,1 0 1 0 0,0 0-1 0 0,-1 0 1 0 0,0 0-1 0 0,0 0 0 0 0,0 0 1 0 0,0 0-1 0 0,-4 4 1 0 0,-1 0 7 0 0,4-1-5 0 0,0-1 1 0 0,-1 0-1 0 0,0 0 0 0 0,0-1 0 0 0,0 1 0 0 0,-8 6 0 0 0,2-3 4 0 0,-5 5 28 0 0,-15 5-10 0 0,9-10-28 0 0,-35 5-61 0 0,42-10-70 0 0,-9-11-1388 0 0,-71-23 902 0 0,71 24-91 0 0,15 1-107 0 0,-23-19-115 0 0,23 19-101 0 0,4-2-90 0 0,-12-22-94 0 0,12 22-231 0 0,6-2-4875 0 0,9-39 2696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6.3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1036 0 0,'0'0'10885'0'0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1:37.0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74 168 0 0,'0'0'8101'0'0,"2"-13"-7387"0"0,5-35-9 0 0,-5 36 5543 0 0,13 36-5688 0 0,46 81-45 0 0,-51-87-377 0 0,-8-14-70 0 0,0-1 0 0 0,0 1 0 0 0,-1 0 0 0 0,1 0 0 0 0,-1 0 0 0 0,0 1 0 0 0,0-1 0 0 0,0 0 0 0 0,-1 0 0 0 0,1 7 0 0 0,-1-10-46 0 0,20 186 1022 0 0,-19-82-496 0 0,0-89-429 0 0,-2-1 0 0 0,-3 27 0 0 0,0-14-52 0 0,-19 124 389 0 0,7-57-156 0 0,4-15-135 0 0,4-17-172 0 0,7-53-21 0 0,0-6-33 0 0,0 1-1 0 0,0 0 0 0 0,1-1 0 0 0,0 1 1 0 0,0 0-1 0 0,2 9 0 0 0,-1-4-34 0 0,1 7 41 0 0,-2 1-1691 0 0,9-43 1665 0 0,27-75-6 0 0,-28 75 8 0 0,-8 16 59 0 0,0 1 0 0 0,-1-1 0 0 0,-2-12 0 0 0,0 7 8 0 0,2 2-35 0 0,0 0 1 0 0,-2-1 34 0 0,2 7 4 0 0,0 0 0 0 0,0 0 0 0 0,1 0-1 0 0,0 0 1 0 0,0 0 0 0 0,1-12 0 0 0,-1 7 5 0 0,-1 6-6 0 0,1 1 0 0 0,0-1 0 0 0,1 1 0 0 0,-1-1 0 0 0,1 1 0 0 0,-1-1 1 0 0,2 1-1 0 0,1-8 0 0 0,7-24-9 0 0,-7 28 20 0 0,2 1 14 0 0,16-20 10 0 0,-15 20 12 0 0,1 3-14 0 0,23-14 28 0 0,-22 13 256 0 0,9 3-153 0 0,51-5 35 0 0,-51 5 797 0 0,1 9-705 0 0,56 21 11 0 0,-55-21 23 0 0,-11 1 14 0 0,25 24 17 0 0,-22-17 13 0 0,-6-7-238 0 0,11 27 479 0 0,1 13 102 0 0,-13-40-595 0 0,-3-4-52 0 0,1-1 0 0 0,-1 1 0 0 0,0 0 0 0 0,0-1 0 0 0,0 1 0 0 0,0 0 0 0 0,0 0 0 0 0,-1 5 0 0 0,5 26 206 0 0,-4-27-36 0 0,1 3-29 0 0,6 31-27 0 0,-6-31-50 0 0,0-3-63 0 0,-1 0-69 0 0,-1-5-28 0 0,1 0 0 0 0,-1 1 1 0 0,0-1-1 0 0,1 0 0 0 0,0 0 0 0 0,0 0 1 0 0,0 0-1 0 0,2 4 0 0 0,3 0-292 0 0,20 21-140 0 0,-20-21-161 0 0,24-14-4540 0 0,90-21 3440 0 0,-77 15-1265 0 0,9-10-1913 0 0,-38 17 375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7:15.8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54 388 0 0,'1'-3'152'0'0,"4"-2"389"0"0,-1-1 0 0 0,1 1 0 0 0,0-1-1 0 0,0 2 1 0 0,0-1 0 0 0,8-5 0 0 0,-12 10-75 0 0,20-9 2385 0 0,-14 10 2988 0 0,-6 4-5608 0 0,0 0 1 0 0,0 0-1 0 0,0 1 1 0 0,-1-1-1 0 0,1 1 0 0 0,-1-1 1 0 0,-1 0-1 0 0,1 1 1 0 0,-1-1-1 0 0,0 1 0 0 0,-3 8 1 0 0,-1 4 301 0 0,-1 0-1 0 0,-11 23 1 0 0,10-24-253 0 0,-12 39 478 0 0,13-19-221 0 0,6-32-423 0 0,0 5 93 0 0,0 3 52 0 0,0-11-50 0 0,0 1-103 0 0,0 8 8 0 0,0-8-4 0 0,8 10 204 0 0,-3-9-211 0 0,0 0-1 0 0,0 0 1 0 0,1 0-1 0 0,5 3 1 0 0,-7-6-64 0 0,-1 1 0 0 0,0 0-1 0 0,1 0 1 0 0,-1 0 0 0 0,0 0 0 0 0,3 3 0 0 0,9 6 84 0 0,-5-7-56 0 0,1 0-1 0 0,-1 0 0 0 0,1-1 0 0 0,20 3 0 0 0,-3-1 53 0 0,-24-4-103 0 0,1 0 0 0 0,0-1 0 0 0,-1 1-1 0 0,1-1 1 0 0,-1 0 0 0 0,1-1-1 0 0,-1 1 1 0 0,1-1 0 0 0,0 0 0 0 0,-1 0-1 0 0,6-2 1 0 0,-6 2-10 0 0,10-3 31 0 0,1 0 1 0 0,17-9 0 0 0,-14 8-4 0 0,2-1 12 0 0,-20 6-43 0 0,1 0-1 0 0,-1-1 1 0 0,1 1-1 0 0,-1 0 1 0 0,1 0-1 0 0,-1 0 0 0 0,1-1 1 0 0,-1 1-1 0 0,1 0 1 0 0,-1-1-1 0 0,0 1 1 0 0,1 0-1 0 0,-1-1 0 0 0,1 1 1 0 0,-1-1-1 0 0,0 1 1 0 0,1 0-1 0 0,-1-1 1 0 0,0 1-1 0 0,0-1 0 0 0,1 1 1 0 0,-1-1-1 0 0,0 1 1 0 0,0-2-1 0 0,5-1 6 0 0,-5 3-12 0 0,0 0 0 0 0,0 0 0 0 0,1 0 0 0 0,-1 0 0 0 0,0 0 0 0 0,0 0 0 0 0,1 0 0 0 0,-1 0 0 0 0,0-1 0 0 0,0 1 0 0 0,1 0 0 0 0,-1 0 1 0 0,0 0-1 0 0,0 0 0 0 0,1 0 0 0 0,-1-1 0 0 0,0 1 0 0 0,0 0 0 0 0,0 0 0 0 0,0 0 0 0 0,1-1 0 0 0,-1 1 0 0 0,0 0 0 0 0,0 0 0 0 0,0 0 0 0 0,0-1 0 0 0,0 1 0 0 0,0 0 0 0 0,1 0 0 0 0,-1-1 0 0 0,0 1 0 0 0,0 0 0 0 0,0 0 0 0 0,0-1 0 0 0,0 1 0 0 0,0 0 0 0 0,0-1 0 0 0,0 1 0 0 0,-4-17-267 0 0,0 0 0 0 0,-10-24 0 0 0,1 2-310 0 0,2 6 83 0 0,7 24 245 0 0,0-1 0 0 0,1 0 0 0 0,-2-10-1 0 0,-4-2-222 0 0,6 16 402 0 0,2 4 56 0 0,1 0 168 0 0,-3-2-384 0 0,3 8 2082 0 0,3 18-1660 0 0,-1-5 69 0 0,0 0-1 0 0,-1 0 0 0 0,-1 22 0 0 0,-6 30 484 0 0,-5 33 139 0 0,-5 0 263 0 0,-4 162 0 0 0,14-162-1531 0 0,-3-51-2935 0 0,8-48 2208 0 0,1 2-158 0 0,0 1-1002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7:59.2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0 364 696 0 0,'0'0'9246'0'0,"7"-5"-8788"0"0,12-9-26 0 0,-1 0 1 0 0,-1-2 0 0 0,0 0 0 0 0,24-30 0 0 0,48-61 1007 0 0,-48 54-734 0 0,-30 36-51 0 0,25-26 0 0 0,-13 16 243 0 0,-22 26-728 0 0,1-1 12 0 0,-1 2-139 0 0,-1 0 1 0 0,1-1 0 0 0,-1 1 0 0 0,0 0 0 0 0,1 0-1 0 0,-1-1 1 0 0,1 1 0 0 0,-1 0 0 0 0,1 0 0 0 0,-1 0-1 0 0,0 0 1 0 0,1 0 0 0 0,-1 0 0 0 0,1 0-1 0 0,-1-1 1 0 0,1 1 0 0 0,-1 0 0 0 0,1 1 0 0 0,-1-1-1 0 0,1 0 1 0 0,-1 0 0 0 0,1 0 0 0 0,-1 0 0 0 0,1 0-1 0 0,-1 0 1 0 0,0 1 0 0 0,1-1 0 0 0,-1 0 0 0 0,1 0-1 0 0,-1 0 1 0 0,0 1 0 0 0,1-1 0 0 0,-1 0 0 0 0,1 1-1 0 0,-1-1 1 0 0,0 0 0 0 0,0 1 0 0 0,1 0 0 0 0,0 1 22 0 0,0 0 1 0 0,0 1-1 0 0,0-1 1 0 0,0 0 0 0 0,-1 1-1 0 0,1-1 1 0 0,-1 1 0 0 0,1 3-1 0 0,-2 53 310 0 0,0-56-266 0 0,-2 133 1088 0 0,2-38-546 0 0,0-53-146 0 0,3-1-1 0 0,7 50 0 0 0,6-5 486 0 0,-15-86-913 0 0,2 13 202 0 0,2 21 52 0 0,-4-35-192 0 0,0 25-43 0 0,1-16-33 0 0,0 1-1 0 0,-1 0 1 0 0,-1 0 0 0 0,-3 21-1 0 0,-1 22 96 0 0,5-55-214 0 0,0 0 0 0 0,0-1 0 0 0,0 1 0 0 0,0 0 1 0 0,1 0-1 0 0,-1 0 0 0 0,0 0 0 0 0,0 0 0 0 0,0 0 0 0 0,0 0 0 0 0,0 0 0 0 0,0 0 0 0 0,0 0 0 0 0,0 0 0 0 0,1 0 0 0 0,-1 0 0 0 0,0 1 0 0 0,0-1 0 0 0,0 0 0 0 0,0 0 0 0 0,0 0 0 0 0,0 0 0 0 0,0 0 0 0 0,0 0 0 0 0,1 0 0 0 0,-1 0 0 0 0,0 0 0 0 0,0 0 0 0 0,0 0 0 0 0,0 0 0 0 0,0 0 0 0 0,0 0 0 0 0,0 1 0 0 0,0-1 0 0 0,0 0 0 0 0,0 0 1 0 0,0 0-1 0 0,0 0 0 0 0,0 0 0 0 0,0 0 0 0 0,0 0 0 0 0,0 0 0 0 0,0 1 0 0 0,0-1 0 0 0,7-14 26 0 0,-5 8-328 0 0,1 1-488 0 0,-5-3-1848 0 0,2 6 2057 0 0,0 0-1 0 0,-1 0 1 0 0,1 0 0 0 0,-1 0-1 0 0,1 0 1 0 0,-1 0 0 0 0,0 0-1 0 0,0 0 1 0 0,0 0 0 0 0,-2-3-1 0 0,-12-1-8414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01.7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182 59 280 0 0,'-8'-10'12433'0'0,"0"13"-12342"0"0,2-1 4 0 0,0 0 0 0 0,0 0 0 0 0,1 0 0 0 0,-1 1 0 0 0,1 0 0 0 0,0 0 0 0 0,0 1 0 0 0,-9 7 0 0 0,9-5 51 0 0,-15 18 649 0 0,-30 48-1 0 0,45-63-688 0 0,1 0 0 0 0,0 0 0 0 0,0 0 0 0 0,1 0 0 0 0,0 1 0 0 0,0-1 0 0 0,1 1 0 0 0,1 0 0 0 0,-2 19 0 0 0,3-4 77 0 0,1 34 155 0 0,-1-55-308 0 0,1 0 0 0 0,0 0 0 0 0,0-1 0 0 0,0 1 0 0 0,0 0 1 0 0,1 0-1 0 0,-1 0 0 0 0,1-1 0 0 0,0 1 0 0 0,0-1 0 0 0,6 7 0 0 0,-8-9-23 0 0,12 10 55 0 0,-3-5-28 0 0,-2-4-15 0 0,0 0 1 0 0,1 0-1 0 0,-1-1 1 0 0,0 0-1 0 0,1 0 0 0 0,-1-1 1 0 0,1 1-1 0 0,-1-2 1 0 0,0 1-1 0 0,1-1 1 0 0,-1 0-1 0 0,11-4 0 0 0,7-2 12 0 0,-1-1-1 0 0,30-14 1 0 0,-36 14 4 0 0,0-1 0 0 0,-1-1 0 0 0,32-23 0 0 0,-43 27-16 0 0,1 0-1 0 0,0 0 1 0 0,-1 0-1 0 0,0-1 1 0 0,-1 0-1 0 0,1 0 1 0 0,-1 0-1 0 0,-1-1 1 0 0,1 0 0 0 0,-1 0-1 0 0,3-10 1 0 0,-5 10-11 0 0,-1 1 1 0 0,0-1-1 0 0,0 1 1 0 0,0-1 0 0 0,-1 1-1 0 0,-1-1 1 0 0,1 0-1 0 0,-1 1 1 0 0,-3-12 0 0 0,-1-3 18 0 0,-16-39 1 0 0,18 54-25 0 0,0 0 1 0 0,0 0-1 0 0,0 1 1 0 0,-1-1-1 0 0,0 1 1 0 0,0 0-1 0 0,-1 0 1 0 0,0 0-1 0 0,0 1 0 0 0,0-1 1 0 0,-11-8-1 0 0,12 13-4 0 0,0-1 1 0 0,-1 1-1 0 0,1-1 0 0 0,0 1 0 0 0,0 0 0 0 0,-1 1 0 0 0,1-1 0 0 0,-6 1 0 0 0,0-1-3 0 0,-2 2-8 0 0,-3 2-100 0 0,1 0 1 0 0,0 2 0 0 0,0-1 0 0 0,0 2 0 0 0,1 0-1 0 0,0 0 1 0 0,0 1 0 0 0,0 1 0 0 0,-19 15 0 0 0,31-21 74 0 0,-3 1-141 0 0,0 0 0 0 0,1 0 0 0 0,-1 1 0 0 0,1-1 0 0 0,0 1 0 0 0,0 0 0 0 0,0 0 0 0 0,1 0 0 0 0,-1 0 0 0 0,1 0 0 0 0,0 1 0 0 0,1-1 0 0 0,-1 1 0 0 0,1-1 0 0 0,-2 8 0 0 0,3-7-426 0 0,0 0 0 0 0,0 0 0 0 0,1 0 0 0 0,0 0 0 0 0,-1 0 1 0 0,2 0-1 0 0,-1 0 0 0 0,1 0 0 0 0,0 0 0 0 0,0 0 0 0 0,3 6 1 0 0,-2-5-807 0 0,4 8-1769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02.0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 0 820 0 0,'-3'2'1320'0'0,"-3"3"-1094"0"0,3-2 1209 0 0,0-1 0 0 0,-1 1 0 0 0,1 0 0 0 0,1 0 0 0 0,-1 0 0 0 0,-3 4 0 0 0,2 6-591 0 0,2-1-321 0 0,-2 5 566 0 0,4-12-3748 0 0,38-29-7129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02.7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165 215 76 0 0,'-1'-3'1005'0'0,"-3"-7"-52"0"0,3 8 747 0 0,0-13 1757 0 0,2 8-2036 0 0,0-1 0 0 0,-1 1 0 0 0,1-1 0 0 0,-2-9 0 0 0,0 9-1968 0 0,1 4 562 0 0,1 1 1 0 0,-1-1-1 0 0,1 1 0 0 0,0-1 1 0 0,0 1-1 0 0,0 0 1 0 0,1-1-1 0 0,-1 1 1 0 0,4-5-1 0 0,-1-1-17 0 0,-1 3-23 0 0,0 0 1 0 0,0 1-1 0 0,0-1 1 0 0,8-8-1 0 0,-8 11 10 0 0,0-1 0 0 0,-1 0-1 0 0,1 1 1 0 0,-1-1 0 0 0,1-1 0 0 0,-1 1-1 0 0,2-6 1 0 0,-1 6-19 0 0,-1 1 56 0 0,-5 4 1549 0 0,-1 2-1567 0 0,0-1 23 0 0,0 1-1 0 0,1-1 0 0 0,-1 1 1 0 0,0 0-1 0 0,1 0 0 0 0,0 0 1 0 0,0 0-1 0 0,0 0 0 0 0,0 1 1 0 0,0-1-1 0 0,-3 8 0 0 0,2-3 71 0 0,0 0 0 0 0,0 0 0 0 0,-8 11 0 0 0,-10 20 391 0 0,7-13-150 0 0,14-25-230 0 0,0 2-21 0 0,0-1-66 0 0,0 0 1 0 0,0 0 0 0 0,0 0-1 0 0,0 1 1 0 0,0-1-1 0 0,1 1 1 0 0,-1-1 0 0 0,1 0-1 0 0,0 1 1 0 0,0-1 0 0 0,0 1-1 0 0,0 2 1 0 0,1 0 2 0 0,1 1 1 0 0,-1-1-1 0 0,1 0 1 0 0,1 0-1 0 0,-1 0 0 0 0,4 6 1 0 0,2 3-18 0 0,1-1 0 0 0,0-1-1 0 0,0 0 1 0 0,1 0 0 0 0,1-1 0 0 0,0 0 0 0 0,0-1 0 0 0,24 17 0 0 0,25 7 21 0 0,-32-19-1 0 0,27 19 0 0 0,-53-32-14 0 0,0 0 1 0 0,0 0-1 0 0,-1 0 1 0 0,1 0-1 0 0,0 0 1 0 0,-1 0-1 0 0,1 1 1 0 0,-1-1-1 0 0,0 0 1 0 0,1 1-1 0 0,-1-1 1 0 0,-1 1-1 0 0,1 0 1 0 0,0-1-1 0 0,-1 1 1 0 0,1 0-1 0 0,-1-1 1 0 0,0 1-1 0 0,1 0 1 0 0,-2 0-1 0 0,1-1 1 0 0,0 1-1 0 0,-1 3 1 0 0,-1 6 56 0 0,-1 0 0 0 0,0 0 1 0 0,-8 19-1 0 0,7-21 13 0 0,0 0-48 0 0,-1 0-1 0 0,1-1 1 0 0,-2 0-1 0 0,-11 16 1 0 0,15-23-93 0 0,-1 0 1 0 0,0 0-1 0 0,1 0 1 0 0,-1 0-1 0 0,0-1 1 0 0,0 1-1 0 0,0-1 0 0 0,0 0 1 0 0,-1 0-1 0 0,1 0 1 0 0,0 0-1 0 0,0 0 1 0 0,-7 0-1 0 0,8-1 14 0 0,0 0-254 0 0,-7-1-28 0 0,-4-2 79 0 0,1-1 0 0 0,-1 0 0 0 0,1-1 0 0 0,-1 0 0 0 0,1-1 0 0 0,0 0 1 0 0,1-1-1 0 0,-19-14 0 0 0,1-3-631 0 0,-28-25-1288 0 0,24 10 3 0 0,10 8-2547 0 0,14 12 2018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03.0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92 1044 0 0,'5'0'1151'0'0,"139"0"7215"0"0,-76-3-6154 0 0,0-3 0 0 0,84-20 1 0 0,-72 9-1257 0 0,45-8 234 0 0,-39 10-2956 0 0,-83 15 764 0 0,2 1-1858 0 0,12 1 268 0 0,-13-1-1619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05.63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299 24 124 0 0,'0'0'2168'0'0,"-5"-9"-1238"0"0,2 4 2875 0 0,-2-4 2876 0 0,-3 11-6321 0 0,-2 1-292 0 0,-4 0 442 0 0,0 1-1 0 0,-21 10 1 0 0,22-6-225 0 0,0 0 1 0 0,1 2-1 0 0,0-1 1 0 0,1 2-1 0 0,0 0 1 0 0,-14 18 0 0 0,16-19-154 0 0,-4 5 27 0 0,2 2 1 0 0,0 0 0 0 0,0 0-1 0 0,2 1 1 0 0,0 0-1 0 0,1 0 1 0 0,1 1 0 0 0,-7 29-1 0 0,11-32-104 0 0,2 0 0 0 0,0 0 0 0 0,1 0 0 0 0,0 0-1 0 0,1 0 1 0 0,1 0 0 0 0,1 0 0 0 0,0 0 0 0 0,1-1-1 0 0,0 1 1 0 0,2-1 0 0 0,0 0 0 0 0,0 0 0 0 0,11 17 0 0 0,-13-26-51 0 0,1 0 0 0 0,-1 0 0 0 0,1 0 0 0 0,0-1 0 0 0,0 0 0 0 0,1 0 0 0 0,-1 0 1 0 0,1 0-1 0 0,12 6 0 0 0,-6-4-6 0 0,0-1 0 0 0,0-1 0 0 0,1 0 0 0 0,19 5 1 0 0,-23-8 6 0 0,0 0 0 0 0,-1-1 0 0 0,1 0 1 0 0,0-1-1 0 0,0 0 0 0 0,0 0 1 0 0,0-1-1 0 0,0 0 0 0 0,0 0 1 0 0,-1-1-1 0 0,1 0 0 0 0,0-1 0 0 0,-1 0 1 0 0,0 0-1 0 0,1-1 0 0 0,-2 0 1 0 0,12-7-1 0 0,-6 2 4 0 0,0-1 1 0 0,-1-1-1 0 0,-1 0 1 0 0,0 0-1 0 0,0-1 0 0 0,-1-1 1 0 0,-1 1-1 0 0,16-29 1 0 0,9-16 43 0 0,-15 26 22 0 0,28-63 1 0 0,-46 91-63 0 0,0 0 1 0 0,0 0-1 0 0,0 0 1 0 0,-1 0-1 0 0,1 0 1 0 0,-1 0-1 0 0,1 0 1 0 0,-1 0-1 0 0,0 0 1 0 0,-1-1-1 0 0,1 1 1 0 0,0 0 0 0 0,-1 0-1 0 0,0 0 1 0 0,1 0-1 0 0,-3-3 1 0 0,1 2 5 0 0,0-1 0 0 0,0 1 1 0 0,-1 0-1 0 0,0 0 0 0 0,0 0 0 0 0,0 1 1 0 0,0-1-1 0 0,-1 1 0 0 0,-5-6 0 0 0,0 3 6 0 0,-1-1-1 0 0,0 2 1 0 0,0-1-1 0 0,0 1 1 0 0,0 1-1 0 0,-1 0 1 0 0,0 0-1 0 0,-15-2 1 0 0,8 2-143 0 0,0 2 1 0 0,0 0-1 0 0,0 1 0 0 0,0 0 0 0 0,-1 2 1 0 0,1 0-1 0 0,0 1 0 0 0,0 1 1 0 0,0 1-1 0 0,1 0 0 0 0,-1 2 1 0 0,1 0-1 0 0,0 0 0 0 0,-18 11 0 0 0,-37 27-2328 0 0,28-13-3494 0 0,40-27 1789 0 0,-4 7 320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11.3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85 64 0 0,'0'0'3728'0'0,"-7"5"-3785"0"0,5-3 586 0 0,9-4 2806 0 0,26-8-3303 0 0,-25 8-6 0 0,-6 1-13 0 0,0 0 0 0 0,0 0 1 0 0,0 0-1 0 0,0 0 0 0 0,0 0 1 0 0,0 0-1 0 0,-1 0 0 0 0,1-1 1 0 0,0 1-1 0 0,-1-1 0 0 0,3-2 1 0 0,17-12 170 0 0,-17 14-24 0 0,1 0 1 0 0,0 0-1 0 0,0 0 0 0 0,0 0 0 0 0,1 1 0 0 0,-1 0 0 0 0,6 0 0 0 0,-8 1 295 0 0,0-1-351 0 0,34-17 665 0 0,-35 17-677 0 0,1 0-50 0 0,44-9 386 0 0,-43 10-384 0 0,1 0-40 0 0,15 3-2 0 0,-15-2 4 0 0,-1-1 4 0 0,13 0 1 0 0,-13 0 20 0 0,0 0-31 0 0,-2 0-309 0 0,0 0-1 0 0,0 0 1 0 0,0 0 0 0 0,0 0 0 0 0,0 0 0 0 0,1 1 0 0 0,-1-1 0 0 0,0 1-1 0 0,0 0 1 0 0,0-1 0 0 0,0 1 0 0 0,-1 0 0 0 0,1 0 0 0 0,0 0-1 0 0,0 1 1 0 0,0-1 0 0 0,-1 0 0 0 0,1 1 0 0 0,-1-1 0 0 0,1 1 0 0 0,-1-1-1 0 0,1 1 1 0 0,-1 0 0 0 0,1 2 0 0 0,-1-2-1690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25.0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0 346 124 0 0,'0'0'4297'0'0,"7"1"-3927"0"0,25 4 1075 0 0,-20-10-659 0 0,6-1 435 0 0,18-18 269 0 0,36-37 267 0 0,-3 3-559 0 0,-48 38-960 0 0,-19 18-221 0 0,0 0 0 0 0,0 0 0 0 0,0-1 0 0 0,1 1-1 0 0,-1 1 1 0 0,1-1 0 0 0,-1 0 0 0 0,4-1 0 0 0,1-3 22 0 0,-1 1 1 0 0,1-1-1 0 0,7-11 1 0 0,-11 14-23 0 0,6-16 41 0 0,24-19 185 0 0,-31 37-212 0 0,24-37 27 0 0,-22 30-61 0 0,-2 6 6 0 0,-1 1-7 0 0,5-6 3 0 0,-5 6 50 0 0,4-6-52 0 0,-6 7 17 0 0,1 0-1 0 0,0 0 0 0 0,0 1 0 0 0,0-1 0 0 0,0 0 1 0 0,0 0-1 0 0,0 0 0 0 0,0 0 0 0 0,0 0 0 0 0,0 0 0 0 0,0 0 1 0 0,0 1-1 0 0,0-1 0 0 0,1 0 0 0 0,-1 0 0 0 0,0 0 1 0 0,0 0-1 0 0,0 0 0 0 0,0 0 0 0 0,0 0 0 0 0,0 0 1 0 0,0 1-1 0 0,0-1 0 0 0,0 0 0 0 0,0 0 0 0 0,0 0 1 0 0,0 0-1 0 0,0 0 0 0 0,1 0 0 0 0,-1 0 0 0 0,0 0 1 0 0,0 0-1 0 0,0 0 0 0 0,0 0 0 0 0,0 0 0 0 0,0 0 1 0 0,0 0-1 0 0,0 0 0 0 0,1 0 0 0 0,-1 0 0 0 0,0 0 1 0 0,0 0-1 0 0,0 0 0 0 0,0 0 0 0 0,0 0 0 0 0,0 0 1 0 0,0 0-1 0 0,1 0 0 0 0,-1 0 0 0 0,0 0 0 0 0,-7 34 236 0 0,-1 0 0 0 0,-19 48 0 0 0,10-31-5 0 0,-18 39 164 0 0,21-56-318 0 0,-17 59 1 0 0,27-81-597 0 0,0-1-1 0 0,0 1 1 0 0,-1-1-1 0 0,0 0 1 0 0,-1-1-1 0 0,-8 12 1 0 0,8-11-588 0 0,-1 3-619 0 0,-1-7-2694 0 0,-3-1 1497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25.8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282 1 84 0 0,'0'0'7275'0'0,"-6"3"-6752"0"0,0 0-469 0 0,0 0 234 0 0,1 0 0 0 0,-1 0 0 0 0,0 1 0 0 0,1 0 1 0 0,0 0-1 0 0,0 0 0 0 0,-6 7 0 0 0,-27 29 1608 0 0,-5 6-772 0 0,13-3 56 0 0,-43 89 0 0 0,65-113-1024 0 0,1 0-1 0 0,2 0 1 0 0,0 0-1 0 0,0 1 1 0 0,-1 30-1 0 0,6-41-130 0 0,0 0-1 0 0,0-1 0 0 0,1 1 1 0 0,1 0-1 0 0,2 8 0 0 0,-4-12-37 0 0,2-1 0 0 0,-1 1 1 0 0,0-1-1 0 0,1 1 0 0 0,0-1 0 0 0,0 0 0 0 0,0 0 0 0 0,1 0 0 0 0,-1 0 0 0 0,1 0 1 0 0,0 0-1 0 0,0-1 0 0 0,0 1 0 0 0,1-1 0 0 0,-1 0 0 0 0,1 0 0 0 0,0 0 0 0 0,0 0 1 0 0,0-1-1 0 0,0 0 0 0 0,0 1 0 0 0,0-2 0 0 0,1 1 0 0 0,-1 0 0 0 0,7 1 1 0 0,-7-3-28 0 0,5 2-31 0 0,-1 0 1 0 0,1-1 0 0 0,-1-1-1 0 0,1 1 1 0 0,-1-1 0 0 0,1-1-1 0 0,-1 0 1 0 0,17-3 0 0 0,-17 2 4 0 0,0-1 1 0 0,0 1 0 0 0,-1-1-1 0 0,1-1 1 0 0,-1 1-1 0 0,1-1 1 0 0,-1-1 0 0 0,0 1-1 0 0,-1-1 1 0 0,1 0-1 0 0,5-7 1 0 0,-9 9 46 0 0,-1-1 0 0 0,1 1 0 0 0,-1 0 0 0 0,0-1-1 0 0,0 1 1 0 0,-1-1 0 0 0,1 0 0 0 0,-1 1 0 0 0,0-1 0 0 0,0 0 0 0 0,1-6 0 0 0,2-41-134 0 0,-5 48 154 0 0,0-1 0 0 0,0 0 0 0 0,-1 1 0 0 0,1-1 0 0 0,-1 1 0 0 0,1-1 0 0 0,-1 1 0 0 0,0 0 0 0 0,0 0 0 0 0,-1 0 0 0 0,1 0 0 0 0,-5-4 0 0 0,7 7-1 0 0,-2-1 12 0 0,0-1-1 0 0,0 1 0 0 0,0 0 0 0 0,0 0 0 0 0,0 0 0 0 0,0 1 1 0 0,0-1-1 0 0,-1 0 0 0 0,1 1 0 0 0,0 0 0 0 0,0-1 1 0 0,-1 1-1 0 0,1 0 0 0 0,0 0 0 0 0,-3 1 0 0 0,2-1 4 0 0,-6 0 13 0 0,0 1 0 0 0,-1 0 0 0 0,1 1-1 0 0,0 0 1 0 0,0 1 0 0 0,0 0 0 0 0,0 0-1 0 0,1 1 1 0 0,-1 0 0 0 0,-14 10 0 0 0,9-5-533 0 0,0 1 1 0 0,1 1-1 0 0,1 0 1 0 0,-22 25-1 0 0,34-36 412 0 0,-1 1 0 0 0,1-1 0 0 0,0 0 0 0 0,0 0 0 0 0,-1 1 0 0 0,1-1 0 0 0,0 0 0 0 0,0 1 0 0 0,0-1 0 0 0,-1 0 0 0 0,1 1 0 0 0,0-1 0 0 0,0 0 0 0 0,0 1 0 0 0,0-1 0 0 0,0 0 0 0 0,0 1 0 0 0,0-1 0 0 0,0 1 0 0 0,0-1 0 0 0,0 0 0 0 0,0 1 0 0 0,0-1 0 0 0,0 0 0 0 0,0 1 0 0 0,0 0 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34.32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87 156 204 0 0,'0'0'1563'0'0,"-4"-1"-1097"0"0,-13 0 7265 0 0,16 0-7694 0 0,1 0 0 0 0,0 1 0 0 0,-1-1 1 0 0,1 1-1 0 0,0-1 0 0 0,0 0 1 0 0,0 1-1 0 0,0-1 0 0 0,0 1 0 0 0,0-1 1 0 0,-1 0-1 0 0,1 1 0 0 0,1-1 1 0 0,-1 0-1 0 0,0 1 0 0 0,0-1 0 0 0,0 1 1 0 0,0-1-1 0 0,0 0 0 0 0,1 1 1 0 0,-1-1-1 0 0,0 1 0 0 0,0-1 0 0 0,1 0 1 0 0,-1 1-1 0 0,1-1 0 0 0,91-75 528 0 0,-80 67-529 0 0,1 1 0 0 0,1 1 0 0 0,0 0 0 0 0,0 1 0 0 0,0 0 0 0 0,17-4 0 0 0,-22 7-20 0 0,-6 2-1 0 0,1 0-9 0 0,31-2 18 0 0,-31 3 7 0 0,0 1-15 0 0,-2-1-3 0 0,0 1 1 0 0,1-1-1 0 0,-1 1 0 0 0,0 0 0 0 0,1 0 1 0 0,-1 0-1 0 0,0 0 0 0 0,0 0 0 0 0,0 0 1 0 0,0 1-1 0 0,0-1 0 0 0,0 1 1 0 0,0-1-1 0 0,0 1 0 0 0,-1 0 0 0 0,1 0 1 0 0,-1 0-1 0 0,3 4 0 0 0,1 3 55 0 0,-1 0 1 0 0,0 1-1 0 0,-1-1 1 0 0,0 1-1 0 0,-1 0 0 0 0,1 0 1 0 0,-2 0-1 0 0,1 21 0 0 0,-2-9 69 0 0,0 1 0 0 0,-2 0 0 0 0,-5 22-1 0 0,4-32-89 0 0,-1 0 0 0 0,0 0 0 0 0,-1 0-1 0 0,0-1 1 0 0,-1 0 0 0 0,0 0 0 0 0,-14 17 0 0 0,-4 4 16 0 0,-37 36-1 0 0,43-50-31 0 0,-35 27-1 0 0,45-39-17 0 0,-1-1 0 0 0,0 0 0 0 0,-1 0 0 0 0,1-1 0 0 0,-1-1 0 0 0,-18 7 0 0 0,-10-4-77 0 0,36-7 54 0 0,0 0 1 0 0,0 0-1 0 0,0 0 0 0 0,0 0 1 0 0,0 0-1 0 0,0-1 0 0 0,0 1 1 0 0,0-1-1 0 0,0 1 1 0 0,0-1-1 0 0,0 0 0 0 0,0 0 1 0 0,0 1-1 0 0,0-1 0 0 0,1-1 1 0 0,-1 1-1 0 0,-2-2 0 0 0,2 0 0 0 0,0 0-1 0 0,-1 0 1 0 0,1 0 0 0 0,1 0-1 0 0,-1-1 1 0 0,0 1-1 0 0,1 0 1 0 0,0-1 0 0 0,0 0-1 0 0,0 1 1 0 0,0-1-1 0 0,0 1 1 0 0,1-1 0 0 0,0 0-1 0 0,0 0 1 0 0,0 1-1 0 0,1-6 1 0 0,-1 6 5 0 0,1 1-1 0 0,-1-1 1 0 0,1 1-1 0 0,0-1 1 0 0,0 1 0 0 0,0-1-1 0 0,0 1 1 0 0,1 0-1 0 0,-1 0 1 0 0,1 0 0 0 0,-1 0-1 0 0,4-3 1 0 0,19-19-22 0 0,-11 14 35 0 0,1 1 0 0 0,0 0 0 0 0,1 1 0 0 0,0 1-1 0 0,0 0 1 0 0,0 1 0 0 0,28-7 0 0 0,-36 11 60 0 0,0 0 0 0 0,1 1 0 0 0,-1 0 0 0 0,0 1 0 0 0,1 0 0 0 0,-1 0 0 0 0,1 0 0 0 0,-1 1 0 0 0,1 0 0 0 0,-1 0 0 0 0,0 1 0 0 0,0 0 0 0 0,0 1 0 0 0,11 4 0 0 0,1 4 259 0 0,-1 0 1 0 0,-1 1-1 0 0,29 24 1 0 0,-37-28-222 0 0,37 31 275 0 0,63 50-606 0 0,-105-86-455 0 0,4 1 719 0 0,2-7-3268 0 0,-3 1 2834 0 0,-1-1 0 0 0,1-1 0 0 0,-1 1 0 0 0,0-1 0 0 0,0 0 0 0 0,-1 0 0 0 0,1 0 1 0 0,-1-1-1 0 0,7-7 0 0 0,3-6-2738 0 0,-1-1 239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34.7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115 51 28 0 0,'5'-14'1919'0'0,"-1"-5"1522"0"0,-4 18-3275 0 0,0 1-1 0 0,0-1 1 0 0,0 1 0 0 0,0-1-1 0 0,1 0 1 0 0,-1 1-1 0 0,0-1 1 0 0,0 1-1 0 0,-1-1 1 0 0,1 1 0 0 0,0-1-1 0 0,0 1 1 0 0,0-1-1 0 0,0 0 1 0 0,0 1-1 0 0,-1-1 1 0 0,1 1 0 0 0,0-1-1 0 0,0 1 1 0 0,-1-1-1 0 0,1 1 1 0 0,0 0 0 0 0,-1-1-1 0 0,1 1 1 0 0,0-1-1 0 0,-1 1 1 0 0,1 0-1 0 0,-1-1 1 0 0,1 1 0 0 0,-1 0-1 0 0,1-1 1 0 0,-1 1-1 0 0,1 0 1 0 0,-1 0-1 0 0,1-1 1 0 0,-1 1 0 0 0,1 0-1 0 0,-2 0 1 0 0,-5 3 131 0 0,-23 8-18 0 0,29-11-259 0 0,0 1 0 0 0,-1-1 0 0 0,1 0 0 0 0,0 1 0 0 0,0-1 0 0 0,0 1 0 0 0,0-1 1 0 0,0 1-1 0 0,0 0 0 0 0,0-1 0 0 0,1 1 0 0 0,-1 0 0 0 0,0 0 0 0 0,0 0 0 0 0,0-1 0 0 0,1 1 0 0 0,-1 0 0 0 0,0 0 1 0 0,1 0-1 0 0,-1 0 0 0 0,0 2 0 0 0,-1 1 62 0 0,-3 3 42 0 0,1 0 1 0 0,0 0-1 0 0,0 0 1 0 0,1 0-1 0 0,0 1 1 0 0,-4 14-1 0 0,-4 9 200 0 0,9-25-278 0 0,0-1 0 0 0,0 1 0 0 0,0 0 0 0 0,1 0 0 0 0,-1 0 0 0 0,2 0 0 0 0,-1 0 0 0 0,1 1 0 0 0,0-1 0 0 0,0 0 0 0 0,0 0 0 0 0,1 0 0 0 0,0 0 0 0 0,0 0 0 0 0,1 0 0 0 0,0 0 0 0 0,0 0 0 0 0,0 0 0 0 0,0-1 0 0 0,1 1 0 0 0,0-1 0 0 0,0 0 0 0 0,1 0 0 0 0,0 0 0 0 0,0 0 0 0 0,0 0 0 0 0,0-1 0 0 0,9 7 0 0 0,-8-8-36 0 0,2 0 0 0 0,-1 0 0 0 0,0 0 0 0 0,0-1 0 0 0,1 0 0 0 0,0 0 1 0 0,-1-1-1 0 0,1 0 0 0 0,0 0 0 0 0,0-1 0 0 0,-1 1 0 0 0,1-2 0 0 0,0 1 0 0 0,0-1 0 0 0,-1 0 0 0 0,1 0 0 0 0,0 0 0 0 0,8-4 0 0 0,10-4-27 0 0,0-1 0 0 0,0-1 0 0 0,29-17 1 0 0,-49 24 11 0 0,1 1 0 0 0,-1-1 1 0 0,0-1-1 0 0,0 1 0 0 0,0-1 0 0 0,0 0 1 0 0,-1 0-1 0 0,1 0 0 0 0,-2 0 1 0 0,1-1-1 0 0,0 0 0 0 0,-1 0 1 0 0,0 0-1 0 0,3-10 0 0 0,-3 2 14 0 0,-4 7 0 0 0,1 1 1 0 0,-2-1-1 0 0,1 1 0 0 0,-1-1 0 0 0,0 1 0 0 0,0 0 0 0 0,-1 0 0 0 0,1 0 0 0 0,-1 0 0 0 0,-1 0 0 0 0,1 0 0 0 0,-1 1 0 0 0,0 0 0 0 0,0 0 0 0 0,-1 0 0 0 0,-5-5 0 0 0,5 7 5 0 0,0 1 0 0 0,0 0 0 0 0,0 0 0 0 0,-1 0 0 0 0,1 1 0 0 0,-10-2 0 0 0,2 0 8 0 0,7 2-12 0 0,0 0-1 0 0,-1 0 0 0 0,1 0 0 0 0,-1 1 0 0 0,1 0 0 0 0,0 0 0 0 0,-1 1 0 0 0,1-1 0 0 0,-12 4 0 0 0,4 0-50 0 0,0 0 1 0 0,1 1-1 0 0,-15 8 0 0 0,16-7-425 0 0,0 1 0 0 0,0 0-1 0 0,0 1 1 0 0,1 1 0 0 0,0 0-1 0 0,0 0 1 0 0,-15 19-1 0 0,13-2-6026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36.4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34 146 460 0 0,'0'0'10642'0'0,"-2"-3"-10188"0"0,-9-9 765 0 0,15 7-875 0 0,9-6-127 0 0,-1-1 0 0 0,2 2 0 0 0,-1-1-1 0 0,2 2 1 0 0,-1 0 0 0 0,1 1 0 0 0,0 0 0 0 0,1 1-1 0 0,0 1 1 0 0,0 1 0 0 0,28-7 0 0 0,34 1-64 0 0,-10 4-64 0 0,-62 7-39 0 0,-2 1-45 0 0,30 5 27 0 0,-30-3-13 0 0,-1-1-17 0 0,0 0 0 0 0,-1 1-1 0 0,1-1 1 0 0,-1 1-1 0 0,0-1 1 0 0,0 1-1 0 0,0 0 1 0 0,0 0-1 0 0,0 0 1 0 0,-1 0-1 0 0,1 1 1 0 0,-1-1-1 0 0,0 0 1 0 0,0 1 0 0 0,0-1-1 0 0,0 0 1 0 0,0 6-1 0 0,1 6 25 0 0,-1-9-24 0 0,0 0-1 0 0,0 1 0 0 0,-1-1 0 0 0,0 0 0 0 0,0 1 1 0 0,-1-1-1 0 0,0 0 0 0 0,0 1 0 0 0,0-1 1 0 0,-1 0-1 0 0,0 0 0 0 0,-3 7 0 0 0,2-5 13 0 0,-1 0 0 0 0,0-1 1 0 0,-1 1-1 0 0,0-1 0 0 0,0 1 0 0 0,0-1 0 0 0,-1-1 1 0 0,-7 7-1 0 0,5-5 16 0 0,-1-1 0 0 0,0 0-1 0 0,0 0 1 0 0,-1-1 0 0 0,0 0 0 0 0,0 0 0 0 0,-1-1 0 0 0,-21 7 0 0 0,30-12 82 0 0,-6 1-131 0 0,4 0 9 0 0,7-3-183 0 0,31-15 159 0 0,-31 16 27 0 0,0 0 1 0 0,-1 0-1 0 0,1 0 1 0 0,0 0-1 0 0,0 0 1 0 0,0 0-1 0 0,0 1 1 0 0,0 0 0 0 0,0-1-1 0 0,0 1 1 0 0,-1 0-1 0 0,1 0 1 0 0,6 2-1 0 0,-5-2 3 0 0,3 1-11 0 0,-1 0 0 0 0,1 1 0 0 0,0-1-1 0 0,-1 1 1 0 0,1 0 0 0 0,8 5 0 0 0,-2-2-5 0 0,-5-1 16 0 0,1-1 0 0 0,-1 1 0 0 0,0 0 0 0 0,0 1 0 0 0,-1 0 0 0 0,0 0 0 0 0,1 1 0 0 0,-2 0 0 0 0,1 0 0 0 0,-1 1 0 0 0,8 9 0 0 0,-13-15 8 0 0,-1 0 0 0 0,1 0 0 0 0,-1 0 0 0 0,1 0 0 0 0,-1 0 1 0 0,0 0-1 0 0,0 0 0 0 0,1 0 0 0 0,-1 0 0 0 0,0 0 0 0 0,0 0 0 0 0,0 0 1 0 0,0 0-1 0 0,0 0 0 0 0,0-1 0 0 0,0 1 0 0 0,-1 0 0 0 0,1 0 0 0 0,0 0 1 0 0,0 0-1 0 0,-1 0 0 0 0,1 0 0 0 0,-1 0 0 0 0,1 0 0 0 0,-1 1 0 0 0,-17 19 65 0 0,2-8-42 0 0,0-1-1 0 0,-1 0 1 0 0,0-1-1 0 0,0-2 1 0 0,-1 1-1 0 0,-1-2 1 0 0,-19 7-1 0 0,-8-1 176 0 0,-86 15-1 0 0,122-28-220 0 0,0 0-1 0 0,0 0 1 0 0,0-1-1 0 0,-1 0 1 0 0,1-1-1 0 0,0-1 1 0 0,-16-3-1 0 0,22 4-98 0 0,0 1 0 0 0,1-2 0 0 0,-1 1 0 0 0,0 0 0 0 0,0-1 0 0 0,1 0 0 0 0,-1 0 0 0 0,1 0 0 0 0,-1 0 0 0 0,1 0 0 0 0,0-1 0 0 0,0 0 0 0 0,0 1 0 0 0,0-1 0 0 0,0 0 0 0 0,1-1 0 0 0,0 1 0 0 0,-1 0 0 0 0,1-1 0 0 0,-3-6 0 0 0,4 7-186 0 0,0-1 1 0 0,0 1-1 0 0,1 0 1 0 0,-1 0-1 0 0,1 0 1 0 0,0-1-1 0 0,0 1 1 0 0,0 0-1 0 0,0 0 0 0 0,1-6 1 0 0,4-9-5228 0 0,-1 7 2489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37.16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357 17 64 0 0,'0'0'780'0'0,"2"-1"-18"0"0,5-14 14065 0 0,-9 15-14822 0 0,-13 1 203 0 0,0 0-1 0 0,0 2 1 0 0,-27 7-1 0 0,-13 6 681 0 0,45-12-760 0 0,1 0 0 0 0,0 0 0 0 0,0 1 0 0 0,0 0 0 0 0,0 1 0 0 0,1 0 0 0 0,0 0 0 0 0,-12 13 0 0 0,6-3 49 0 0,0 0-1 0 0,1 0 1 0 0,-14 26 0 0 0,17-26-40 0 0,1 1 0 0 0,1 0 1 0 0,0 0-1 0 0,1 1 0 0 0,1 0 1 0 0,-8 36-1 0 0,14-49-120 0 0,0-1-1 0 0,0 0 1 0 0,0 1 0 0 0,1-1 0 0 0,-1 1 0 0 0,1-1-1 0 0,0 0 1 0 0,0 1 0 0 0,1-1 0 0 0,-1 0 0 0 0,1 0-1 0 0,0 0 1 0 0,0 0 0 0 0,0 0 0 0 0,1 0 0 0 0,0-1-1 0 0,-1 1 1 0 0,1-1 0 0 0,0 0 0 0 0,0 1-1 0 0,5 2 1 0 0,0 1-12 0 0,0-1-1 0 0,0 0 0 0 0,1-1 0 0 0,0 0 1 0 0,0 0-1 0 0,0-1 0 0 0,0 0 1 0 0,12 3-1 0 0,-2-2-51 0 0,0-1 0 0 0,1-1 1 0 0,0-1-1 0 0,-1 0 0 0 0,1-1 0 0 0,0-2 0 0 0,21-2 1 0 0,-30 2 1 0 0,-1-1 0 0 0,1 0 0 0 0,-1-1 0 0 0,1 0 0 0 0,-1-1 0 0 0,0 0 1 0 0,0 0-1 0 0,-1-1 0 0 0,0 0 0 0 0,1-1 0 0 0,-2 0 0 0 0,1-1 0 0 0,-1 1 0 0 0,12-14 1 0 0,-18 18 28 0 0,0-1 0 0 0,0 0 1 0 0,0 0-1 0 0,-1 0 1 0 0,1 0-1 0 0,-1-1 0 0 0,0 1 1 0 0,0 0-1 0 0,0 0 1 0 0,-1-1-1 0 0,1 1 1 0 0,-1 0-1 0 0,0-6 0 0 0,2-5 15 0 0,-3 12-4 0 0,1-1 1 0 0,-1 0-1 0 0,1 1 1 0 0,-1-1-1 0 0,0 1 1 0 0,0-1-1 0 0,0 1 1 0 0,0-1-1 0 0,0 1 1 0 0,-1 0-1 0 0,-1-4 1 0 0,1 3-2 0 0,0 0 6 0 0,0 1 0 0 0,0-1 0 0 0,0 1 0 0 0,0 0 0 0 0,-1-1 0 0 0,1 1 0 0 0,-1 0 0 0 0,1 0 0 0 0,-1 1 0 0 0,0-1 0 0 0,1 0 0 0 0,-1 1-1 0 0,0 0 1 0 0,0 0 0 0 0,0 0 0 0 0,0 0 0 0 0,0 0 0 0 0,0 0 0 0 0,-1 1 0 0 0,-3-1 0 0 0,-6 1 1 0 0,-1 0 0 0 0,0 0 0 0 0,-19 5 0 0 0,8-2-12 0 0,-5 1-127 0 0,0 2-1 0 0,0 1 1 0 0,-48 17 0 0 0,69-19-208 0 0,-1-1 1 0 0,1 1-1 0 0,0 1 0 0 0,0-1 1 0 0,1 2-1 0 0,0-1 0 0 0,0 1 1 0 0,-8 8-1 0 0,8-6-1919 0 0,0 1 0 0 0,1-1-1 0 0,-10 18 1 0 0,7-4-1855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54.9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242 54 244 0 0,'0'0'4397'0'0,"21"5"-4351"0"0,66 17-9 0 0,-65-16 130 0 0,-7-5-130 0 0,48 7-2 0 0,-47-6 116 0 0,0-1-115 0 0,51 1 5 0 0,-50-1 60 0 0,-1 0-71 0 0,48 3-15 0 0,-48-3 56 0 0,-1 0-55 0 0,3-1-8 0 0,53 6 63 0 0,-11 2-56 0 0,-45-6 27 0 0,0-1-28 0 0,45 3-9 0 0,-45-3 61 0 0,-1 0-45 0 0,2 1-6 0 0,55 0 305 0 0,38-2-183 0 0,-7 0-70 0 0,-29 0-61 0 0,-55 0 22 0 0,-9 1-26 0 0,1 0-1 0 0,-1-1 1 0 0,15-2 0 0 0,41-2 89 0 0,27 2-87 0 0,-72 2-6 0 0,1 0 19 0 0,36-5 0 0 0,32-4 19 0 0,-39 4-35 0 0,-38 4 13 0 0,3-1-9 0 0,3 0 34 0 0,49-8 1598 0 0,-54 6-1631 0 0,-7 2-1 0 0,-1 1 1 0 0,1-1-1 0 0,0 1 1 0 0,-1 1-1 0 0,1-1 1 0 0,7 1-1 0 0,-54-4-12 0 0,-126-10 0 0 0,110 11 1 0 0,-23 4 16 0 0,-72-7-29 0 0,57 4 16 0 0,31 1-4 0 0,-67-5 2 0 0,38 4-4 0 0,26-1-2 0 0,50 2 0 0 0,0 3 5 0 0,-84 5 18 0 0,37-2-13 0 0,48-3 1 0 0,2-1-2 0 0,-43 4 10 0 0,43-4 9 0 0,0 1-22 0 0,-42 3 0 0 0,42-4 10 0 0,-1 2-8 0 0,-73 13 4 0 0,26-6 9 0 0,-8 3-11 0 0,40-10 8 0 0,-31 1-3 0 0,46-3 6 0 0,-3 1-15 0 0,-53 6-3 0 0,57-6 8 0 0,0-1-1 0 0,-27 0 1 0 0,25-2-2 0 0,2 1 12 0 0,-1 1-98 0 0,-46 3 78 0 0,46-3 10 0 0,60 1-334 0 0,135 7 328 0 0,-135-6-12 0 0,-25-4 8 0 0,3 0 8 0 0,65-5-10 0 0,-70 4 10 0 0,54-4-2 0 0,-11 3 4 0 0,-24 1 4 0 0,88-7 8 0 0,-67 7-18 0 0,-26 0-8 0 0,53-2 0 0 0,-8 0 10 0 0,-21 0 0 0 0,10 2-1 0 0,47 1-8 0 0,-18 0 2 0 0,-71 2 10 0 0,-3 1 3 0 0,37-3 0 0 0,-41 0 2 0 0,34 2-1 0 0,-30 0-3 0 0,-3 0 3 0 0,-2-2 0 0 0,51 0-4 0 0,-50 1 31 0 0,45-1-9 0 0,-42 2-22 0 0,-4-1-5 0 0,-1-1 7 0 0,4 1 1 0 0,-5 0-2 0 0,-1 0-1 0 0,1-1 1 0 0,17-3 0 0 0,-14 2 3 0 0,49-8 13 0 0,-53 6-18 0 0,-5 2-16 0 0,0 0 0 0 0,0 0-1 0 0,0 1 1 0 0,0 0 0 0 0,15 1 0 0 0,76-6 34 0 0,-44 2-6 0 0,-41 3-6 0 0,80-4 66 0 0,-139 3-70 0 0,-134-6-1 0 0,134 6 2 0 0,-3 0-5 0 0,-18-3-45 0 0,-38 0 31 0 0,10 4-7 0 0,7 2 10 0 0,-32-7 42 0 0,61 4-27 0 0,43 1 6 0 0,0-1-8 0 0,-73-7-22 0 0,72 6 24 0 0,1 0-7 0 0,1 2-1 0 0,-25-1 1 0 0,-26-1 3 0 0,48 3-2 0 0,0 0 0 0 0,-54 3 14 0 0,53-2-1 0 0,0 1-4 0 0,-84 9 5 0 0,43-5-8 0 0,30-2-3 0 0,-25 3 10 0 0,41-5-3 0 0,-3-1-9 0 0,-47 3 6 0 0,48-3 13 0 0,-1 0-8 0 0,-81 2 30 0 0,32-3-38 0 0,49 0-1 0 0,-1 0-12 0 0,-52 2 21 0 0,52-2 0 0 0,-23 1-52 0 0,-20-2 48 0 0,45 2-17 0 0,-47 3 17 0 0,47-3 111 0 0,2 0-125 0 0,-40 6 11 0 0,40-6 45 0 0,49 5-320 0 0,108 19 277 0 0,-108-19-8 0 0,44-3-8 0 0,-64-2 15 0 0,0-1 3 0 0,50 0-2 0 0,-50 0 27 0 0,1-1-20 0 0,49 0 1 0 0,-49 1 0 0 0,1 0-19 0 0,51 0 11 0 0,-51 0 0 0 0,-2-1 7 0 0,49 0-5 0 0,-48 1-1 0 0,-3-2 3 0 0,41-6-12 0 0,-41 6 30 0 0,-4 3-33 0 0,1-1 9 0 0,-1 0 1 0 0,19-3-1 0 0,-11 0 2 0 0,-2 2 25 0 0,-1 0-33 0 0,46-6-2 0 0,-45 6-2 0 0,0 0 0 0 0,48-3 16 0 0,-48 3 6 0 0,-3 0-37 0 0,74-5 37 0 0,-19 2-8 0 0,-51 4-9 0 0,0 0-4 0 0,82 1 42 0 0,-35-2-29 0 0,-48 1 3 0 0,0 0 2 0 0,80 4-59 0 0,-32 0 60 0 0,-48-3 18 0 0,0-1-21 0 0,45 2-9 0 0,-46-2 5 0 0,1 0-30 0 0,81 2 53 0 0,-30-4-24 0 0,-51 2 17 0 0,-2-3-24 0 0,40-7 0 0 0,-41 8 15 0 0,3 0-34 0 0,2 2 26 0 0,-4 0-3 0 0,-1-1 0 0 0,0-1-1 0 0,18-3 1 0 0,18-4-4 0 0,-36 7 9 0 0,-46-5-213 0 0,-99-18 212 0 0,98 18 4 0 0,16 8-23 0 0,-4 1 16 0 0,-65 1 32 0 0,22-3-26 0 0,48 0-10 0 0,2-1-35 0 0,-46-3 38 0 0,46 3 35 0 0,-2 5-628 0 0,-50 13 593 0 0,36-12 7 0 0,-26-1 0 0 0,43-3-3 0 0,-2 0-3 0 0,-48 4 2 0 0,48-3-7 0 0,1-1-19 0 0,-46 2 20 0 0,45-2 1 0 0,7 3-4625 0 0,-37 15 3507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57.6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195 141 144 0 0,'0'0'2976'0'0,"-3"-1"-2744"0"0,-10-6 8 0 0,10 6 1150 0 0,7-3-1130 0 0,13-8 34 0 0,19-12 727 0 0,-22 14-811 0 0,24-14 470 0 0,-29 19-539 0 0,0 0 0 0 0,1 0 0 0 0,-1 1 0 0 0,15-4 0 0 0,13-5 201 0 0,5-1 57 0 0,-20 12-214 0 0,-1 0-1 0 0,29 3 0 0 0,-9-1 30 0 0,-30 0-157 0 0,0 1 0 0 0,0 0 1 0 0,0 1-1 0 0,0 0 0 0 0,13 4 0 0 0,-22-4-35 0 0,1 0 0 0 0,-1 0-1 0 0,0 0 1 0 0,0 0 0 0 0,0 0 0 0 0,0 1 0 0 0,-1-1 0 0 0,1 0-1 0 0,-1 1 1 0 0,1 0 0 0 0,-1-1 0 0 0,0 1 0 0 0,0 0 0 0 0,0-1-1 0 0,1 6 1 0 0,-2-3 14 0 0,0 0 0 0 0,0 0 0 0 0,0 0-1 0 0,-1 0 1 0 0,0 0 0 0 0,0-1 0 0 0,0 1-1 0 0,0 0 1 0 0,-1 0 0 0 0,0-1 0 0 0,0 1-1 0 0,0-1 1 0 0,-1 1 0 0 0,1-1 0 0 0,-1 0-1 0 0,0 0 1 0 0,0 0 0 0 0,-1 0 0 0 0,1-1-1 0 0,-6 5 1 0 0,-1-1 0 0 0,0-1-1 0 0,0 0 1 0 0,0-1-1 0 0,-14 6 1 0 0,2-2 3 0 0,-23 9 55 0 0,-1-2 0 0 0,-94 20 1 0 0,127-33-83 0 0,-28 0 17 0 0,33-3-27 0 0,5 0-7 0 0,0-1-92 0 0,-12-3 60 0 0,12 3 6 0 0,11-1-135 0 0,26-7 151 0 0,-32 8 13 0 0,0 0 0 0 0,-1 1 1 0 0,1-1-1 0 0,-1 1 0 0 0,1 0 0 0 0,0-1 0 0 0,-1 1 0 0 0,1 0 0 0 0,0 0 1 0 0,-1 0-1 0 0,1 0 0 0 0,0 0 0 0 0,-1 0 0 0 0,1 1 0 0 0,2 0 1 0 0,1 0-3 0 0,0 0 2 0 0,0-1 1 0 0,1 2 0 0 0,-1-1 0 0 0,0 0-1 0 0,0 1 1 0 0,0 0 0 0 0,-1 0 0 0 0,1 0-1 0 0,0 1 1 0 0,-1-1 0 0 0,1 1-1 0 0,-1 0 1 0 0,0 1 0 0 0,0-1 0 0 0,0 1-1 0 0,0 0 1 0 0,4 6 0 0 0,2 4 22 0 0,0 1 0 0 0,-1 0 0 0 0,11 26 0 0 0,-16-32-2 0 0,5 14 72 0 0,-1 1 0 0 0,-1-1 0 0 0,7 45 0 0 0,-13-59-35 0 0,0 1-1 0 0,0-1 1 0 0,-1 1 0 0 0,0-1 0 0 0,0 1 0 0 0,-1-1 0 0 0,-3 14 0 0 0,2-17-18 0 0,1-1 0 0 0,-1 1 0 0 0,0-1 0 0 0,-1 0 1 0 0,1 1-1 0 0,-1-1 0 0 0,0 0 0 0 0,-1-1 0 0 0,1 1 0 0 0,-1-1 1 0 0,0 1-1 0 0,0-1 0 0 0,-7 6 0 0 0,-1-1 19 0 0,0 0-1 0 0,-1-1 1 0 0,0-1-1 0 0,-1 0 0 0 0,1 0 1 0 0,-1-1-1 0 0,0-1 1 0 0,-1-1-1 0 0,1 0 1 0 0,-1 0-1 0 0,0-2 1 0 0,0 0-1 0 0,0 0 0 0 0,0-2 1 0 0,0 0-1 0 0,0 0 1 0 0,-18-4-1 0 0,20 1-120 0 0,1 0 0 0 0,0-1 0 0 0,0 0 0 0 0,0-1 0 0 0,-19-10 0 0 0,27 13-41 0 0,0-1 1 0 0,0 0-1 0 0,0 0 1 0 0,0 0 0 0 0,0 0-1 0 0,1 0 1 0 0,0-1-1 0 0,-1 1 1 0 0,1-1 0 0 0,0 0-1 0 0,1 0 1 0 0,-1 0-1 0 0,1-1 1 0 0,0 1 0 0 0,0 0-1 0 0,0-1 1 0 0,1 1-1 0 0,-2-7 1 0 0,2 8-86 0 0,1 0 0 0 0,0 0 0 0 0,0-1 0 0 0,0 1 0 0 0,0 0 0 0 0,0 0 0 0 0,1-1 0 0 0,-1 1 0 0 0,1 0 0 0 0,0 0 0 0 0,0 0 0 0 0,0-1 0 0 0,0 1 0 0 0,1 0 0 0 0,1-3 0 0 0,13-12-4171 0 0,-7 12 2147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58.3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268 57 232 0 0,'3'-2'529'0'0,"51"-29"2800"0"0,-51 29-2971 0 0,7-10 1493 0 0,5 3 805 0 0,-23 10 59 0 0,-23 11-1642 0 0,13-4-911 0 0,0 0 0 0 0,0 2 1 0 0,1 0-1 0 0,0 1 0 0 0,-25 22 0 0 0,9-2 296 0 0,-37 43 1 0 0,60-61-364 0 0,0 0 0 0 0,0 0 1 0 0,1 0-1 0 0,1 1 1 0 0,-8 19-1 0 0,13-26-59 0 0,0 1 0 0 0,0-1 0 0 0,1 1-1 0 0,0 0 1 0 0,1 0 0 0 0,-1-1 0 0 0,1 1 0 0 0,1 0 0 0 0,0 1 0 0 0,0-1 0 0 0,0 0 0 0 0,3 11-1 0 0,-1-15-27 0 0,-1-1 0 0 0,1 0-1 0 0,-1 1 1 0 0,1-1 0 0 0,0 0-1 0 0,1 0 1 0 0,-1 0-1 0 0,0-1 1 0 0,1 1 0 0 0,-1 0-1 0 0,1-1 1 0 0,5 4-1 0 0,35 21-92 0 0,-40-26 71 0 0,0 0 0 0 0,0 0 0 0 0,-1 0-1 0 0,1 0 1 0 0,0-1 0 0 0,0 1 0 0 0,0-1-1 0 0,0 0 1 0 0,4 0 0 0 0,5 1-76 0 0,-4-1 35 0 0,-1 0-1 0 0,1 0 1 0 0,0 0-1 0 0,-1-1 1 0 0,1 0-1 0 0,0-1 1 0 0,-1 0 0 0 0,1 0-1 0 0,-1 0 1 0 0,0-1-1 0 0,0 0 1 0 0,0 0-1 0 0,0-1 1 0 0,-1 0-1 0 0,1 0 1 0 0,-1-1-1 0 0,6-5 1 0 0,15-17-181 0 0,-21 22 198 0 0,-1 0 1 0 0,1 0 0 0 0,-1 0-1 0 0,0-1 1 0 0,0 0 0 0 0,-1 0-1 0 0,0 0 1 0 0,0-1 0 0 0,0 1-1 0 0,-1-1 1 0 0,0 0 0 0 0,0 0-1 0 0,2-9 1 0 0,-5 11 13 0 0,-6-23 26 0 0,0 22 46 0 0,3 4-44 0 0,1 1 32 0 0,-8-2 26 0 0,9 2-58 0 0,0 1-1 0 0,0-1 1 0 0,0 1-1 0 0,0 0 1 0 0,1-1-1 0 0,-1 1 1 0 0,0 0-1 0 0,0 0 1 0 0,0 0-1 0 0,0-1 1 0 0,0 1-1 0 0,0 0 1 0 0,0 0-1 0 0,0 0 1 0 0,0 1-1 0 0,-2-1 1 0 0,-7 1 13 0 0,0-1 0 0 0,0 2 0 0 0,0 0 0 0 0,1 0 0 0 0,-1 0 0 0 0,-11 6 0 0 0,-13 7-10 0 0,19-8-160 0 0,1 0 0 0 0,-27 17 0 0 0,-1 3-576 0 0,4-3-1291 0 0,13-4-4085 0 0,18-13 3460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59.2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0 147 112 0 0,'0'0'1176'0'0,"4"-14"1280"0"0,11-1-2014 0 0,1 1 1 0 0,0 0-1 0 0,1 1 0 0 0,1 0 1 0 0,0 2-1 0 0,1 0 1 0 0,0 1-1 0 0,0 1 1 0 0,26-8-1 0 0,-9 12 79 0 0,-32 5-217 0 0,0 1-150 0 0,-1 0-100 0 0,0 0 1 0 0,1 0 0 0 0,-1 0-1 0 0,0 0 1 0 0,0 1 0 0 0,-1-1-1 0 0,1 1 1 0 0,0 0-1 0 0,0 0 1 0 0,-1 0 0 0 0,1 0-1 0 0,-1 0 1 0 0,0 0-1 0 0,1 1 1 0 0,-1-1 0 0 0,0 1-1 0 0,-1 0 1 0 0,1-1-1 0 0,0 1 1 0 0,-1 0 0 0 0,0 0-1 0 0,2 5 1 0 0,-3-4-21 0 0,0-1-1 0 0,0 1 1 0 0,0 0 0 0 0,0 0 0 0 0,-1-1-1 0 0,0 1 1 0 0,0 0 0 0 0,0-1-1 0 0,0 1 1 0 0,0-1 0 0 0,-1 1 0 0 0,0-1-1 0 0,1 0 1 0 0,-1 0 0 0 0,-1 0-1 0 0,1 0 1 0 0,0 0 0 0 0,-1 0 0 0 0,1 0-1 0 0,-4 2 1 0 0,-10 10 94 0 0,0-1 1 0 0,-21 14-1 0 0,32-24-80 0 0,-27 14 192 0 0,30-16-200 0 0,1 0-2 0 0,1-2-38 0 0,0 0 0 0 0,0 0-1 0 0,0 0 1 0 0,1 0 0 0 0,-1 0 0 0 0,0 0 0 0 0,0 0 0 0 0,0 0-1 0 0,1 0 1 0 0,-1 0 0 0 0,0 0 0 0 0,0 0 0 0 0,0 0 0 0 0,0 0-1 0 0,1 0 1 0 0,-1 0 0 0 0,0 0 0 0 0,0 0 0 0 0,0 0 0 0 0,0 1 0 0 0,1-1-1 0 0,-1 0 1 0 0,0 0 0 0 0,0 0 0 0 0,0 0 0 0 0,0 0 0 0 0,0 1-1 0 0,0-1 1 0 0,1 0 0 0 0,-1 0 0 0 0,0 0 0 0 0,0 0 0 0 0,0 1-1 0 0,0-1 1 0 0,0 0 0 0 0,0 0 0 0 0,0 0 0 0 0,0 1 0 0 0,0-1-1 0 0,0 0 1 0 0,0 0 0 0 0,0 0 0 0 0,0 1 0 0 0,0-1 0 0 0,0 0-1 0 0,0 0 1 0 0,0 0 0 0 0,0 0 0 0 0,0 1 0 0 0,0-1 0 0 0,0 0-1 0 0,0 0 1 0 0,0 0 0 0 0,-1 1 0 0 0,1-1 0 0 0,0 0 0 0 0,0 0-1 0 0,0 0 1 0 0,0 0 0 0 0,0 0 0 0 0,-1 1 0 0 0,12 0-5 0 0,-7-1 2 0 0,1 1 0 0 0,0-1 0 0 0,0 0 0 0 0,-1-1 0 0 0,1 1 0 0 0,9-3 0 0 0,12 0-8 0 0,1 0-1 0 0,0 2 0 0 0,0 1 0 0 0,47 6 0 0 0,-50-2 13 0 0,-3 0-2 0 0,31 10 1 0 0,-46-12 1 0 0,0 0 0 0 0,0 1 0 0 0,0 0 1 0 0,-1 0-1 0 0,1 0 0 0 0,-1 0 0 0 0,0 1 0 0 0,0 0 0 0 0,7 7 0 0 0,-5-3 17 0 0,1 0 0 0 0,-1 0 0 0 0,-1 1-1 0 0,1 0 1 0 0,-1 0 0 0 0,7 17-1 0 0,-12-23 1 0 0,-1-1-1 0 0,1 1 0 0 0,-1 0 1 0 0,0-1-1 0 0,0 1 1 0 0,0 0-1 0 0,0-1 0 0 0,-1 1 1 0 0,1 0-1 0 0,-1-1 0 0 0,0 1 1 0 0,1 0-1 0 0,-2 2 0 0 0,-16 30 137 0 0,13-28-127 0 0,0-1 1 0 0,-1 1-1 0 0,0-1 0 0 0,0 0 0 0 0,0-1 0 0 0,-1 1 1 0 0,1-1-1 0 0,-1-1 0 0 0,-11 6 0 0 0,-7 2 60 0 0,-40 13 0 0 0,20-9-19 0 0,24-9-138 0 0,-1 0 0 0 0,1-2 0 0 0,-1-1 0 0 0,-1-1 1 0 0,1 0-1 0 0,0-2 0 0 0,-1-1 0 0 0,-41-4 0 0 0,55 2-300 0 0,1 0 0 0 0,0 0 0 0 0,0-1 0 0 0,-14-6 0 0 0,19 8 135 0 0,1 0-117 0 0,0 0 1 0 0,0-1-1 0 0,0 1 0 0 0,0 0 1 0 0,0-1-1 0 0,1 1 0 0 0,-1-1 1 0 0,-2-2-1 0 0,-1-2-1946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8:59.6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411 7 424 0 0,'0'0'2094'0'0,"8"-4"-1450"0"0,-7 2 132 0 0,-11 2 3947 0 0,-16 6-4310 0 0,-1 1-1 0 0,1 1 0 0 0,0 1 1 0 0,0 1-1 0 0,-24 14 0 0 0,35-14-130 0 0,-1 0 0 0 0,1 1 1 0 0,1 0-1 0 0,0 1 0 0 0,0 1 0 0 0,-22 28 1 0 0,31-35-205 0 0,-5 6 64 0 0,1-1-1 0 0,1 1 0 0 0,0 1 1 0 0,0 0-1 0 0,1 0 0 0 0,1 0 1 0 0,-7 22-1 0 0,10-26-89 0 0,-4 14 134 0 0,1 1 0 0 0,0 0 1 0 0,-2 37-1 0 0,7-54-152 0 0,1-1-1 0 0,0 1 1 0 0,0-1 0 0 0,1 1 0 0 0,0-1 0 0 0,0 0-1 0 0,0 1 1 0 0,1-1 0 0 0,0 0 0 0 0,0 0-1 0 0,1 0 1 0 0,0 0 0 0 0,0 0 0 0 0,0 0 0 0 0,1-1-1 0 0,-1 0 1 0 0,1 0 0 0 0,9 9 0 0 0,-6-8-17 0 0,0-1 1 0 0,0-1-1 0 0,1 1 1 0 0,0-1 0 0 0,-1-1-1 0 0,1 1 1 0 0,0-1-1 0 0,1-1 1 0 0,-1 1-1 0 0,0-1 1 0 0,11 1-1 0 0,-6-2-13 0 0,1 0-1 0 0,0 0 1 0 0,0-1-1 0 0,0-1 1 0 0,0 0-1 0 0,14-4 0 0 0,-18 3-22 0 0,-1-1 0 0 0,0 1 0 0 0,1-2 0 0 0,-1 0 0 0 0,-1 0 0 0 0,1 0 0 0 0,-1-1 0 0 0,0 0-1 0 0,0-1 1 0 0,0 0 0 0 0,-1 0 0 0 0,1-1 0 0 0,-2 1 0 0 0,1-2 0 0 0,-1 1 0 0 0,0-1 0 0 0,9-15-1 0 0,-15 22 19 0 0,1 0-1 0 0,-1 0 0 0 0,1 0 1 0 0,-1 0-1 0 0,1-1 0 0 0,-1 1 1 0 0,0 0-1 0 0,0 0 0 0 0,0 0 0 0 0,1 0 1 0 0,-1-1-1 0 0,0 1 0 0 0,0 0 1 0 0,-1 0-1 0 0,1 0 0 0 0,0-1 1 0 0,0 1-1 0 0,-1 0 0 0 0,1 0 1 0 0,0 0-1 0 0,-1 0 0 0 0,1 0 0 0 0,-1 0 1 0 0,0 0-1 0 0,1 0 0 0 0,-1 0 1 0 0,0 0-1 0 0,1 0 0 0 0,-1 0 1 0 0,0 0-1 0 0,0 0 0 0 0,0 0 1 0 0,0 1-1 0 0,0-1 0 0 0,0 0 0 0 0,0 1 1 0 0,0-1-1 0 0,-2 0 0 0 0,-1-1 2 0 0,1 1 0 0 0,-1 0 0 0 0,0 0 0 0 0,0 0 0 0 0,0 0 0 0 0,0 0-1 0 0,0 1 1 0 0,-7-1 0 0 0,-10 4-25 0 0,1 0 0 0 0,1 1 0 0 0,-1 0 0 0 0,0 2 0 0 0,-19 8-1 0 0,-54 29-1500 0 0,59-22-618 0 0,4 4-3591 0 0,19-13 2345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9:00.5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1 153 284 0 0,'9'-11'765'0'0,"1"1"0"0"0,1 1 0 0 0,17-13 0 0 0,13-11 685 0 0,-32 26-896 0 0,0 0 0 0 0,17-9 0 0 0,10-6 1509 0 0,-34 20-1661 0 0,14-2 377 0 0,-6 1-451 0 0,0 1-1 0 0,0 0 1 0 0,1 1 0 0 0,13 0-1 0 0,-20 1-127 0 0,2 1-14 0 0,3 0-52 0 0,0 0 0 0 0,0 1 0 0 0,0 0 0 0 0,0 0 0 0 0,0 1 0 0 0,0 1 0 0 0,-1-1 0 0 0,15 10 1 0 0,-21-12-115 0 0,-1 1 0 0 0,1-1 1 0 0,-1 1-1 0 0,1-1 0 0 0,-1 1 1 0 0,0-1-1 0 0,1 1 0 0 0,-1 0 1 0 0,0 0-1 0 0,0-1 1 0 0,-1 1-1 0 0,1 0 0 0 0,0 0 1 0 0,-1 0-1 0 0,1 0 0 0 0,-1 0 1 0 0,1 0-1 0 0,-1 0 1 0 0,0 0-1 0 0,0 0 0 0 0,0 1 1 0 0,0-1-1 0 0,0 0 0 0 0,0 0 1 0 0,-1 0-1 0 0,1 0 0 0 0,-1 0 1 0 0,1 0-1 0 0,-2 2 1 0 0,-3 7 64 0 0,0 0 0 0 0,0-1 0 0 0,-1 0 0 0 0,-7 10 0 0 0,6-9-33 0 0,6-10-44 0 0,0 1 0 0 0,0-1 0 0 0,0 0-1 0 0,0 0 1 0 0,-1 1 0 0 0,1-1 0 0 0,0 0 0 0 0,-1 0-1 0 0,1 0 1 0 0,-1-1 0 0 0,1 1 0 0 0,-1 0 0 0 0,1 0-1 0 0,-1-1 1 0 0,1 1 0 0 0,-3-1 0 0 0,-24 12 94 0 0,27-11-107 0 0,29-7-111 0 0,10 0 96 0 0,41 9 33 0 0,-69-2-6 0 0,-1 2 0 0 0,1-1 0 0 0,-1 1 0 0 0,1 1 0 0 0,-1 0 0 0 0,14 8 0 0 0,12 5 27 0 0,-31-15-20 0 0,-1 0-1 0 0,0 0 0 0 0,1 1 0 0 0,-1-1 1 0 0,0 1-1 0 0,-1 0 0 0 0,1 0 1 0 0,0 0-1 0 0,-1 0 0 0 0,1 0 1 0 0,-1 1-1 0 0,0-1 0 0 0,0 1 0 0 0,-1-1 1 0 0,1 1-1 0 0,-1 0 0 0 0,2 7 1 0 0,-3-10-11 0 0,0 0 1 0 0,0 0 0 0 0,0 0 0 0 0,0 1 0 0 0,0-1-1 0 0,0 0 1 0 0,-1 0 0 0 0,1 0 0 0 0,0 1 0 0 0,-1-1-1 0 0,1 0 1 0 0,-1 0 0 0 0,0 0 0 0 0,1 0 0 0 0,-2 1-1 0 0,0 2 7 0 0,0 0-3 0 0,0 1 0 0 0,-1-1 0 0 0,1 0 0 0 0,-1 0 0 0 0,0 0 0 0 0,0 0 0 0 0,0 0 0 0 0,-1-1 0 0 0,1 1 0 0 0,-6 3 0 0 0,-3 1 9 0 0,0-1 1 0 0,-16 8-1 0 0,-3 1 4 0 0,20-11-9 0 0,0 0 0 0 0,0-1 1 0 0,-1 0-1 0 0,-22 4 0 0 0,-25 8 31 0 0,52-13-40 0 0,-1-1 0 0 0,-1-1 0 0 0,1 1 0 0 0,0-1 0 0 0,-11 0-1 0 0,-18 2-36 0 0,-11 1-215 0 0,44-4 167 0 0,0 0-1 0 0,0-1 0 0 0,0 1 1 0 0,0-1-1 0 0,0 0 0 0 0,0 0 1 0 0,1-1-1 0 0,-1 1 0 0 0,0-1 1 0 0,1 0-1 0 0,-7-4 0 0 0,2 2-320 0 0,4 2 176 0 0,1 0 0 0 0,0 0 1 0 0,0 0-1 0 0,0 0 1 0 0,0-1-1 0 0,0 1 1 0 0,1-1-1 0 0,-1 0 1 0 0,1 0-1 0 0,-3-4 1 0 0,-8-20-4967 0 0,10 9 2166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9:01.56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425 22 348 0 0,'0'0'1289'0'0,"-3"-3"-683"0"0,-11-6-17 0 0,10 7 1591 0 0,3 1-1908 0 0,-1 0-1 0 0,1 0 1 0 0,-1 1-1 0 0,0-1 0 0 0,1 0 1 0 0,-1 1-1 0 0,0-1 0 0 0,0 1 1 0 0,1-1-1 0 0,-1 1 1 0 0,0 0-1 0 0,0 0 0 0 0,1 0 1 0 0,-1 0-1 0 0,-3 0 0 0 0,-3 0-233 0 0,0-1 140 0 0,1 2 0 0 0,0-1 0 0 0,-1 1 0 0 0,1 0 0 0 0,0 1 0 0 0,0 0 0 0 0,0 0 1 0 0,0 0-1 0 0,-10 5 0 0 0,13-5-111 0 0,-14 6 248 0 0,0 0 0 0 0,0 2 0 0 0,1 0 0 0 0,0 1-1 0 0,-16 14 1 0 0,24-15-197 0 0,-1 1 0 0 0,2-1 0 0 0,-1 2-1 0 0,-9 17 1 0 0,0 0-15 0 0,4-6 3 0 0,1 1 0 0 0,1 1 0 0 0,-10 29 0 0 0,13-31-48 0 0,6-14-33 0 0,0 0 1 0 0,0 0-1 0 0,1 1 0 0 0,0-1 0 0 0,1 0 0 0 0,0 1 0 0 0,0-1 0 0 0,1 1 0 0 0,0 0 0 0 0,1-1 1 0 0,0 1-1 0 0,1-1 0 0 0,4 16 0 0 0,-5-20-17 0 0,1 0-1 0 0,0 0 1 0 0,1 0 0 0 0,-1-1-1 0 0,1 1 1 0 0,0-1-1 0 0,0 1 1 0 0,0-1 0 0 0,1 0-1 0 0,-1 0 1 0 0,1-1 0 0 0,0 1-1 0 0,0-1 1 0 0,0 0 0 0 0,1 0-1 0 0,-1 0 1 0 0,1 0 0 0 0,0-1-1 0 0,-1 0 1 0 0,1 0-1 0 0,0 0 1 0 0,0 0 0 0 0,1-1-1 0 0,-1 0 1 0 0,0 0 0 0 0,8 0-1 0 0,52-4-3 0 0,-57 1 3 0 0,-1 1 0 0 0,1-2-1 0 0,-1 1 1 0 0,0-1 0 0 0,0 0 0 0 0,0-1 0 0 0,8-4 0 0 0,5-4 10 0 0,-10 6-17 0 0,0-1 0 0 0,-1 0 1 0 0,15-14-1 0 0,-3 3 3 0 0,-19 15-3 0 0,5-5-11 0 0,7-20 8 0 0,-12 25 5 0 0,11-19 13 0 0,-13 21-12 0 0,1 0-1 0 0,0 0 1 0 0,-1 0 0 0 0,1 0 0 0 0,-1 0 0 0 0,0-1-1 0 0,1 1 1 0 0,-1 0 0 0 0,0 0 0 0 0,0 0 0 0 0,0-1-1 0 0,0 1 1 0 0,1 0 0 0 0,-2 0 0 0 0,1 0 0 0 0,0-2-1 0 0,-1 1 4 0 0,-1 0 0 0 0,1 0 0 0 0,-1 0 0 0 0,1 0 0 0 0,-1 1 0 0 0,1-1 0 0 0,-1 0 0 0 0,0 1 0 0 0,0-1 0 0 0,0 1 0 0 0,0 0 0 0 0,0 0 0 0 0,0 0 1 0 0,0 0-1 0 0,-1 0 0 0 0,1 0 0 0 0,0 1 0 0 0,0-1 0 0 0,-1 1 0 0 0,1-1 0 0 0,0 1 0 0 0,-5 0 0 0 0,-6 0-2 0 0,1 1 0 0 0,-1 1 0 0 0,-16 4 0 0 0,18-4-8 0 0,-19 6-267 0 0,-43 17 0 0 0,8-2-4438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9:05.16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169 64 216 0 0,'0'0'2894'0'0,"-26"9"-2872"0"0,-76 28 7 0 0,76-28 4233 0 0,54-22-4969 0 0,83-41 694 0 0,-83 41 21 0 0,-17 10-4 0 0,35-10-10 0 0,-35 10-14 0 0,0-1 9 0 0,31-8 18 0 0,-31 8 13 0 0,-51 11-133 0 0,-119 22 106 0 0,119-22 1 0 0,28-5 11 0 0,-38 7-8 0 0,37-7-35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9:23.1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64 0 0,'0'0'1144'0'0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9:26.0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96 0 0,'0'0'2141'0'0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9:27.2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92 0 0,'9'10'138'0'0,"3"2"-95"0"0,28 35 143 0 0,-3-2 29 0 0,-1-2-25 0 0,2 3-10 0 0,-2 1-25 0 0,-3 0-42 0 0,7 3 24 0 0,-3-8-51 0 0,4 1-13 0 0,4 0 6 0 0,-2-5-13 0 0,-34-30-53 0 0,31 20 46 0 0,16 8 34 0 0,-2-2-18 0 0,-42-24-60 0 0,-5-5-3 0 0,0 0 1 0 0,0-1-1 0 0,0 1 0 0 0,1-1 0 0 0,10 4 1 0 0,50 22 86 0 0,4 0-18 0 0,-13-5 6 0 0,-4-2-38 0 0,-18-9-26 0 0,-27-11-12 0 0,3 3-2 0 0,58 26 36 0 0,-43-19-27 0 0,-21-10-18 0 0,3 3 12 0 0,38 21 6 0 0,-5-6 5 0 0,-35-17 9 0 0,5-1-25 0 0,40 11 1 0 0,-27-9 2 0 0,27-2 17 0 0,-40-2-22 0 0,10-3-1 0 0,68-5 12 0 0,-69 5-11 0 0,-5 0-10 0 0,52-6 11 0 0,-52 6-2 0 0,-4 1-21 0 0,40-2 10 0 0,-40 2 21 0 0,2-1-33 0 0,2-1-19 0 0,-6 1-359 0 0,1 1-1 0 0,-1 0 1 0 0,12 0-1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9:52.9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52 281 112 0 0,'0'0'358'0'0,"-3"2"-261"0"0,-5 4-14 0 0,4-4 29 0 0,1 0 1 0 0,-1 0-1 0 0,1 1 0 0 0,0 0 0 0 0,0-1 0 0 0,0 1 0 0 0,0 0 0 0 0,-2 4 0 0 0,4-5 169 0 0,-7 5 4561 0 0,23-26-3945 0 0,36-34-955 0 0,-34 38 160 0 0,-2-2 0 0 0,0 0 0 0 0,14-21 0 0 0,1-2 67 0 0,61-68 791 0 0,-90 106-904 0 0,10-11 50 0 0,-11 13-68 0 0,0 0 1 0 0,0 0-1 0 0,0-1 0 0 0,1 1 0 0 0,-1 0 0 0 0,0 0 0 0 0,0 0 0 0 0,0 0 0 0 0,0 0 0 0 0,0 0 0 0 0,0-1 0 0 0,0 1 0 0 0,1 0 0 0 0,-1 0 0 0 0,0 0 0 0 0,0 0 0 0 0,0 0 1 0 0,0 0-1 0 0,0 0 0 0 0,1 0 0 0 0,-1 0 0 0 0,0-1 0 0 0,0 1 0 0 0,0 0 0 0 0,0 0 0 0 0,1 0 0 0 0,-1 0 0 0 0,0 0 0 0 0,0 0 0 0 0,0 0 0 0 0,1 0 0 0 0,-1 0 0 0 0,0 0 0 0 0,0 0 1 0 0,0 1-1 0 0,0-1 0 0 0,1 0 0 0 0,-1 0 0 0 0,0 0 0 0 0,0 0 0 0 0,0 0 0 0 0,0 0 0 0 0,1 31 125 0 0,-2-1-1 0 0,-6 45 1 0 0,-18 67 207 0 0,6-44-145 0 0,-10 57-1617 0 0,24-113-4928 0 0,5-39 3884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9:53.9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186 108 44 0 0,'0'-13'4440'0'0,"-1"10"-4080"0"0,0-3-501 0 0,1 5 269 0 0,0 1 1 0 0,-1-1-1 0 0,1 1 0 0 0,0 0 0 0 0,0-1 0 0 0,0 1 0 0 0,-1 0 0 0 0,1-1 1 0 0,0 1-1 0 0,0 0 0 0 0,-1-1 0 0 0,1 1 0 0 0,0 0 0 0 0,-1 0 1 0 0,1-1-1 0 0,0 1 0 0 0,-1 0 0 0 0,1 0 0 0 0,0 0 0 0 0,-1-1 0 0 0,1 1 1 0 0,-1 0-1 0 0,1 0 0 0 0,0 0 0 0 0,-1 0 0 0 0,1 0 0 0 0,-1 0 1 0 0,1 0-1 0 0,0 0 0 0 0,-1 0 0 0 0,0 0 0 0 0,-26 5-32 0 0,20-4 214 0 0,3 1-246 0 0,-11 3-12 0 0,11-4 51 0 0,1 0-70 0 0,0 0-22 0 0,-1 1 0 0 0,1-1 0 0 0,0 1 0 0 0,0 0 1 0 0,0 0-1 0 0,0 0 0 0 0,0 0 0 0 0,1 1 0 0 0,-1-1 1 0 0,1 1-1 0 0,-1 0 0 0 0,1-1 0 0 0,0 1 1 0 0,0 0-1 0 0,0 0 0 0 0,0 0 0 0 0,1 1 0 0 0,-1-1 1 0 0,1 0-1 0 0,0 1 0 0 0,-1 3 0 0 0,-32 91 151 0 0,10-5-19 0 0,23-91-143 0 0,1 0 1 0 0,-1 0-1 0 0,1 0 0 0 0,0 0 1 0 0,0 0-1 0 0,0 0 0 0 0,0 0 1 0 0,0 0-1 0 0,0 0 0 0 0,1 0 1 0 0,-1-1-1 0 0,1 1 0 0 0,0 3 1 0 0,4 11-3 0 0,-4-12 4 0 0,0 0-1 0 0,1-1 0 0 0,-1 1 0 0 0,1-1 1 0 0,0 1-1 0 0,0-1 0 0 0,0 1 0 0 0,0-1 1 0 0,0 0-1 0 0,1 0 0 0 0,5 4 1 0 0,-4-3-8 0 0,20 7 14 0 0,-21-10-7 0 0,0 0 0 0 0,1 1 0 0 0,-1-1 0 0 0,0-1 0 0 0,1 1 0 0 0,-1-1 0 0 0,0 1 1 0 0,1-1-1 0 0,3 0 0 0 0,0 1-1 0 0,4 0 1 0 0,0-1 1 0 0,0 0-1 0 0,0-1 0 0 0,17-3 1 0 0,18-1 4 0 0,-43 5-5 0 0,0 0 0 0 0,0-1 0 0 0,1 1 0 0 0,-1-1 0 0 0,0 0 1 0 0,0 0-1 0 0,-1 0 0 0 0,1-1 0 0 0,0 1 0 0 0,0 0 0 0 0,3-3 0 0 0,2-1 6 0 0,-6 4-1 0 0,11-10-26 0 0,0 0 21 0 0,-10 9 0 0 0,0 0 0 0 0,-1-1 0 0 0,1 1 0 0 0,-1-1 0 0 0,1 1 0 0 0,-1-1 0 0 0,0 0 1 0 0,0 0-1 0 0,0 0 0 0 0,0 0 0 0 0,-1 0 0 0 0,3-6 0 0 0,19-36 34 0 0,-21 38-36 0 0,0 1 0 0 0,0-1 1 0 0,0 1-1 0 0,-1-1 1 0 0,1 0-1 0 0,-1-10 0 0 0,1-42 27 0 0,-2 58-24 0 0,3-33 3 0 0,-3 28-6 0 0,1 1 0 0 0,0-1 0 0 0,-1 0 0 0 0,0 0 0 0 0,-1-8 0 0 0,-1 6-4 0 0,2 4 7 0 0,0 0-1 0 0,0 1 1 0 0,-1-1-1 0 0,1 0 0 0 0,-1 0 1 0 0,0 1-1 0 0,-1-1 1 0 0,1 1-1 0 0,-3-6 1 0 0,3 8 3 0 0,1-1-2 0 0,-1-1 0 0 0,0 1 0 0 0,0 0 0 0 0,0 0 0 0 0,0 0-1 0 0,0 0 1 0 0,0 0 0 0 0,0 0 0 0 0,-1 0 0 0 0,1 1 0 0 0,-1-1 0 0 0,1 0 0 0 0,-3-1 0 0 0,-5-7 19 0 0,5 7-5 0 0,1-1 0 0 0,0 1 0 0 0,-1 0 0 0 0,0 0 0 0 0,0 0 0 0 0,0 1 0 0 0,0-1 0 0 0,0 1 0 0 0,0 0 0 0 0,-1 0 0 0 0,1 1 0 0 0,-1-1 0 0 0,-7 0 0 0 0,5 0-5 0 0,5 1 1 0 0,-2 1-19 0 0,-14 0-17 0 0,14 0-29 0 0,-1 2-44 0 0,-6 2 56 0 0,0 0-268 0 0,0 0-1 0 0,0 0 1 0 0,1 1-1 0 0,-1 1 1 0 0,1 0-1 0 0,-10 8 1 0 0,11-7-1162 0 0,1 1-1 0 0,-12 15 1 0 0,19-22 1196 0 0,-8 11-1650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02.3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941 92 272 0 0,'0'0'3010'0'0,"-9"-9"-2689"0"0,-33-39 904 0 0,32 44-1015 0 0,-38-15 561 0 0,33 17-655 0 0,-45-6 0 0 0,45 6 162 0 0,-8 6-194 0 0,-69 12 2 0 0,55-8-11 0 0,-17 8 1 0 0,26-5 27 0 0,13-4-73 0 0,-14 6 55 0 0,-38 25 0 0 0,13-2 117 0 0,52-34-197 0 0,-98 74 169 0 0,54-36 33 0 0,34-28-171 0 0,-3 1 27 0 0,0 1 0 0 0,2 1 0 0 0,0 0 0 0 0,0 1 0 0 0,-16 28 0 0 0,19-30-25 0 0,5-6-13 0 0,0 0 0 0 0,0 1 1 0 0,1-1-1 0 0,-1 1 0 0 0,2 0 1 0 0,0 0-1 0 0,0 0 0 0 0,-3 18 1 0 0,-26 168 332 0 0,30-176-328 0 0,1-11-1 0 0,1 0 0 0 0,0 0 0 0 0,0 0-1 0 0,3 11 1 0 0,9 106 164 0 0,-2-63 0 0 0,-2-10-63 0 0,23 75 1 0 0,-26-112-105 0 0,13 25 100 0 0,-12-27-107 0 0,4 6 20 0 0,0 0-1 0 0,26 35 1 0 0,23 21 78 0 0,-44-60-65 0 0,-3-4-36 0 0,6 6 14 0 0,1-2 0 0 0,0 0 0 0 0,1-1 0 0 0,0-1 0 0 0,26 13 0 0 0,-25-14-12 0 0,-1-1 9 0 0,1-1 0 0 0,-1-1 0 0 0,38 12 0 0 0,-40-15-13 0 0,16 5 30 0 0,55 11 0 0 0,-31-13 6 0 0,-25-6-2 0 0,50-1-6 0 0,-46-3 1 0 0,28-8 4 0 0,-29 2 10 0 0,-10 1-36 0 0,3 0 14 0 0,-2-1 0 0 0,41-16 0 0 0,93-49 173 0 0,-116 52-161 0 0,-26 12-25 0 0,24-14 93 0 0,-28 13-88 0 0,42-27 121 0 0,-46 29-135 0 0,3-1 65 0 0,0-1 0 0 0,-1-1-1 0 0,0 0 1 0 0,-1-1 0 0 0,0-1-1 0 0,18-21 1 0 0,-23 24-43 0 0,-3 4-3 0 0,0-1 1 0 0,0 0-1 0 0,0 0 1 0 0,4-10-1 0 0,9-17 59 0 0,-11 16-10 0 0,5-38 68 0 0,-9 43-126 0 0,1-4 10 0 0,0-1 0 0 0,-2-1-1 0 0,0 1 1 0 0,-1-19 0 0 0,-2-4 5 0 0,-2 0-1 0 0,-14-64 1 0 0,11 77-23 0 0,-52-166 57 0 0,45 156-67 0 0,-1 1 1 0 0,-2 1 0 0 0,-26-40 0 0 0,9 29-14 0 0,-3 10 0 0 0,-2 1 1 0 0,-48-33-1 0 0,36 38 0 0 0,35 22 4 0 0,-49-20-12 0 0,28 14 5 0 0,30 11 7 0 0,0 0 0 0 0,0 1 0 0 0,-1-1 0 0 0,1 1 0 0 0,-10-1 0 0 0,7 2-11 0 0,0-1 1 0 0,0 0-1 0 0,-13-5 0 0 0,-22-7-76 0 0,33 10-44 0 0,-1 3-55 0 0,-40-4-68 0 0,40 4-80 0 0,-2 0-1210 0 0,-48-2 892 0 0,47 3-190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09.0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335 11 64 0 0,'0'0'1365'0'0,"-2"-9"-960"0"0,-3 7 4619 0 0,-14 3-4874 0 0,15 0 178 0 0,-1 0-178 0 0,-88 26 932 0 0,73-18-689 0 0,-1 0 1 0 0,-28 19-1 0 0,40-22-286 0 0,0 1 0 0 0,1 0 0 0 0,0 1 0 0 0,1 0-1 0 0,-1 0 1 0 0,1 1 0 0 0,1-1 0 0 0,0 2 0 0 0,0-1-1 0 0,-6 15 1 0 0,6-12 28 0 0,1 1 0 0 0,1 1-1 0 0,0-1 1 0 0,0 1-1 0 0,2-1 1 0 0,-1 1 0 0 0,0 26-1 0 0,4-28-89 0 0,-1-1-1 0 0,1 1 0 0 0,1-1 1 0 0,0 0-1 0 0,1 1 0 0 0,0-1 0 0 0,1 0 1 0 0,0-1-1 0 0,1 1 0 0 0,0-1 0 0 0,0 0 1 0 0,1 0-1 0 0,0 0 0 0 0,1-1 0 0 0,0 0 1 0 0,1 0-1 0 0,8 8 0 0 0,-4-7-22 0 0,0 0-1 0 0,1-1 0 0 0,-1-1 0 0 0,2 0 1 0 0,-1 0-1 0 0,1-1 0 0 0,0-1 0 0 0,1-1 1 0 0,-1 0-1 0 0,1 0 0 0 0,0-2 1 0 0,18 3-1 0 0,-23-5-13 0 0,1 0 0 0 0,-1 0 0 0 0,0-1 0 0 0,0-1 0 0 0,0 0 0 0 0,0 0 1 0 0,0-1-1 0 0,0 0 0 0 0,0-1 0 0 0,0 0 0 0 0,0 0 0 0 0,8-5 0 0 0,-1 0 4 0 0,0-1 0 0 0,-1-1 0 0 0,0 0 0 0 0,0-1 0 0 0,14-13 0 0 0,-23 17-6 0 0,0 0 0 0 0,0-1 1 0 0,-1 0-1 0 0,0 0 0 0 0,0 0 1 0 0,-1-1-1 0 0,0 1 0 0 0,-1-1 1 0 0,0-1-1 0 0,0 1 0 0 0,3-13 1 0 0,-2-2 1 0 0,-1 1 1 0 0,-2-1-1 0 0,0 1 1 0 0,-1-1-1 0 0,-1 0 1 0 0,-5-30 0 0 0,4 47-7 0 0,0 0 1 0 0,0-1 0 0 0,0 1 0 0 0,-1 0-1 0 0,-1 1 1 0 0,-3-10 0 0 0,4 13-13 0 0,1 0 0 0 0,-1 0 0 0 0,-1 0 0 0 0,1 0 0 0 0,0 0 0 0 0,-1 1 0 0 0,1-1 0 0 0,-1 1 0 0 0,1 0 0 0 0,-1-1 0 0 0,0 1 0 0 0,0 1 0 0 0,0-1 1 0 0,-5-2-1 0 0,-6-2-143 0 0,0 1 0 0 0,0 0 0 0 0,-1 1 0 0 0,0 0 0 0 0,0 1 0 0 0,0 1 0 0 0,0 0 1 0 0,0 1-1 0 0,0 1 0 0 0,0 0 0 0 0,0 1 0 0 0,0 1 0 0 0,-17 4 0 0 0,3 1-532 0 0,15-4-64 0 0,-1 0 1 0 0,1 1 0 0 0,0 1-1 0 0,0 0 1 0 0,1 1-1 0 0,-1 0 1 0 0,1 1-1 0 0,-18 13 1 0 0,17-4-1335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10.1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188 54 540 0 0,'0'0'5753'0'0,"3"-1"-5296"0"0,32-14 1187 0 0,42-14-120 0 0,-74 28-1428 0 0,1 0-27 0 0,0-1 0 0 0,0 1 0 0 0,0 0 0 0 0,1 0 0 0 0,6 0 0 0 0,-10 1-82 0 0,2-1 84 0 0,1 3-21 0 0,-1-1-36 0 0,1 1 0 0 0,0-1 0 0 0,-1 1 0 0 0,1 0 0 0 0,-1 0 0 0 0,0 1 0 0 0,1-1 0 0 0,-1 1-1 0 0,0-1 1 0 0,-1 1 0 0 0,1 0 0 0 0,0 0 0 0 0,3 7 0 0 0,-4-6-17 0 0,0-1 19 0 0,0 1 0 0 0,0 0 0 0 0,-1 0-1 0 0,0-1 1 0 0,0 1 0 0 0,0 0 0 0 0,1 8 0 0 0,-2-6 1 0 0,-1 0-1 0 0,0 0 1 0 0,0 0-1 0 0,-1 0 1 0 0,0-1 0 0 0,0 1-1 0 0,0 0 1 0 0,0-1-1 0 0,-1 1 1 0 0,0-1 0 0 0,-5 8-1 0 0,1-5 8 0 0,1 0-1 0 0,-1 0 1 0 0,0-1 0 0 0,0 1-1 0 0,-13 8 1 0 0,12-10-8 0 0,0-1 0 0 0,0-1 1 0 0,0 1-1 0 0,0-1 0 0 0,-1-1 1 0 0,1 1-1 0 0,-1-2 0 0 0,0 1 0 0 0,0-1 1 0 0,-16 2-1 0 0,15-2 25 0 0,15 3-19 0 0,24 9-26 0 0,-5-6-5 0 0,-16-6 9 0 0,0 0 0 0 0,-1 0-1 0 0,1 1 1 0 0,-1 1 0 0 0,1-1-1 0 0,-1 1 1 0 0,0 0 0 0 0,-1 0-1 0 0,1 1 1 0 0,-1 0 0 0 0,0 1-1 0 0,6 5 1 0 0,57 83 10 0 0,-66-89-6 0 0,0 0 0 0 0,0 0 0 0 0,-1 0-1 0 0,1 1 1 0 0,-1 0 0 0 0,0-1 0 0 0,-1 1 0 0 0,1 0-1 0 0,-1 0 1 0 0,1 11 0 0 0,-2-13 8 0 0,0-1 0 0 0,0 0 0 0 0,0 0 0 0 0,0 1 0 0 0,0-1 0 0 0,0 0 0 0 0,-1 1 0 0 0,0-1-1 0 0,0 0 1 0 0,0 0 0 0 0,0 0 0 0 0,0 0 0 0 0,0 0 0 0 0,-1 0 0 0 0,0 0 0 0 0,1 0 0 0 0,-1 0 0 0 0,0-1 0 0 0,0 1 0 0 0,-1-1 0 0 0,1 1 0 0 0,0-1 0 0 0,-1 0-1 0 0,0 0 1 0 0,1 0 0 0 0,-1 0 0 0 0,0-1 0 0 0,0 1 0 0 0,-3 0 0 0 0,-8 3 9 0 0,0-1 0 0 0,-1 0 0 0 0,1-1 0 0 0,-1-1-1 0 0,-19 1 1 0 0,-11 2 7 0 0,31-3 8 0 0,0 0 0 0 0,-1 0 0 0 0,1-1-1 0 0,-1-1 1 0 0,1-1 0 0 0,0 0-1 0 0,-1-1 1 0 0,-20-5 0 0 0,32 6-24 0 0,1 0 1 0 0,-1 1-1 0 0,0-1 0 0 0,1 0 1 0 0,-1 1-1 0 0,0 0 0 0 0,-5-1 1 0 0,-18-2 54 0 0,23 3-115 0 0,0-1-1 0 0,-1 0 0 0 0,1 0 1 0 0,0 0-1 0 0,0 0 0 0 0,0 0 1 0 0,0-1-1 0 0,0 0 0 0 0,1 1 0 0 0,-1-1 1 0 0,0 0-1 0 0,1 0 0 0 0,-1 0 1 0 0,1-1-1 0 0,0 1 0 0 0,0-1 0 0 0,-3-3 1 0 0,4 4-330 0 0,4-18-1178 0 0,-2 18 1187 0 0,0-1 0 0 0,0 1 0 0 0,0-1 0 0 0,1 1 0 0 0,0 0 0 0 0,-1-1 0 0 0,1 1 0 0 0,0 0 0 0 0,0 0 0 0 0,0 0 0 0 0,0 1 0 0 0,0-1 0 0 0,0 0 0 0 0,4-1 0 0 0,-4 2-1954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10.8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538 1 280 0 0,'0'0'1513'0'0,"-6"1"-776"0"0,-2 1-685 0 0,-50 9 3115 0 0,45-10-2554 0 0,0 2 0 0 0,0-1 0 0 0,1 2 0 0 0,-1 0 0 0 0,1 0 0 0 0,-1 1 0 0 0,-18 11 0 0 0,8-2-111 0 0,1 1 0 0 0,1 0 0 0 0,-20 20 0 0 0,2-2-30 0 0,22-20-238 0 0,0 1 1 0 0,-16 19 0 0 0,22-21-123 0 0,-1 1-6 0 0,1-1 0 0 0,1 1-1 0 0,0 1 1 0 0,1 0 0 0 0,-9 18-1 0 0,7-8 3 0 0,6-15-79 0 0,1 0 0 0 0,0 0-1 0 0,0 0 1 0 0,1 1 0 0 0,1-1 0 0 0,-1 1-1 0 0,1 0 1 0 0,1 0 0 0 0,0 0 0 0 0,0 0-1 0 0,2 15 1 0 0,1-10-2 0 0,0 0 0 0 0,2 0 0 0 0,0-1 0 0 0,0 1 0 0 0,10 18 0 0 0,-11-27-19 0 0,0-1 0 0 0,0 0 0 0 0,0 0 0 0 0,1 0 0 0 0,0 0 0 0 0,0 0 0 0 0,0-1 0 0 0,0 0 0 0 0,1 0 0 0 0,0 0 0 0 0,0 0 1 0 0,0-1-1 0 0,0 0 0 0 0,1 0 0 0 0,-1 0 0 0 0,9 3 0 0 0,-3-3-19 0 0,0 0 0 0 0,0-1 0 0 0,0 0-1 0 0,0 0 1 0 0,1-1 0 0 0,-1-1 0 0 0,0 0 0 0 0,1 0 0 0 0,-1-1 0 0 0,0-1 0 0 0,0 0 0 0 0,0 0 0 0 0,0-1 0 0 0,0-1 0 0 0,0 0 0 0 0,-1 0 0 0 0,1-1 0 0 0,-1 0-1 0 0,12-9 1 0 0,-16 10-2 0 0,0 1 1 0 0,-1 0 0 0 0,1-1 1 0 0,-1 0-1 0 0,0 0 0 0 0,0-1 0 0 0,-1 1 0 0 0,1-1 1 0 0,-1 0-1 0 0,5-8 0 0 0,-5 8 3 0 0,-1 0 0 0 0,0 0 0 0 0,0-1 0 0 0,-1 1 1 0 0,1-1-1 0 0,-1 0 0 0 0,-1 1 0 0 0,1-1 0 0 0,-1 0 0 0 0,0 0 0 0 0,0 0 0 0 0,-1 0 0 0 0,1 0 1 0 0,-1 0-1 0 0,-1 0 0 0 0,1 0 0 0 0,-3-9 0 0 0,2 8 12 0 0,-1 1 1 0 0,0 0-1 0 0,-1 0 0 0 0,1 0 0 0 0,-1 0 1 0 0,0 0-1 0 0,-1 1 0 0 0,1-1 1 0 0,-1 1-1 0 0,0 0 0 0 0,-1 0 0 0 0,1 0 1 0 0,-1 1-1 0 0,-6-5 0 0 0,5 6 25 0 0,-35-1 12 0 0,29 6-41 0 0,2 0 1 0 0,-104 24-688 0 0,94-21 94 0 0,-1 2 0 0 0,1 0 0 0 0,-23 11 0 0 0,-22 18-5669 0 0,36-15 3108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19.3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8 0 0,'0'0'1977'0'0,"12"17"-1886"0"0,35 51 13 0 0,-35-52 498 0 0,-6-10-492 0 0,26 23 903 0 0,-21-25-882 0 0,31 10-5 0 0,-31-11 194 0 0,43 1-185 0 0,-37-1-109 0 0,-3-2 123 0 0,1 0-99 0 0,42 4 0 0 0,-43-3 65 0 0,1-1-100 0 0,48 7 11 0 0,-47-6 85 0 0,-2-1-78 0 0,45 4-5 0 0,-45-3 34 0 0,3-2-57 0 0,48 3 17 0 0,-49-2 13 0 0,1-1-41 0 0,48 1 12 0 0,-49-1 630 0 0,-5-4-614 0 0,32-14-3 0 0,-33 14 67 0 0,-35-7-72 0 0,-76-30-13 0 0,76 31 3 0 0,8 5 9 0 0,-50-15 9 0 0,59 16-17 0 0,-1 1 1 0 0,0 1-1 0 0,0-1 1 0 0,-11 0-1 0 0,-29-4-14 0 0,-43-10-15 0 0,75 14 22 0 0,-53-6 0 0 0,-9 2 6 0 0,-12 1 5 0 0,71 3-13 0 0,-11 0-1 0 0,-2 2-124 0 0,71 10 120 0 0,113 27 17 0 0,-101-25-1 0 0,0 0-2 0 0,-38-9 2 0 0,7 1-2 0 0,85 15 23 0 0,-33-8-42 0 0,40 3-4 0 0,-49-5 23 0 0,-47-6-14 0 0,0-1 9 0 0,48 3 1 0 0,-47-3-5 0 0,1-2 27 0 0,55 0-15 0 0,-55 1-8 0 0,-1 0-22 0 0,45 0 31 0 0,-46 0 104 0 0,-50-9-137 0 0,-108-27 15 0 0,94 26-16 0 0,-37-1 13 0 0,-7-3 0 0 0,-16-2 1 0 0,94 13 9 0 0,4 1 3 0 0,-1 1-1 0 0,1-1 0 0 0,-17 2 1 0 0,-38-3-2 0 0,50 2 29 0 0,2 0-31 0 0,-43-6-2 0 0,43 6 6 0 0,56 9-120 0 0,129 25 138 0 0,-111-21-4 0 0,44 5-19 0 0,205 32 1 0 0,-294-47 1 0 0,0 0 18 0 0,43 9-5 0 0,-43-9 0 0 0,-2 0-4 0 0,18 2-10 0 0,-22-2 7 0 0,-32-3 23 0 0,-192-19-25 0 0,39 9 29 0 0,157 11-35 0 0,-57 0-3 0 0,59 0-1 0 0,-1 0 0 0 0,-25-4 0 0 0,-11-1-8 0 0,40 4 11 0 0,-4 0 19 0 0,-58-2-19 0 0,57 3 32 0 0,4 0-66 0 0,-48 1 31 0 0,47 0 36 0 0,63-3-166 0 0,139-4 136 0 0,-139 4-10 0 0,47 7 4 0 0,-75-4 31 0 0,-3 0 2 0 0,46 3-17 0 0,-46-3-12 0 0,-1 0 6 0 0,46 4-5 0 0,-45-4 439 0 0,-51-10-424 0 0,-105-28 3 0 0,132 34-7 0 0,-1 1 0 0 0,0 0 0 0 0,-14-2 0 0 0,-68-4-32 0 0,0-2 5 0 0,9-1 25 0 0,27 5-29 0 0,41 4-9 0 0,50 10-270 0 0,107 24 292 0 0,-87-20 13 0 0,-33-7-2 0 0,-4-1 3 0 0,0 0 0 0 0,28 1 0 0 0,16 1 25 0 0,-6-1-26 0 0,-42-3-3 0 0,1-1-12 0 0,48 6-31 0 0,-48-6 78 0 0,-3 1-71 0 0,39 4 38 0 0,-38-4 125 0 0,-64-10-170 0 0,-166-25 39 0 0,100 22-3 0 0,63 8 2 0 0,-44-2-16 0 0,12 1 1 0 0,17 0 23 0 0,51 3-13 0 0,2 0 2 0 0,-43-1-8 0 0,43 1-2 0 0,50 11-1259 0 0,104 28 1266 0 0,-130-35 10 0 0,-1-1-1 0 0,1 0 1 0 0,15 2-1 0 0,63 4-51 0 0,-30-2 51 0 0,-43-4 16 0 0,4 0 10 0 0,51 5-14 0 0,21 3-23 0 0,-75-8 16 0 0,-1-1-7 0 0,40 4 13 0 0,-41-3 277 0 0,-47-13-263 0 0,-104-30-13 0 0,88 29-15 0 0,-24 1 2 0 0,-1 3-8 0 0,60 6 18 0 0,-2 1 19 0 0,-51-6-12 0 0,51 6-10 0 0,4 0 6 0 0,-38-3 2 0 0,38 3 68 0 0,58 6-64 0 0,134 14-18 0 0,-134-14 14 0 0,-32-4 4 0 0,39 2-3 0 0,-38-2 2 0 0,-59-4-57 0 0,-134-10 42 0 0,134 10 17 0 0,185 72-2350 0 0,-112-55 1791 0 0,-18-10-347 0 0,36 15 70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21.3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798 121 88 0 0,'0'0'2590'0'0,"-12"-8"-2527"0"0,-38-27-2 0 0,38 26-13 0 0,-3 7-13 0 0,-77-12 67 0 0,-12 0-34 0 0,44 4 69 0 0,8-1-83 0 0,40 9 99 0 0,0-1-106 0 0,-35-7 1 0 0,35 7 240 0 0,-3 9-392 0 0,-46 17 95 0 0,45-17 4 0 0,15 3 4 0 0,-6 39 11 0 0,-3 18 9 0 0,2-18-12 0 0,5-35-1 0 0,-11 32 45 0 0,-5 4 25 0 0,-1-4 1 0 0,-4 2-68 0 0,1-1-23 0 0,11-18 14 0 0,8-21 18 0 0,1 0-14 0 0,-11 23 20 0 0,10-23 8 0 0,1 2-8 0 0,-12 24-6 0 0,12-25 42 0 0,-1 0-21 0 0,-10 24-19 0 0,10-24 61 0 0,2 0-59 0 0,-10 21 2 0 0,9-22 287 0 0,8 3-233 0 0,15 30-3 0 0,-15-30 80 0 0,6-6-61 0 0,33 13-3 0 0,-33-13 1 0 0,2-1-8 0 0,37 11 3 0 0,-38-10 4 0 0,6-2-2 0 0,3 1-64 0 0,62 7 108 0 0,10-3 13 0 0,-2-2 40 0 0,-10-2-124 0 0,-61-2-12 0 0,-2-1-6 0 0,50 0 6 0 0,-51 0 35 0 0,0-1-46 0 0,49-2-5 0 0,-49 3 113 0 0,61-3-91 0 0,-62 2 22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21.9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43 208 0 0,'0'0'4512'0'0,"24"-5"-4513"0"0,73-13 18 0 0,-73 14 47 0 0,-5 4-28 0 0,58 0-3 0 0,-58 0-17 0 0,-8 1-12 0 0,0 0 0 0 0,0-1 0 0 0,20-1-1 0 0,-11 0 3 0 0,-3 1 58 0 0,-10-1-57 0 0,0 1 0 0 0,0 0 1 0 0,0 0-1 0 0,9 2 0 0 0,-6-1 26 0 0,0 0-1 0 0,0-1 1 0 0,0 0 0 0 0,18-3-1 0 0,29-2-29 0 0,-43 4 66 0 0,2-1-173 0 0,46-4 63 0 0,-46 4 1 0 0,62 2-390 0 0,-62 0 280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31.1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135 37 348 0 0,'0'0'5333'0'0,"14"-6"-4940"0"0,4-1-203 0 0,8-3-38 0 0,1-4 3386 0 0,-26 33-3489 0 0,4 54 5 0 0,-4-55 61 0 0,-3-5-44 0 0,-3 39 11 0 0,3-38 5 0 0,0-4 15 0 0,1 3-65 0 0,0-5 1 0 0,0-1 1 0 0,-1 1-1 0 0,0-1 1 0 0,-4 14-1 0 0,-13 32 180 0 0,-3 5-3 0 0,5-5-35 0 0,15-43-155 0 0,-12 31 101 0 0,-7 9 13 0 0,17-41-118 0 0,-10 28 75 0 0,-3 17-3 0 0,14-46-78 0 0,-11 27 75 0 0,-1-3-59 0 0,11-24-6 0 0,1 1-2 0 0,-8 28-11 0 0,8-27-48 0 0,0-3-277 0 0,-10 24 6 0 0,10-23-117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31.7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391 0 148 0 0,'0'0'6231'0'0,"-20"12"-6073"0"0,-4 4-102 0 0,4-3 131 0 0,-37 19 0 0 0,50-29-149 0 0,0 0 1 0 0,0 0-1 0 0,0 0 1 0 0,-7 1-1 0 0,0-1 0 0 0,3 1 276 0 0,0 0-217 0 0,-2 1-58 0 0,4-1 77 0 0,0-1 0 0 0,-1 0-1 0 0,-17 4 1 0 0,-19 3-69 0 0,35-8 149 0 0,6 1-193 0 0,0-1 0 0 0,0 0 0 0 0,0 0 0 0 0,0-1 0 0 0,-1 1 0 0 0,-5 0 0 0 0,-2 0 0 0 0,2 2 1244 0 0,24 10-1069 0 0,41 45 2 0 0,-40-44 168 0 0,-5-9-176 0 0,1 0-112 0 0,-5-3-15 0 0,-1-1 0 0 0,1 1 0 0 0,-1 0 0 0 0,0 0-1 0 0,0 1 1 0 0,0-1 0 0 0,-1 1 0 0 0,4 4 0 0 0,0 0 4 0 0,23 22 288 0 0,-21-24-299 0 0,-5-3-12 0 0,0 0 0 0 0,0 1 0 0 0,0-1 0 0 0,-1 1 0 0 0,1 0 0 0 0,3 5 0 0 0,22 28 162 0 0,-10-11-104 0 0,-14-20-9 0 0,1 4-8 0 0,28 47 49 0 0,-30-48-99 0 0,16 25 57 0 0,-3-8-60 0 0,-13-20-60 0 0,0 3-95 0 0,13 25-123 0 0,-13-25-145 0 0,0-1-159 0 0,12 22-185 0 0,-12-22-278 0 0,-1 0-3431 0 0,11 32 1909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37.0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502 93 132 0 0,'0'0'663'0'0,"-3"-1"-56"0"0,0 1 161 0 0,0-1-1 0 0,0 1 1 0 0,1 0 0 0 0,-1 1 0 0 0,0-1-1 0 0,0 0 1 0 0,-3 2 0 0 0,-16 0 1284 0 0,17-2-1722 0 0,-59 0 1454 0 0,60 0-1588 0 0,0 1-16 0 0,-31 5 352 0 0,32-5-371 0 0,-2-1-13 0 0,-13 4 27 0 0,0 0 0 0 0,0 1 0 0 0,0 1 0 0 0,1 1 0 0 0,0 0 0 0 0,-25 14 0 0 0,-6 3 348 0 0,39-19-398 0 0,0 1 1 0 0,1 0 0 0 0,0 0 0 0 0,1 0-1 0 0,-11 13 1 0 0,4-6-19 0 0,7-5-59 0 0,1 0-1 0 0,0 0 1 0 0,0 1-1 0 0,1 0 1 0 0,0 0-1 0 0,1 0 1 0 0,0 1-1 0 0,0-1 1 0 0,1 1-1 0 0,-3 14 1 0 0,3 10 43 0 0,1-22-71 0 0,2 0-1 0 0,0 0 1 0 0,0 0 0 0 0,1 0-1 0 0,1 0 1 0 0,0 0 0 0 0,1 0-1 0 0,7 23 1 0 0,2-10 22 0 0,-8-18-28 0 0,0-1-1 0 0,1 1 1 0 0,0-1 0 0 0,0 0-1 0 0,1 0 1 0 0,0-1-1 0 0,0 1 1 0 0,0-1 0 0 0,0-1-1 0 0,1 1 1 0 0,8 3-1 0 0,-6-3 2 0 0,0-1 0 0 0,0 0 0 0 0,12 2 0 0 0,13 1 11 0 0,-15-4-4 0 0,0-1 1 0 0,39-1 0 0 0,-42-2 5 0 0,7-3-3 0 0,-8-2-17 0 0,51-18 35 0 0,-54 20-41 0 0,1 0 1 0 0,20-10 0 0 0,-29 12-5 0 0,1-1 1 0 0,-1 1 0 0 0,1-1 0 0 0,-1 0-1 0 0,0 0 1 0 0,0 0 0 0 0,0-1-1 0 0,5-6 1 0 0,-9 10 1 0 0,0-1 0 0 0,0 1 1 0 0,0 0-1 0 0,0 0 0 0 0,0 0 0 0 0,0 0 0 0 0,0-1 0 0 0,0 1 0 0 0,1 0 0 0 0,-1 0 0 0 0,0 0 1 0 0,0 0-1 0 0,0-1 0 0 0,0 1 0 0 0,0 0 0 0 0,0 0 0 0 0,0 0 0 0 0,0 0 0 0 0,0 0 0 0 0,1-1 1 0 0,-1 1-1 0 0,0 0 0 0 0,0 0 0 0 0,0 0 0 0 0,0 0 0 0 0,0 0 0 0 0,1 0 0 0 0,-1 0 0 0 0,0 0 1 0 0,0 0-1 0 0,0 0 0 0 0,0-1 0 0 0,1 1 0 0 0,-1 0 0 0 0,0 0 0 0 0,0 0 0 0 0,0 0 0 0 0,1 0 1 0 0,-1 0-1 0 0,0 0 0 0 0,0 0 0 0 0,0 0 0 0 0,0 1 0 0 0,1-1 0 0 0,4 0 6 0 0,12-12 15 0 0,-3-1-17 0 0,-1 2 13 0 0,0 0 1 0 0,-1-1-1 0 0,-1-1 0 0 0,19-25 0 0 0,-9 8-1 0 0,4-11 46 0 0,0-6 102 0 0,-24 45-139 0 0,10-34 349 0 0,-11 33-250 0 0,0 1-61 0 0,0-8-4 0 0,0 7 10 0 0,0 1 21 0 0,-3-10 40 0 0,-1 1 0 0 0,0 0 0 0 0,-1 0 0 0 0,-10-19 0 0 0,14 28-86 0 0,0 1-20 0 0,-33-54 292 0 0,33 54-322 0 0,-1-2 45 0 0,1 0-1 0 0,-1 0 0 0 0,1 0 0 0 0,-1 0 0 0 0,0 0 0 0 0,0 1 1 0 0,0-1-1 0 0,-1 1 0 0 0,1 0 0 0 0,-1-1 0 0 0,-3-1 0 0 0,-35-15 471 0 0,18 6-418 0 0,21 12-77 0 0,-1-1-19 0 0,-10-4-506 0 0,0 1 0 0 0,-1 0 0 0 0,0 1 0 0 0,-18-3 0 0 0,25 6-94 0 0,1-1-1 0 0,-1-1 0 0 0,0 0 1 0 0,-7-4-1 0 0,-17-5-2963 0 0,14 8-555 0 0,-3-3 315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56.4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1208 1027 628 0 0,'37'6'425'0'0,"24"3"1204"0"0,116 34-1 0 0,-170-41-1452 0 0,-1 1 0 0 0,0 0-1 0 0,0 0 1 0 0,0 0-1 0 0,0 1 1 0 0,-1 0-1 0 0,1 0 1 0 0,-1 0-1 0 0,0 1 1 0 0,0-1 0 0 0,4 7-1 0 0,-7-8-73 0 0,0-1 0 0 0,-1 1 1 0 0,1-1-1 0 0,-1 1 0 0 0,0 0 0 0 0,0-1 0 0 0,0 1 0 0 0,0 0 1 0 0,0 0-1 0 0,-1 0 0 0 0,1 0 0 0 0,-1 0 0 0 0,0 0 0 0 0,0 0 0 0 0,0 0 1 0 0,0 0-1 0 0,0 0 0 0 0,-1 0 0 0 0,1 0 0 0 0,-1-1 0 0 0,0 1 0 0 0,0 0 1 0 0,0 0-1 0 0,0 0 0 0 0,0-1 0 0 0,-1 1 0 0 0,1-1 0 0 0,-3 4 1 0 0,-9 11 240 0 0,-1-1 0 0 0,0-1 1 0 0,-1 0-1 0 0,0-1 1 0 0,-2 0-1 0 0,1-1 1 0 0,-28 15-1 0 0,-1-2 621 0 0,-92 37 0 0 0,-264 73 2599 0 0,290-115-2299 0 0,77-16 159 0 0,-45 12 0 0 0,77-16-370 0 0,17-12-829 0 0,85-53-82 0 0,3 5 1 0 0,144-59-1 0 0,1041-411 146 0 0,-668 321-154 0 0,-234 85 51 0 0,-186 62 68 0 0,-197 61-232 0 0,34-11 122 0 0,-36 10-119 0 0,1 1-1 0 0,-1 0 1 0 0,0-1-1 0 0,0 1 1 0 0,0-1-1 0 0,0 1 1 0 0,0-1-1 0 0,0 1 1 0 0,0-1-1 0 0,0 0 1 0 0,0 1-1 0 0,0-1 1 0 0,0 0 0 0 0,0 0-1 0 0,0 0 1 0 0,0 0-1 0 0,-1 0 1 0 0,1 0-1 0 0,0 0 1 0 0,-1 0-1 0 0,1-1 1 0 0,-15 0 192 0 0,-62-3 66 0 0,-154 13 0 0 0,-87 30-25 0 0,208-24-185 0 0,-824 129 314 0 0,-118 14-237 0 0,393-107-529 0 0,634-50 341 0 0,1 1-59 0 0,0-1 0 0 0,0-1 0 0 0,0-1 0 0 0,-43-9-1 0 0,64 10 65 0 0,-1 1 0 0 0,1-1 0 0 0,-1 0 0 0 0,1 0 0 0 0,-1 0 0 0 0,1 0 0 0 0,0 0 0 0 0,-1-1 0 0 0,1 1 0 0 0,0-1 0 0 0,0 1 0 0 0,0-1 0 0 0,0 0 0 0 0,0 0 0 0 0,1 0 0 0 0,-1 0 0 0 0,1 0 0 0 0,-1 0 0 0 0,1-1 0 0 0,0 1 0 0 0,-2-3 0 0 0,2 1-10 0 0,1 0-1 0 0,-1 1 0 0 0,1-1 0 0 0,-1 0 1 0 0,1 0-1 0 0,0 0 0 0 0,1 0 0 0 0,-1 0 1 0 0,1 1-1 0 0,0-1 0 0 0,0 0 0 0 0,2-6 1 0 0,4-6-53 0 0,1 0 0 0 0,0 1-1 0 0,1 0 1 0 0,1 0 0 0 0,12-15 0 0 0,25-26-12 0 0,3 3-1 0 0,2 1 0 0 0,89-68 1 0 0,-41 48 429 0 0,139-77 0 0 0,-76 54 1328 0 0,-157 89-1119 0 0,-5 6-509 0 0,-1-1 1 0 0,0 1 0 0 0,0 0-1 0 0,0 0 1 0 0,0 0 0 0 0,0 0-1 0 0,0-1 1 0 0,0 1 0 0 0,0 0-1 0 0,0 0 1 0 0,0 0 0 0 0,0 0-1 0 0,0 0 1 0 0,0-1 0 0 0,0 1-1 0 0,0 0 1 0 0,0 0 0 0 0,0 0-1 0 0,-1 0 1 0 0,1-1 0 0 0,0 1-1 0 0,0 0 1 0 0,0 0 0 0 0,0 0-1 0 0,0 0 1 0 0,0 0 0 0 0,0 0-1 0 0,0-1 1 0 0,-1 1 0 0 0,1 0-1 0 0,0 0 1 0 0,0 0 0 0 0,0 0-1 0 0,0 0 1 0 0,0 0 0 0 0,-1 0-1 0 0,1 0 1 0 0,0 0 0 0 0,0 0-1 0 0,0-1 1 0 0,0 1 0 0 0,0 0-1 0 0,-1 0 1 0 0,1 0 0 0 0,0 0-1 0 0,0 0 1 0 0,0 0 0 0 0,0 0-1 0 0,-1 0 1 0 0,1 0 0 0 0,0 1-1 0 0,0-1 1 0 0,0 0-1 0 0,0 0 1 0 0,-1 0 0 0 0,1 0-1 0 0,0 0 1 0 0,-46 0 140 0 0,0 2-1 0 0,-82 15 1 0 0,-95 36-2155 0 0,190-45 818 0 0,-26 10-1298 0 0,54-16 1428 0 0,1 0 1 0 0,-1 0-1 0 0,1 1 0 0 0,0 0 1 0 0,-7 5-1 0 0,3 3-10555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57.8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294 203 408 0 0,'15'-15'1570'0'0,"-1"-1"0"0"0,18-25 0 0 0,-11 13 373 0 0,-20 27-1808 0 0,-1 0 1 0 0,1 0-1 0 0,0 0 1 0 0,-1 0-1 0 0,1 0 1 0 0,-1-1 0 0 0,1 1-1 0 0,-1 0 1 0 0,0 0-1 0 0,1-1 1 0 0,-1 1-1 0 0,0 0 1 0 0,0-1 0 0 0,0 1-1 0 0,0 0 1 0 0,0-1-1 0 0,0 1 1 0 0,0 0-1 0 0,0-1 1 0 0,-1 1 0 0 0,1 0-1 0 0,-1 0 1 0 0,1-1-1 0 0,0 1 1 0 0,-1 0-1 0 0,0 0 1 0 0,1 0 0 0 0,-1 0-1 0 0,-1-2 1 0 0,0 1 263 0 0,-2 0-45 0 0,-3 0-147 0 0,0 0-1 0 0,-1 1 1 0 0,1-1 0 0 0,0 1 0 0 0,-1 1-1 0 0,1 0 1 0 0,-13 1 0 0 0,-64 7 823 0 0,65-4-701 0 0,1 1 0 0 0,0 0 1 0 0,1 1-1 0 0,-1 1 0 0 0,1 0 1 0 0,-26 17-1 0 0,38-21-221 0 0,1-1 0 0 0,0 1-1 0 0,0 1 1 0 0,0-1-1 0 0,0 0 1 0 0,0 1 0 0 0,0 0-1 0 0,1 0 1 0 0,0 0 0 0 0,0 0-1 0 0,0 1 1 0 0,0-1 0 0 0,1 1-1 0 0,-4 9 1 0 0,4-7-7 0 0,0 0-1 0 0,1 0 1 0 0,0 0 0 0 0,0 1 0 0 0,1-1-1 0 0,0 0 1 0 0,0 1 0 0 0,0-1-1 0 0,3 12 1 0 0,1-3 17 0 0,0-1-1 0 0,1 0 0 0 0,1-1 1 0 0,0 1-1 0 0,1-1 1 0 0,0-1-1 0 0,1 1 1 0 0,1-1-1 0 0,12 15 1 0 0,-10-17-44 0 0,0-1 0 0 0,0 0 0 0 0,1-1 0 0 0,0 0 0 0 0,1-1 0 0 0,0 0 0 0 0,0-1 1 0 0,0-1-1 0 0,1 0 0 0 0,0-1 0 0 0,19 5 0 0 0,-21-8-11 0 0,-1 0-1 0 0,1-1 1 0 0,-1 0 0 0 0,23-1 0 0 0,12 0 107 0 0,-33 0-146 0 0,-1 0-1 0 0,0 0 1 0 0,1-1 0 0 0,-1-1 0 0 0,0 0-1 0 0,0 0 1 0 0,0-1 0 0 0,0-1-1 0 0,0 0 1 0 0,-1-1 0 0 0,0 0 0 0 0,0-1-1 0 0,0 0 1 0 0,0 0 0 0 0,-1-1-1 0 0,0-1 1 0 0,-1 0 0 0 0,0 0 0 0 0,0-1-1 0 0,0 0 1 0 0,-1 0 0 0 0,-1-1-1 0 0,1 0 1 0 0,-2 0 0 0 0,0-1 0 0 0,0 0-1 0 0,5-12 1 0 0,0-12-37 0 0,-1 0-1 0 0,-2-1 1 0 0,-1 0-1 0 0,-2 0 1 0 0,2-72-1 0 0,-7 105 5 0 0,0 0-1 0 0,0 0 1 0 0,0 0-1 0 0,0 0 1 0 0,0 1-1 0 0,0-1 1 0 0,-1 0-1 0 0,0 0 0 0 0,1 1 1 0 0,-1-1-1 0 0,0 0 1 0 0,0 1-1 0 0,0-1 1 0 0,-1 1-1 0 0,1-1 1 0 0,-1 1-1 0 0,1 0 0 0 0,-1-1 1 0 0,0 1-1 0 0,0 0 1 0 0,0 0-1 0 0,0 0 1 0 0,0 1-1 0 0,0-1 0 0 0,-1 0 1 0 0,-2-1-1 0 0,-5 3-110 0 0,-21 5-129 0 0,1 1 0 0 0,-49 17-1 0 0,-65 32-914 0 0,131-51 1047 0 0,-102 54-2155 0 0,64-30 553 0 0,-3 6-4103 0 0,42-25 2879 0 0,-6 4-1253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1:00.3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9 115 116 0 0,'0'0'2142'0'0,"-7"-7"-1363"0"0,6 2 3641 0 0,1 3-4255 0 0,1 0 0 0 0,0 0 0 0 0,0 0 0 0 0,-1 0 0 0 0,1 0 0 0 0,0 1 0 0 0,0-1 0 0 0,0 0 0 0 0,1 1 0 0 0,-1-1 0 0 0,0 0 0 0 0,1 1 0 0 0,-1 0 0 0 0,4-3 0 0 0,2-1 123 0 0,0 0 1 0 0,1 0-1 0 0,10-4 0 0 0,0 1 71 0 0,0 1 0 0 0,29-7 0 0 0,81-8 632 0 0,-125 22-922 0 0,2 0-14 0 0,16 0-1 0 0,-15 0 6 0 0,-2 0-7 0 0,37 5 99 0 0,-37-4-110 0 0,-2-1-17 0 0,-1 1-11 0 0,0-1 0 0 0,0 0 0 0 0,0 0 0 0 0,0 1 0 0 0,0-1 1 0 0,0 0-1 0 0,0 1 0 0 0,0-1 0 0 0,0 1 0 0 0,0-1 1 0 0,0 1-1 0 0,0-1 0 0 0,0 1 0 0 0,0 0 0 0 0,-1 0 0 0 0,1-1 1 0 0,0 1-1 0 0,-1 0 0 0 0,1 0 0 0 0,0 0 0 0 0,-1 0 0 0 0,1 0 1 0 0,0 1-1 0 0,-1 1 12 0 0,0-1 1 0 0,0 1 0 0 0,0-1-1 0 0,0 1 1 0 0,0-1 0 0 0,0 1-1 0 0,-1-1 1 0 0,1 1 0 0 0,-2 3-1 0 0,-11 23 345 0 0,11-22-297 0 0,-1-1-1 0 0,0 1 1 0 0,0-1-1 0 0,-1 1 1 0 0,1-1 0 0 0,-1 0-1 0 0,-8 8 1 0 0,-4 9 60 0 0,3-5-36 0 0,5-7-20 0 0,1 0 0 0 0,0 1 0 0 0,1 0 0 0 0,-6 12 0 0 0,8-17-26 0 0,-5 9 85 0 0,8-16-133 0 0,1 0 0 0 0,0 1 0 0 0,0-1 1 0 0,-1 1-1 0 0,1-1 0 0 0,0 0 0 0 0,0 1 0 0 0,0-1 1 0 0,0 1-1 0 0,0-1 0 0 0,0 1 0 0 0,0-1 0 0 0,0 1 1 0 0,0-1-1 0 0,0 0 0 0 0,0 1 0 0 0,0-1 0 0 0,0 1 1 0 0,0-1-1 0 0,0 1 0 0 0,0-1 0 0 0,0 0 1 0 0,0 1-1 0 0,1-1 0 0 0,-1 1 0 0 0,0-1 0 0 0,0 0 1 0 0,1 1-1 0 0,-1-1 0 0 0,1 1 0 0 0,8 4 14 0 0,0-1 1 0 0,1 0-1 0 0,0-1 0 0 0,-1 0 1 0 0,1 0-1 0 0,18 2 0 0 0,5 2 33 0 0,-18-3-29 0 0,0 1-1 0 0,17 7 1 0 0,-24-7 48 0 0,0-1 1 0 0,-1 1-1 0 0,1 0 0 0 0,-1 1 1 0 0,0-1-1 0 0,0 2 0 0 0,-1-1 0 0 0,0 1 1 0 0,10 13-1 0 0,-15-18-2 0 0,0 1 0 0 0,0 0 0 0 0,0 0 0 0 0,-1 0 0 0 0,1 0 0 0 0,-1 0 0 0 0,0-1 0 0 0,0 1-1 0 0,0 0 1 0 0,0 0 0 0 0,0 0 0 0 0,-1 0 0 0 0,1 0 0 0 0,-1 0 0 0 0,0 0 0 0 0,1 0 0 0 0,-2-1 0 0 0,1 1 0 0 0,0 0 0 0 0,0-1 0 0 0,-1 1 0 0 0,1-1 0 0 0,-5 5 0 0 0,0 1 89 0 0,-1 0 0 0 0,0-1 0 0 0,0 0 0 0 0,-1-1 0 0 0,1 1 0 0 0,-1-2 0 0 0,-1 1 0 0 0,-15 7 0 0 0,-7 2 210 0 0,-38 12 0 0 0,46-20-255 0 0,-1 0 1 0 0,0-2 0 0 0,0 0 0 0 0,-1-2 0 0 0,-32 1 0 0 0,53-4-121 0 0,-5 0-122 0 0,0 0 1 0 0,0 0-1 0 0,-11-3 0 0 0,17 2-10 0 0,0 0 0 0 0,0 0 0 0 0,0 0-1 0 0,1 0 1 0 0,-1-1 0 0 0,0 1 0 0 0,1-1 0 0 0,-1 1 0 0 0,1-1 0 0 0,-1 0-1 0 0,1 0 1 0 0,0 0 0 0 0,-3-3 0 0 0,4 3-47 0 0,-1 0-1 0 0,0 0 1 0 0,0 0-1 0 0,1 0 0 0 0,-1-1 1 0 0,1 1-1 0 0,0 0 1 0 0,0-1-1 0 0,0 1 1 0 0,0-1-1 0 0,0 1 1 0 0,0-1-1 0 0,1 1 1 0 0,-1-1-1 0 0,1 1 1 0 0,0-1-1 0 0,0 0 1 0 0,0 1-1 0 0,0-1 1 0 0,0 0-1 0 0,0 1 1 0 0,1-1-1 0 0,-1 1 1 0 0,1-1-1 0 0,0 0 1 0 0,0 1-1 0 0,0 0 0 0 0,0-1 1 0 0,0 1-1 0 0,0 0 1 0 0,1-1-1 0 0,-1 1 1 0 0,1 0-1 0 0,2-3 1 0 0,2-3-669 0 0,3-5-5111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1:01.4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388 108 252 0 0,'0'0'2118'0'0,"0"-3"-1760"0"0,1-1 351 0 0,0 1-1 0 0,1-1 0 0 0,-1 1 0 0 0,1 0 1 0 0,0-1-1 0 0,0 1 0 0 0,4-5 0 0 0,-1 0-357 0 0,-4 6 104 0 0,-1 0-236 0 0,1 1-147 0 0,1-4 504 0 0,0 1 0 0 0,0-1 0 0 0,0 0 0 0 0,-1 0 0 0 0,2-7 0 0 0,-12 2-349 0 0,7 8-12 0 0,1 1-114 0 0,0 0 0 0 0,0 0-1 0 0,0 0 1 0 0,0 1 0 0 0,0-1-1 0 0,0 0 1 0 0,0 1 0 0 0,0-1-1 0 0,0 1 1 0 0,0-1 0 0 0,-3 0-1 0 0,-13-1 78 0 0,13 1 319 0 0,-1 2-335 0 0,-2 1-134 0 0,-19 4 490 0 0,-32 12 0 0 0,46-12-347 0 0,0 0 1 0 0,0 1 0 0 0,0 0 0 0 0,1 0 0 0 0,0 1 0 0 0,1 1 0 0 0,0 0 0 0 0,0 0 0 0 0,1 1 0 0 0,-11 15 0 0 0,0 0 33 0 0,2 0 0 0 0,1 2 0 0 0,2 0 0 0 0,-16 36 0 0 0,14-23-27 0 0,11-28-122 0 0,1 0 1 0 0,0 0 0 0 0,1 0-1 0 0,-4 23 1 0 0,5-20-6 0 0,2-10-38 0 0,1 0 0 0 0,-1 0 0 0 0,0 0 0 0 0,1 0 0 0 0,0 0 0 0 0,1 0 0 0 0,-1 0 0 0 0,1 0 0 0 0,2 8 1 0 0,-1-4 1 0 0,1 0 1 0 0,0-1 0 0 0,0 1 0 0 0,8 14 0 0 0,8 14 49 0 0,-17-32-56 0 0,0 0-1 0 0,0 0 1 0 0,0 0 0 0 0,1-1-1 0 0,0 1 1 0 0,0-1 0 0 0,0 1 0 0 0,6 5-1 0 0,5 3-10 0 0,-9-7 2 0 0,0-1 0 0 0,1 0 0 0 0,-1-1 0 0 0,1 1 0 0 0,1-1 0 0 0,-1 0 0 0 0,0 0 0 0 0,1-1 0 0 0,10 4 0 0 0,-14-6-14 0 0,1 0 3 0 0,32 2 16 0 0,-27-5-1 0 0,-7 1-4 0 0,-1 1 1 0 0,1 0-1 0 0,-1-1 1 0 0,0 1 0 0 0,1 0-1 0 0,-1-1 1 0 0,1 1-1 0 0,-1 0 1 0 0,1 0-1 0 0,-1 0 1 0 0,0 1-1 0 0,4-1 1 0 0,9 2 1 0 0,-6-1-3 0 0,0 0 0 0 0,1-1 0 0 0,-1 0 0 0 0,1 0 0 0 0,-1-1 0 0 0,0 0 0 0 0,11-3 0 0 0,44-8 21 0 0,-8 2 16 0 0,-52 9-47 0 0,1 0 5 0 0,28-5 26 0 0,-29 5-18 0 0,0 0-14 0 0,16-9 1 0 0,25-20 0 0 0,-42 29-17 0 0,11-25-34 0 0,-13 21 59 0 0,0 0-1 0 0,0 0 0 0 0,-1 0 1 0 0,0 1-1 0 0,0-1 1 0 0,0 0-1 0 0,-1 0 0 0 0,1 1 1 0 0,-1-1-1 0 0,0 1 1 0 0,0 0-1 0 0,-1-1 0 0 0,1 1 1 0 0,-1 0-1 0 0,-4-5 1 0 0,2 3-7 0 0,0 0 0 0 0,-1 1 1 0 0,0-1-1 0 0,0 1 1 0 0,0 0-1 0 0,0 0 1 0 0,-1 1-1 0 0,0 0 0 0 0,-9-4 1 0 0,-3 1-151 0 0,1 1 1 0 0,0 1-1 0 0,-1 1 0 0 0,0 1 1 0 0,0 0-1 0 0,0 2 0 0 0,-1 0 1 0 0,1 1-1 0 0,0 0 1 0 0,0 2-1 0 0,-28 6 0 0 0,37-6-537 0 0,0 1-1 0 0,0 0 0 0 0,1 1 0 0 0,-12 6 1 0 0,-11 11-6474 0 0,20-11 2968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19:59.6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1 158 416 0 0,'0'0'4671'0'0,"6"-15"-1884"0"0,-8 4-2522 0 0,2 8 375 0 0,0 0-469 0 0,-1 1-107 0 0,1 0 0 0 0,0 0 0 0 0,0 1 0 0 0,0-1 0 0 0,1 0 0 0 0,-1 0 0 0 0,0 0 0 0 0,1 0 0 0 0,0-2 0 0 0,1 0 1 0 0,0 0-1 0 0,0 0 1 0 0,0 0-1 0 0,1 1 1 0 0,-1-1 0 0 0,6-5-1 0 0,11-9 57 0 0,-6 7-50 0 0,1 2 21 0 0,-5 3-6 0 0,10-3 37 0 0,28-10 0 0 0,-44 18-82 0 0,1 2 28 0 0,1-1-21 0 0,1 2 1 0 0,-1-1-1 0 0,-1 0 1 0 0,1 1 0 0 0,0 0-1 0 0,0 0 1 0 0,-1 0-1 0 0,1 1 1 0 0,-1 0-1 0 0,1 0 1 0 0,-1 0 0 0 0,0 0-1 0 0,0 0 1 0 0,-1 1-1 0 0,1 0 1 0 0,-1 0 0 0 0,0 0-1 0 0,0 0 1 0 0,0 0-1 0 0,0 1 1 0 0,2 4-1 0 0,2 10 121 0 0,-1-4-4 0 0,-1 0-1 0 0,7 30 1 0 0,-11-35-134 0 0,-1 1 0 0 0,1-1 0 0 0,-2 1 0 0 0,1 0 0 0 0,-2-1 0 0 0,1 1 0 0 0,-1-1 0 0 0,-1 0 0 0 0,0 0-1 0 0,-7 17 1 0 0,-7 10 43 0 0,-30 49 0 0 0,33-63-32 0 0,-24 32 49 0 0,-2 4 22 0 0,39-58-112 0 0,1-1 1 0 0,-1 1-1 0 0,0-1 0 0 0,1 1 0 0 0,-1-1 0 0 0,0 1 1 0 0,1-1-1 0 0,-1 1 0 0 0,0-1 0 0 0,0 0 0 0 0,1 1 1 0 0,-1-1-1 0 0,0 0 0 0 0,0 1 0 0 0,1-1 0 0 0,-1 0 1 0 0,0 0-1 0 0,0 0 0 0 0,0 0 0 0 0,0 0 0 0 0,1 0 1 0 0,-1 0-1 0 0,0 0 0 0 0,0 0 0 0 0,0 0 0 0 0,0 0 1 0 0,1-1-1 0 0,-1 1 0 0 0,0 0 0 0 0,0-1 1 0 0,1 1-1 0 0,-1 0 0 0 0,0-1 0 0 0,0 1 0 0 0,0-1 1 0 0,-2-1-5 0 0,-1 0 1 0 0,1-1-1 0 0,0 1 1 0 0,0 0 0 0 0,0-1-1 0 0,-3-3 1 0 0,-1-3-8 0 0,2 0-1 0 0,-1 0 1 0 0,1-1 0 0 0,1 0 0 0 0,-4-11 0 0 0,8 19 8 0 0,0-1 1 0 0,1 1-1 0 0,-1 0 1 0 0,1 0 0 0 0,-1-1-1 0 0,1 1 1 0 0,0 0 0 0 0,0 0-1 0 0,0 0 1 0 0,2-4 0 0 0,-1 2 10 0 0,-1 2-10 0 0,0-1 1 0 0,0 1-1 0 0,0 0 0 0 0,0 0 0 0 0,0 0 0 0 0,0 0 0 0 0,1 0 1 0 0,-1 0-1 0 0,1 0 0 0 0,-1 1 0 0 0,1-1 0 0 0,0 1 1 0 0,0-1-1 0 0,0 1 0 0 0,0-1 0 0 0,0 1 0 0 0,0 0 1 0 0,0 0-1 0 0,0 0 0 0 0,0 0 0 0 0,0 0 0 0 0,1 1 0 0 0,-1-1 1 0 0,0 1-1 0 0,0-1 0 0 0,1 1 0 0 0,-1 0 0 0 0,4 0 1 0 0,11-3 74 0 0,-12 3-42 0 0,0 0 0 0 0,0 0 1 0 0,0 0-1 0 0,0 1 0 0 0,0-1 0 0 0,0 1 1 0 0,0 0-1 0 0,0 1 0 0 0,4 1 0 0 0,1 0-1 0 0,8 2 100 0 0,1 1 0 0 0,-1 1 0 0 0,-1 1 0 0 0,27 15-1 0 0,27 13 196 0 0,-50-28-295 0 0,21 10-256 0 0,1-3 1 0 0,90 21 0 0 0,-119-33-286 0 0,-5 0 208 0 0,0-1 0 0 0,0-1 0 0 0,10 1 0 0 0,-16-2-170 0 0,0 0 1 0 0,0 0 0 0 0,0 0-1 0 0,0-1 1 0 0,-1 1-1 0 0,1-1 1 0 0,0 1-1 0 0,0-1 1 0 0,-1 0-1 0 0,1 0 1 0 0,0-1 0 0 0,-1 1-1 0 0,1 0 1 0 0,-1-1-1 0 0,4-2 1 0 0,5-6-2159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0:00.2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415 110 320 0 0,'1'-1'115'0'0,"11"-11"1259"0"0,25-21-1 0 0,-5 6 781 0 0,-16 10-201 0 0,-15 17-1781 0 0,-1 0 0 0 0,1-1 1 0 0,-1 1-1 0 0,0 0 0 0 0,1-1 0 0 0,-1 1 0 0 0,0-1 0 0 0,1 1 0 0 0,-1-1 0 0 0,0 1 0 0 0,0 0 1 0 0,1-1-1 0 0,-1 1 0 0 0,0-1 0 0 0,0 1 0 0 0,0-1 0 0 0,1 1 0 0 0,-1-1 0 0 0,0 1 0 0 0,0-1 1 0 0,0 1-1 0 0,0-1 0 0 0,0 0 0 0 0,0 1 0 0 0,0-1 0 0 0,0 1 0 0 0,-1-1 0 0 0,1 1 0 0 0,0-1 0 0 0,-23-3 137 0 0,18 3 238 0 0,-3 3-310 0 0,-3 1-198 0 0,-93 30 740 0 0,86-27-597 0 0,1 2 0 0 0,0 0 0 0 0,-32 21 0 0 0,34-19-84 0 0,1 1 0 0 0,0 1 0 0 0,1 1 0 0 0,-12 13 0 0 0,1 0 26 0 0,15-18-63 0 0,2 0 0 0 0,-1 1 1 0 0,-12 19-1 0 0,7-7 30 0 0,-2 5 49 0 0,0 1 1 0 0,-14 37-1 0 0,-5 43 315 0 0,31-93-406 0 0,0 0 1 0 0,1 0 0 0 0,0 0 0 0 0,2 0-1 0 0,-1 0 1 0 0,3 14 0 0 0,-2-23-48 0 0,1 1 1 0 0,0-1-1 0 0,0 0 1 0 0,0 0-1 0 0,0 0 1 0 0,1 0-1 0 0,0 0 1 0 0,0-1-1 0 0,1 1 1 0 0,-1-1-1 0 0,1 1 1 0 0,0-1-1 0 0,0 0 1 0 0,0 0-1 0 0,1 0 1 0 0,-1 0-1 0 0,1-1 0 0 0,0 1 1 0 0,0-1-1 0 0,0 0 1 0 0,1 0-1 0 0,-1 0 1 0 0,1-1-1 0 0,-1 0 1 0 0,1 0-1 0 0,0 0 1 0 0,0 0-1 0 0,0-1 1 0 0,0 0-1 0 0,0 0 1 0 0,6 1-1 0 0,1-1-72 0 0,1-1 0 0 0,-1 0 0 0 0,1-1 0 0 0,-1 0 0 0 0,0-1-1 0 0,1 0 1 0 0,-1-1 0 0 0,0 0 0 0 0,0-1 0 0 0,0-1 0 0 0,19-9 0 0 0,-22 9-32 0 0,0 0 0 0 0,0 0 0 0 0,-1-1 0 0 0,1 0 0 0 0,-1-1 1 0 0,-1 0-1 0 0,1 0 0 0 0,-1-1 0 0 0,-1 1 0 0 0,1-1 0 0 0,-1-1 0 0 0,-1 1 0 0 0,1-1 0 0 0,-2 0 1 0 0,7-16-1 0 0,-10 22 77 0 0,0 0 1 0 0,0-1 0 0 0,0 1 0 0 0,0-1-1 0 0,-1 1 1 0 0,1-1 0 0 0,-1 1-1 0 0,0-1 1 0 0,0 0 0 0 0,-1 1 0 0 0,1-1-1 0 0,-1 1 1 0 0,1-1 0 0 0,-1 1-1 0 0,0-1 1 0 0,-1 1 0 0 0,1 0 0 0 0,-2-4-1 0 0,-19-17 29 0 0,21 23 9 0 0,-5 0 13 0 0,-60-9 118 0 0,64 10-141 0 0,1 0-1 0 0,0 0 1 0 0,-1 0-1 0 0,1-1 1 0 0,-1 1 0 0 0,1 0-1 0 0,0 1 1 0 0,-1-1-1 0 0,1 0 1 0 0,0 0-1 0 0,-1 0 1 0 0,1 1 0 0 0,0-1-1 0 0,0 1 1 0 0,-1-1-1 0 0,1 1 1 0 0,-2 1-1 0 0,-1 0 4 0 0,-9 3-267 0 0,1 0 0 0 0,0 0 0 0 0,1 2 0 0 0,-1-1 0 0 0,1 2-1 0 0,1-1 1 0 0,-1 1 0 0 0,1 1 0 0 0,-11 12 0 0 0,-16 35-6637 0 0,24-39 4005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1:11.60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56 9 40 0 0,'0'0'1728'0'0,"-56"-8"-3144"0"0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27.5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76 22 1008 0 0,'0'0'7409'0'0,"19"-4"-6775"0"0,3-1-402 0 0,48-8 2121 0 0,-49 17-1951 0 0,60 12-44 0 0,-61-12-29 0 0,-11 0-29 0 0,28 14-22 0 0,-28-14 229 0 0,-2 3-273 0 0,18 22 5 0 0,-18-22-4 0 0,-5 0 1 0 0,8 21 7 0 0,-7-21 1126 0 0,-8 4-1095 0 0,-12 35-34 0 0,13-34 242 0 0,-10-9-256 0 0,-41 12-20 0 0,41-12 5 0 0,0-1-10 0 0,-40 6 12 0 0,41-6 238 0 0,-4-1-224 0 0,-64 3 352 0 0,71 0-406 0 0,-28 12-4 0 0,28-13 14 0 0,4 4-5 0 0,-18 20-17 0 0,18-20-12 0 0,1 2-9 0 0,-13 30-21 0 0,13-30-9 0 0,1 10 44 0 0,3-15-143 0 0,0 0 0 0 0,1 0 0 0 0,-1-1 1 0 0,1 1-1 0 0,0 0 0 0 0,0 0 0 0 0,1 6 0 0 0,0 28-155 0 0,0-28-148 0 0,2 1-3307 0 0,8 31 2336 0 0,-8-32-298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27.8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295 4 716 0 0,'0'0'3817'0'0,"-24"-1"-2562"0"0,-99-2 1267 0 0,112 11-1318 0 0,-33 23-82 0 0,40-29-954 0 0,1 0 0 0 0,-1 0 1 0 0,1 0-1 0 0,0 1 1 0 0,0-1-1 0 0,0 1 1 0 0,0 0-1 0 0,0 0 0 0 0,-4 6 1 0 0,2-1 139 0 0,2-5-168 0 0,0-1 0 0 0,1 1 0 0 0,-1-1 0 0 0,1 1 1 0 0,0 0-1 0 0,0 0 0 0 0,0 0 0 0 0,1 0 0 0 0,-3 5 0 0 0,0 1 112 0 0,0-2 455 0 0,1 4-63 0 0,-10 32-73 0 0,10-32-61 0 0,5-1-52 0 0,8 28-41 0 0,-7-28 297 0 0,5-4-424 0 0,26 20-24 0 0,-25-20 278 0 0,6-5-506 0 0,46 0-32 0 0,-45-1-24 0 0,-7-16-90 0 0,31-46 100 0 0,-27 38-13 0 0,-2-6 6 0 0,-8 22 33 0 0,-3 3-5 0 0,0 1 1 0 0,0-1 0 0 0,-1 0-1 0 0,0 0 1 0 0,0 1-1 0 0,-3-9 1 0 0,1 1 16 0 0,1 2 240 0 0,-5 0-115 0 0,-17-28-19 0 0,18 28 329 0 0,-10 10-431 0 0,-48 2 8 0 0,48-2-26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28.13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91 236 0 0,'0'0'12488'0'0,"10"-10"-14268"0"0,28-30 1203 0 0,-28 30-31 0 0,-1 5-1088 0 0,27-16 1224 0 0,-28 16 9255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28.5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0 556 0 0,'0'0'11424'0'0,"10"11"-10632"0"0,27 31-68 0 0,-28-31 776 0 0,-7-4-1329 0 0,8 21-189 0 0,-7-21-157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28.9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30 0 492 0 0,'0'0'15485'0'0,"23"10"-15199"0"0,70 30-41 0 0,-70-30-1 0 0,-23-1-12 0 0,1 30-38 0 0,0-30 154 0 0,-5 4-180 0 0,-10 38-6 0 0,10-38-31 0 0,-2-5-30 0 0,-21 24 0 0 0,20-24-4 0 0,-1-2-19 0 0,-21 15-14 0 0,21-15 69 0 0,-3-4-124 0 0,-31 7-14 0 0,31-7 2215 0 0,185 3-1570 0 0,-142-3-492 0 0,-23 3-6 0 0,24 32 370 0 0,-13-13-288 0 0,-15-18-24 0 0,-4 6-38 0 0,4 35-64 0 0,-4-35-102 0 0,-4-8-40 0 0,1 1 1 0 0,0-1-1 0 0,1 1 1 0 0,-1-1 0 0 0,-1 8-1 0 0,2-7-43 0 0,0 0-1 0 0,-1 0 1 0 0,0 0-1 0 0,0 0 1 0 0,0 0-1 0 0,0-1 1 0 0,-1 1-1 0 0,-4 4 1 0 0,-11 21-676 0 0,6-17-248 0 0,4-5 594 0 0,5-4 27 0 0,-1 0 1 0 0,0-1 0 0 0,0 0 0 0 0,0 0-1 0 0,0 0 1 0 0,-8 4 0 0 0,-20 13-2786 0 0,24-16-2030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29.3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47 1304 0 0,'0'0'1480'0'0,"15"-7"-40"0"0,44-20-35 0 0,-44 20-41 0 0,1 6-41 0 0,45-2-103 0 0,-46 2-105 0 0,5 5-87 0 0,60 11-82 0 0,-47-6-75 0 0,-16-4-600 0 0,45 21 975 0 0,-49-22-1020 0 0,-7-2-76 0 0,1 1-1 0 0,-1-1 1 0 0,0 1 0 0 0,0 1-1 0 0,0-1 1 0 0,9 8 0 0 0,-3-4 35 0 0,-6-4-44 0 0,1 1 1 0 0,-1 0 0 0 0,0 0 0 0 0,0 1 0 0 0,8 8 0 0 0,-6-7 6 0 0,-4-3-65 0 0,0 0 0 0 0,0 0 0 0 0,-1 0 0 0 0,1 0 0 0 0,-1 1 0 0 0,0 0 1 0 0,4 5-1 0 0,-1-3 25 0 0,-3-4-74 0 0,-1 0 0 0 0,0 0 0 0 0,0 0 0 0 0,0 1 0 0 0,-1-1 0 0 0,1 1 0 0 0,0-1 1 0 0,-1 1-1 0 0,0-1 0 0 0,1 1 0 0 0,0 5 0 0 0,11 23 5 0 0,-10-24-129 0 0,-3 4-147 0 0,0 31-134 0 0,0-31-141 0 0,-7 0-160 0 0,0 2 412 0 0,2-4-115 0 0,0-1 0 0 0,-1 0 0 0 0,-12 15 0 0 0,-7 7-684 0 0,12-18-241 0 0,-15 9-1065 0 0,21-16-1544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29.6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886 0 864 0 0,'0'0'3860'0'0,"-13"16"-2533"0"0,-40 44 7 0 0,51-59-1203 0 0,0 1 0 0 0,0 0 0 0 0,1 0 0 0 0,-1 0 0 0 0,1 0 1 0 0,-1 1-1 0 0,1-1 0 0 0,0 0 0 0 0,-2 5 0 0 0,-3 4 291 0 0,3-5-130 0 0,1-1-1 0 0,0 1 0 0 0,-1 0 1 0 0,2 0-1 0 0,-1 0 0 0 0,-1 11 1 0 0,-20 73 1919 0 0,21-87-2042 0 0,1 0 0 0 0,0 1 0 0 0,0 0 0 0 0,0-1 0 0 0,0 1 0 0 0,1 0 0 0 0,-1-1 0 0 0,1 1 0 0 0,0 5 0 0 0,0 0 146 0 0,-2 32 1035 0 0,2-36-1168 0 0,0 0 1 0 0,-1 1-1 0 0,1-1 0 0 0,-1 0 0 0 0,0 0 0 0 0,-3 8 1 0 0,0-3 75 0 0,3-5-55 0 0,-1 0 0 0 0,0 1 0 0 0,1 0 0 0 0,0-1-1 0 0,0 8 1 0 0,-3 22 461 0 0,-1-19-54 0 0,-15 32 472 0 0,18-39-928 0 0,1-5-87 0 0,0-1 0 0 0,1 0 0 0 0,-1 0 0 0 0,-1 1 0 0 0,1-1 0 0 0,0 0 0 0 0,-1 0 0 0 0,1 0 0 0 0,-1-1-1 0 0,-3 5 1 0 0,1 2 60 0 0,2-6-74 0 0,1 0 0 0 0,-1 0 1 0 0,0 0-1 0 0,1 0 0 0 0,-2 0 0 0 0,1-1 0 0 0,0 1 0 0 0,0-1 0 0 0,-1 1 0 0 0,-3 2 0 0 0,-21 21 216 0 0,10-14-101 0 0,-25 12-124 0 0,23-15-129 0 0,-20 1-139 0 0,30-7-160 0 0,-11-4-194 0 0,-60-1-190 0 0,60 1-173 0 0,-3-4-167 0 0,-4-1 698 0 0,1 2-129 0 0,1-2 1 0 0,-1-2-1 0 0,-25-10 1 0 0,-3-5-1577 0 0,7-1-1456 0 0,-9-4-811 0 0,14 6 337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29.8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0 189 276 0 0,'0'0'1088'0'0,"5"-16"-486"0"0,12-45 4 0 0,-17 60-568 0 0,0-1 0 0 0,0 1 0 0 0,0 0 0 0 0,1 0 0 0 0,-1-1 0 0 0,1 1 1 0 0,-1 0-1 0 0,1 0 0 0 0,-1 0 0 0 0,1 0 0 0 0,-1 0 0 0 0,1-1 0 0 0,0 1 0 0 0,0 0 0 0 0,0 0 0 0 0,1-1 0 0 0,24-21 675 0 0,-20 17 79 0 0,4 0 49 0 0,30-20 30 0 0,-30 20 38 0 0,0 2 33 0 0,32-11 35 0 0,-32 11 1053 0 0,7 4-1054 0 0,66 2 1561 0 0,-70 5-1813 0 0,38 24-40 0 0,-38-23-44 0 0,-11 2-58 0 0,8 32-55 0 0,-8-23-59 0 0,-5 15-78 0 0,3-26-96 0 0,-7 6-138 0 0,-20 44-192 0 0,25-53-36 0 0,0 0 0 0 0,-1 1-1 0 0,1-1 1 0 0,-1-1 0 0 0,0 1-1 0 0,-6 7 1 0 0,3-4-86 0 0,4-5 11 0 0,0 1 0 0 0,-1 0 1 0 0,1-1-1 0 0,-1 0 0 0 0,0 1 0 0 0,0-1 0 0 0,-5 4 0 0 0,1-1-154 0 0,1 0-785 0 0,-4-1-384 0 0,-3 0 721 0 0,-7 4-361 0 0,-1 1-4218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30.1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542 0 464 0 0,'0'0'18844'0'0,"-1"26"-18071"0"0,-5 76-77 0 0,5-71-132 0 0,-2-2 422 0 0,3 36 1 0 0,1-55-299 0 0,-1-6-637 0 0,0-1 1 0 0,-1 0 0 0 0,1 1 0 0 0,-1-1 0 0 0,0 0 0 0 0,1 1 0 0 0,-2-1 0 0 0,-1 5-1 0 0,0 0 33 0 0,1 1 743 0 0,-8-6-746 0 0,-32 10-14 0 0,32-10 69 0 0,-13-5-104 0 0,-68-9-12 0 0,69 9-2 0 0,7 4-5 0 0,-43 4-1 0 0,55-6-11 0 0,1 0 0 0 0,0 0 0 0 0,-1 1 0 0 0,1-1 0 0 0,0 1 0 0 0,-1 0 0 0 0,1-1 0 0 0,0 1 0 0 0,-3 2 0 0 0,-39 17 5 0 0,24-7 18 0 0,8-3-5 0 0,3-3 3 0 0,1 0 1 0 0,0 1 0 0 0,0 0 0 0 0,0 0 0 0 0,1 0 0 0 0,-9 15 0 0 0,6-10 15 0 0,3-5-8 0 0,1 0 1 0 0,1 1-1 0 0,-1-1 0 0 0,1 1 0 0 0,0 0 1 0 0,1 1-1 0 0,0-1 0 0 0,-3 16 1 0 0,-8 25 71 0 0,12-29 10 0 0,1-11-78 0 0,1-6-20 0 0,0-1 1 0 0,1 1-1 0 0,0-1 0 0 0,0 1 0 0 0,0-1 0 0 0,0 1 1 0 0,0 0-1 0 0,1-1 0 0 0,-1 1 0 0 0,3 4 0 0 0,4 28 70 0 0,-2-19-4 0 0,11 17-23 0 0,-6-19 2 0 0,-5-7-43 0 0,-3-5-12 0 0,0 0 0 0 0,0 0-1 0 0,0 0 1 0 0,0-1 0 0 0,1 1 0 0 0,-1 0 0 0 0,1-1 0 0 0,0 0 0 0 0,5 4-1 0 0,18 13-80 0 0,-20-14-112 0 0,15-20-5754 0 0,-21 15 5943 0 0,27-20-776 0 0,31-29 1 0 0,-56 47 658 0 0,0 0 0 0 0,1 0 0 0 0,-2-1 0 0 0,1 1 1 0 0,0-1-1 0 0,0 1 0 0 0,-1-1 0 0 0,1 1 0 0 0,-1-1 0 0 0,0 0 0 0 0,0 0 1 0 0,0 0-1 0 0,0 0 0 0 0,0 0 0 0 0,0-3 0 0 0,-2-20-3140 0 0,-5-60-2095 0 0,-8 14 409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30.3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450 164 3020 0 0,'-23'-72'366'0'0,"22"67"-274"0"0,0 1 1 0 0,0 0 0 0 0,0 0-1 0 0,-1 0 1 0 0,1 0 0 0 0,-1 0-1 0 0,0 0 1 0 0,0 1 0 0 0,-5-6-1 0 0,1 1 114 0 0,5 5-121 0 0,0 1-1 0 0,0 0 0 0 0,0-1 0 0 0,-1 1 0 0 0,1 0 1 0 0,-1 0-1 0 0,0 0 0 0 0,1 0 0 0 0,-1 0 1 0 0,0 0-1 0 0,0 0 0 0 0,-3-1 0 0 0,-6-7 8618 0 0,-10 24-8108 0 0,-63 41-61 0 0,82-54-494 0 0,0 0 0 0 0,0 0 0 0 0,0 1 0 0 0,0-1 0 0 0,0 0 0 0 0,0 1 0 0 0,0-1 0 0 0,1 1 0 0 0,-1 0 0 0 0,0-1 0 0 0,-2 5 0 0 0,-19 34 735 0 0,9-13-485 0 0,11-20-159 0 0,-2 1-145 0 0,-24 38-393 0 0,15-20 8 0 0,10-20-150 0 0,-4 4-174 0 0,-40 44-1479 0 0,42-46 1545 0 0,-4 3-297 0 0,-11 10-3757 0 0,-31 27 1070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30.5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1137 188 0 0,'0'0'10615'0'0,"7"-28"-9372"0"0,46-176 1202 0 0,-47 169-1379 0 0,-2 0-1 0 0,1-64 0 0 0,0 4 288 0 0,-3 43-462 0 0,-1-1 0 0 0,-3 0 0 0 0,-10-58 0 0 0,11 104-805 0 0,-2-11 184 0 0,-1-27 892 0 0,-4-83 569 0 0,6 92-1270 0 0,2 28-53 0 0,1-2-51 0 0,1 0-249 0 0,-1 5-36 0 0,0 1-1 0 0,0 0 1 0 0,-1-1 0 0 0,1 1-1 0 0,-1-1 1 0 0,-1-4 0 0 0,6 2 172 0 0,15-20-44 0 0,-15 21-78 0 0,6 1-114 0 0,33-13-132 0 0,-33 14-174 0 0,5 3-184 0 0,48-3-192 0 0,-48 3-203 0 0,10 5-3045 0 0,76 13 1913 0 0,-98-17 1598 0 0,-1 0-1 0 0,0 0 1 0 0,0 1 0 0 0,0 0-1 0 0,0-1 1 0 0,0 1 0 0 0,0 0-1 0 0,5 3 1 0 0,21 13-5710 0 0,-22-13 467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31.1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383 131 660 0 0,'0'0'5034'0'0,"6"-16"-4114"0"0,18-45-27 0 0,-18 46-49 0 0,6 10-30 0 0,38-13-10 0 0,-38 14-19 0 0,3 2-21 0 0,43-6-38 0 0,-43 6 1215 0 0,6 5-1364 0 0,63 10-66 0 0,-63-10 435 0 0,-11 3-508 0 0,31 16-25 0 0,-30-17 314 0 0,-7 1-417 0 0,15 18-18 0 0,-15-17 223 0 0,-6 4-298 0 0,-10 37-20 0 0,9-36-27 0 0,-3-3-6 0 0,-20 30-20 0 0,24-36-121 0 0,0 1-1 0 0,0-1 1 0 0,0 0 0 0 0,-1 1-1 0 0,1-1 1 0 0,-1 0 0 0 0,0 0-1 0 0,-7 4 1 0 0,3 0 17 0 0,1-1 77 0 0,-5 0-15 0 0,-1 2-72 0 0,3-2 16 0 0,1 0 0 0 0,-1-1 1 0 0,-14 6-1 0 0,-7 3-11 0 0,23-11 46 0 0,29 5-520 0 0,81 30 431 0 0,3-3 32 0 0,-92-31-18 0 0,42 19 22 0 0,-40-17-16 0 0,-8-3 2 0 0,0 0 1 0 0,-1 0 0 0 0,1 1-1 0 0,-1 0 1 0 0,11 8 0 0 0,-10-9 17 0 0,-5-2 1 0 0,0 1 0 0 0,-1-1 0 0 0,1 1 0 0 0,0 0 0 0 0,-1 0 0 0 0,1-1 0 0 0,-1 2 0 0 0,0-1 0 0 0,1 0 1 0 0,2 4-1 0 0,22 23 226 0 0,-20-22 562 0 0,-9 4-315 0 0,-7 34 17 0 0,7-34-2 0 0,-10-1 0 0 0,-37 29-37 0 0,48-37-444 0 0,-1 0 1 0 0,0-1 0 0 0,0 1-1 0 0,-1-1 1 0 0,1 1 0 0 0,0-1-1 0 0,0 0 1 0 0,-1 0 0 0 0,1 0-1 0 0,-4 0 1 0 0,-53 20 358 0 0,24-13-43 0 0,20-6-288 0 0,-112 13 386 0 0,97-14-347 0 0,-54-2-152 0 0,78 1 0 0 0,0-1 0 0 0,-1 1-1 0 0,1-1 1 0 0,-11-2 0 0 0,2 0-32 0 0,-14-3-199 0 0,1-1 0 0 0,0-1 0 0 0,-46-19 0 0 0,32 5-938 0 0,1-1 1 0 0,2-2 0 0 0,-39-31-1 0 0,44 28-3621 0 0,-48-52 1 0 0,24 12-900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41.441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1 177 256 0 0,'0'0'2126'0'0,"0"24"-1740"0"0,0 43-184 0 0,0-40 4008 0 0,0-145 3899 0 0,32 120-7858 0 0,96 7 0 0 0,-96-6 704 0 0,35-8-631 0 0,-45 3-260 0 0,-5 1 628 0 0,0-1-543 0 0,50-6-3 0 0,-50 6 87 0 0,-2 0-119 0 0,71-9 244 0 0,-12-2-54 0 0,-15 2-261 0 0,-44 8 2 0 0,-5 0-8 0 0,30-8 4 0 0,-30 8 64 0 0,2 0-53 0 0,35-7 6 0 0,-36 7 121 0 0,1 0-131 0 0,37-10-8 0 0,-37 10 37 0 0,-2 0-54 0 0,30-11 0 0 0,-30 10 75 0 0,2 1-103 0 0,40-8 9 0 0,-40 8 43 0 0,1 1-62 0 0,35-7 41 0 0,-36 6 1 0 0,5 3-66 0 0,50-1 20 0 0,-51 0 690 0 0,-59 8-670 0 0,-131 17 13 0 0,117-17 20 0 0,3-2-18 0 0,41-3-10 0 0,-8-2-10 0 0,-63 1-2 0 0,63 0-7 0 0,7-1-8 0 0,-55 5 23 0 0,-69-7-52 0 0,62-1 48 0 0,57 3 7 0 0,6 0-2 0 0,-41 3-3 0 0,40-3-6 0 0,63 2-427 0 0,146 6 441 0 0,-146-6 1 0 0,-32-3-11 0 0,54-5 8 0 0,-53 5 6 0 0,-1-1 1 0 0,52-5-18 0 0,-52 5 14 0 0,-3 0-4 0 0,43-4-8 0 0,-43 4 2 0 0,-1 0 12 0 0,40-4-4 0 0,-40 4 35 0 0,0 0-38 0 0,40-7 0 0 0,-40 7 26 0 0,0 0-112 0 0,38-4 82 0 0,-38 4 530 0 0,-63 1-517 0 0,-148-4-6 0 0,133 3-1 0 0,47 0-5 0 0,-57-1-17 0 0,56 4 13 0 0,-56-3-10 0 0,56 0 3 0 0,-57-1-8 0 0,12 3 33 0 0,48 0-3 0 0,-3 0-7 0 0,-58-1 1 0 0,58 0-17 0 0,5 1-3 0 0,-41-3 10 0 0,41 2-7 0 0,55 10-374 0 0,123 26 400 0 0,-157-33-10 0 0,1 0 0 0 0,0-1 0 0 0,0 1 0 0 0,0-2 0 0 0,9 1 1 0 0,44-2 21 0 0,-46 0-10 0 0,4 3-3 0 0,56 4 4 0 0,-56-4 4 0 0,-1-2 10 0 0,51 2-21 0 0,-51-2 6 0 0,-2 0 1 0 0,51-2-3 0 0,-50 2 50 0 0,-2-2-395 0 0,43-4 36 0 0,-44 4-101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43.76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1 143 444 0 0,'0'0'9150'0'0,"30"-3"-8682"0"0,91-10-2 0 0,-91 10 860 0 0,2 1-782 0 0,-18 1-298 0 0,0 0 1 0 0,0-1-1 0 0,14-5 0 0 0,24-3 97 0 0,-40 8-1 0 0,3 0-47 0 0,72-10 260 0 0,-39 5-295 0 0,-35 5 13 0 0,6-1-14 0 0,58-6-29 0 0,-66 9-133 0 0,-1-1-1 0 0,1-1 0 0 0,20-6 1 0 0,-17 4-20 0 0,-2 2 152 0 0,6 1-27 0 0,53-3-20 0 0,-53 3-19 0 0,-5 0-24 0 0,70-7 387 0 0,-15 5-424 0 0,-51 2 229 0 0,-4-2-227 0 0,38-6-24 0 0,-38 7 315 0 0,5 3-355 0 0,56 3-8 0 0,-55-3 107 0 0,-5 1-110 0 0,45 4-36 0 0,-45-4 925 0 0,-63 0-948 0 0,-151 10 32 0 0,136-10-9 0 0,6-4 9 0 0,43 1 2 0 0,-8 1-12 0 0,-71 0-6 0 0,55 0-4 0 0,-39-2 3 0 0,17-1 13 0 0,42 2-1 0 0,0 1 1 0 0,1 0-1 0 0,-22 3 0 0 0,-53 4-1 0 0,77-5 3 0 0,-49-1-6 0 0,-3-2 26 0 0,51 1 28 0 0,0 0-37 0 0,17 0-10 0 0,-38 1-30 0 0,26-1 10 0 0,32 1 11 0 0,193-1 15 0 0,-160 0 14 0 0,-38-1 1 0 0,43 0-1 0 0,-43 1 25 0 0,5 0-28 0 0,61 0-17 0 0,-61 0 19 0 0,0-2 5 0 0,3-1-18 0 0,64-4 8 0 0,-35 4-4 0 0,-40 2-4 0 0,8 1-9 0 0,3 0 7 0 0,66-5 55 0 0,7-2-34 0 0,-46 1-16 0 0,-37 5 0 0 0,-1-1-37 0 0,40-7 35 0 0,-40 7 2447 0 0,-53 8-2406 0 0,-124 17 1 0 0,108-16-6 0 0,-37 5 39 0 0,45-5-62 0 0,37-5 22 0 0,-6-2-10 0 0,-54 0-6 0 0,54 0 39 0 0,0 0-51 0 0,-69 0 52 0 0,44-2-55 0 0,-23-4-12 0 0,-2 3 2 0 0,51 3 141 0 0,68 0-170 0 0,152-2 24 0 0,-152 2 10 0 0,-35-2-10 0 0,50-4 4 0 0,-50 4 0 0 0,-2 1-1 0 0,2-1 3 0 0,50-3 52 0 0,-4 2-53 0 0,-47 3 37 0 0,2-2-1417 0 0,17-2 3985 0 0,-22 4-5993 0 0,6 0-5689 0 0,-12 0 4923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51.481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508 181 32 0 0,'0'0'7726'0'0,"-7"-15"-7538"0"0,-23-45-4 0 0,22 45 943 0 0,2 9-1045 0 0,-18-18-19 0 0,18 18 606 0 0,-1 0-629 0 0,-23-16 16 0 0,22 17 789 0 0,-2 1-819 0 0,-33-10 4 0 0,32 11 623 0 0,-2 14-648 0 0,-43 34 3 0 0,42-34 12 0 0,9-4-22 0 0,-15 21 6 0 0,15-21 20 0 0,1 0-20 0 0,-11 21-6 0 0,11-21 26 0 0,1 1-9 0 0,-8 23 2 0 0,8-23 217 0 0,0 0-194 0 0,-8 25 11 0 0,8-25 182 0 0,-1 1-191 0 0,-10 24 17 0 0,10-25 71 0 0,1 0-90 0 0,-11 21-7 0 0,10-22 60 0 0,1 1-64 0 0,-8 21-12 0 0,8-21 69 0 0,0-1-82 0 0,-8 24-2 0 0,8-23 53 0 0,0 0-45 0 0,-8 24-4 0 0,8-24 44 0 0,0 0-43 0 0,-10 24 3 0 0,10-24 6 0 0,1 0-10 0 0,-7 24 4 0 0,7-24 14 0 0,0 0-20 0 0,-9 44-26 0 0,4-19 23 0 0,6-25 21 0 0,2 3-29 0 0,3 30 7 0 0,-3-31 23 0 0,1-2-15 0 0,8 26 5 0 0,-7-26 26 0 0,1 0-41 0 0,13 22 7 0 0,-13-22 42 0 0,2-2-40 0 0,17 18-3 0 0,-17-18 55 0 0,1 0-50 0 0,25 17 5 0 0,-24-17 124 0 0,1-3-114 0 0,30 12-8 0 0,-30-12 1040 0 0,11-5-989 0 0,58-6-10 0 0,-59 7 494 0 0,-6-6-524 0 0,37-17-4 0 0,-38 18 230 0 0,-6 0-205 0 0,18-17-15 0 0,-18 18 88 0 0,1-1-97 0 0,20-17-10 0 0,-20 17 101 0 0,-3-1-94 0 0,13-23 3 0 0,-12 23 48 0 0,-1 0-68 0 0,13-20-4 0 0,-13 20 116 0 0,1 0-70 0 0,13-22-18 0 0,-13 21 104 0 0,-2 1-87 0 0,8-22-16 0 0,-8 21 144 0 0,0 0-143 0 0,12-25 12 0 0,-12 24 336 0 0,-1 1-304 0 0,3-27-18 0 0,-3 26 274 0 0,-1 1-303 0 0,7-43 226 0 0,-3 11-239 0 0,-4 30 70 0 0,-1 1-83 0 0,0-27-8 0 0,0 27 11 0 0,0-1-19 0 0,0-29 25 0 0,0 29 71 0 0,-2 1-117 0 0,-3-25 38 0 0,3 25 33 0 0,0 0-52 0 0,-6-29 47 0 0,5 29-6 0 0,2 1-39 0 0,-5-24 15 0 0,5 24 127 0 0,-4 0-97 0 0,-17-24-8 0 0,17 24 252 0 0,-3 3-240 0 0,-21-15 0 0 0,21 14 94 0 0,-3 4-122 0 0,-35-10-4 0 0,35 9-28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3:54.04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1289 154 32 0 0,'0'0'5797'0'0,"-11"-11"-5583"0"0,-35-32-9 0 0,35 32 816 0 0,3 6-829 0 0,-27-11 24 0 0,27 12 842 0 0,-3 0-907 0 0,-31-13-13 0 0,31 13 551 0 0,1 0-598 0 0,-30-10-1 0 0,30 11 682 0 0,-2 0-742 0 0,-35-9-4 0 0,36 9 296 0 0,-11 6-306 0 0,-66 9-3 0 0,65-9 82 0 0,10-1-85 0 0,-43 7 2 0 0,42-7 148 0 0,0 0-144 0 0,-3 0-8 0 0,5-1 23 0 0,0 1-1 0 0,0 0 0 0 0,-17 5 0 0 0,-15 5 6 0 0,33-9 180 0 0,-1 0-183 0 0,-35 11-1 0 0,35-10 85 0 0,1-1-72 0 0,-36 10-4 0 0,35-10 71 0 0,4 1-38 0 0,-27 13 5 0 0,27-13 344 0 0,-1 0-319 0 0,-28 11 5 0 0,27-11 445 0 0,1 1-477 0 0,-30 12-7 0 0,30-12 305 0 0,0 0-334 0 0,-25 16 5 0 0,26-16 102 0 0,2 1-114 0 0,-19 18 8 0 0,19-18 74 0 0,0 1-80 0 0,-20 18 4 0 0,20-18 37 0 0,-1-1-50 0 0,-20 18 2 0 0,20-18 30 0 0,1 0-34 0 0,-18 18-6 0 0,18-17 73 0 0,1-1-78 0 0,-17 21-4 0 0,17-20 77 0 0,1 1-64 0 0,-13 22 1 0 0,13-22 37 0 0,1-1-62 0 0,-9 23 13 0 0,9-23 16 0 0,1 1-24 0 0,-8 24 2 0 0,8-24 1 0 0,0 1-9 0 0,-4 48 21 0 0,4-18-17 0 0,1-29-7 0 0,3 0-14 0 0,8 30 7 0 0,-7-30 2 0 0,1-4 7 0 0,13 21 4 0 0,-13-20-11 0 0,1-1 5 0 0,15 20 8 0 0,-15-20 31 0 0,0 2-40 0 0,12 21 8 0 0,-13-21-7 0 0,0-1-2 0 0,13 22 7 0 0,-13-21 20 0 0,2-1-12 0 0,15 19 2 0 0,-16-19 8 0 0,0-1-12 0 0,0 2-3 0 0,-3-5 1 0 0,1 0 0 0 0,-1 1-1 0 0,1-1 1 0 0,-1 0-1 0 0,1-1 1 0 0,0 1-1 0 0,6 4 1 0 0,18 16-4 0 0,-20-17 30 0 0,2-2-32 0 0,26 13 10 0 0,-26-13 52 0 0,3-1-56 0 0,37 10 16 0 0,-37-10 52 0 0,2-2-55 0 0,43 3 0 0 0,-43-3 151 0 0,5-6-150 0 0,54-16-6 0 0,-54 16 92 0 0,-9 1-80 0 0,28-14-4 0 0,-28 13 61 0 0,-2 1-60 0 0,28-14 3 0 0,-27 14 8 0 0,-1-2-13 0 0,23-17-14 0 0,-23 17 6 0 0,0 1-15 0 0,26-16 2 0 0,-25 16 23 0 0,-2 1-12 0 0,22-16-1 0 0,-22 16 9 0 0,-1-3 0 0 0,1 0-12 0 0,26-22 23 0 0,-4 6-27 0 0,-21 17 30 0 0,-1 0-18 0 0,20-21-9 0 0,-21 20 28 0 0,0 2-32 0 0,17-17-6 0 0,-17 17 5 0 0,-6 3-27 0 0,1 0 28 0 0,0 1-1 0 0,0 0 1 0 0,0-1 0 0 0,0 1 0 0 0,0-1 0 0 0,0 1 0 0 0,0 0 0 0 0,0 0-1 0 0,0 0 1 0 0,1 0 0 0 0,-1 0 0 0 0,3-2 0 0 0,-3 2 0 0 0,1 1 1 0 0,-1-1-1 0 0,0 0 0 0 0,1-1 1 0 0,-1 1-1 0 0,0 0 1 0 0,0 0-1 0 0,0 0 0 0 0,0-1 1 0 0,0 1-1 0 0,0-1 0 0 0,0 1 1 0 0,1-3-1 0 0,4-2 10 0 0,21-17-4 0 0,-20 18 13 0 0,0-2-6 0 0,20-17 4 0 0,-20 18 77 0 0,-1 0-76 0 0,18-18 8 0 0,-18 18 71 0 0,1 0-97 0 0,23-16-8 0 0,-22 17 11 0 0,-1 0 4 0 0,23-17-3 0 0,-22 16 34 0 0,-1 1-54 0 0,23-15 10 0 0,-23 15 20 0 0,-1-1-20 0 0,19-17 2 0 0,-19 17 39 0 0,-1 0-38 0 0,18-18 25 0 0,-17 18 15 0 0,-1-1-53 0 0,16-18 12 0 0,-15 18-1 0 0,-5 4-22 0 0,-1 1 26 0 0,1-1 0 0 0,1 0 0 0 0,-1 0 0 0 0,0 1 0 0 0,1-1 0 0 0,-1 1 0 0 0,1-1 0 0 0,1-1 0 0 0,2-3-3 0 0,-1 0 118 0 0,-1-1-112 0 0,10-22 12 0 0,-10 22 328 0 0,-3 2-336 0 0,0 0-1 0 0,0-1 1 0 0,-1 1 0 0 0,-2-9 0 0 0,0 4-1 0 0,2 0 30 0 0,-4 3-232 0 0,-17-27 9 0 0,17 27-104 0 0,-4 3-772 0 0,-27-13 203 0 0,28 14-434 0 0,-11 1-5166 0 0,-75-12 2740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00.97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29 208 0 0,'0'0'11373'0'0,"20"8"-11196"0"0,3 1-100 0 0,-1-1 494 0 0,29 15 0 0 0,-32-25-448 0 0,61-7-9 0 0,-60 7 1018 0 0,-1 1-1037 0 0,54-5 3 0 0,-54 5 450 0 0,-4-1-482 0 0,45-5-12 0 0,-45 5 442 0 0,-2 0-465 0 0,41-4-22 0 0,-40 4 180 0 0,3 2-172 0 0,84-2 220 0 0,-35 4-212 0 0,-50-2 163 0 0,0 1-171 0 0,3-1-6 0 0,-5 0 29 0 0,0 1 1 0 0,0 0 0 0 0,19 4 0 0 0,24 4-17 0 0,-43-7 65 0 0,1-1-61 0 0,43 1-10 0 0,-43-1 146 0 0,3-3-148 0 0,89-11 142 0 0,-90 11-146 0 0,54-3 140 0 0,25 1 315 0 0,-36 2-385 0 0,-45 1 668 0 0,0 0-722 0 0,45-6-4 0 0,-45 6 505 0 0,70-3-286 0 0,-73 1-213 0 0,38-7-4 0 0,-37 7 151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05.18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1218 42 808 0 0,'0'0'8560'0'0,"-31"-4"-8212"0"0,-91-12-8 0 0,91 11 2778 0 0,11 7-2905 0 0,-61 3-8 0 0,61-4 694 0 0,6-2-806 0 0,-1 1 1 0 0,-23 2-1 0 0,17 0-40 0 0,4-1 772 0 0,2 0-717 0 0,-2 1-62 0 0,-55 1 550 0 0,52-4-552 0 0,-60 3 599 0 0,15 1-553 0 0,48-2 621 0 0,2 0-628 0 0,-48 3-13 0 0,47-3 224 0 0,1 0-242 0 0,-44 1 0 0 0,44-1 362 0 0,-1 0-380 0 0,-48 1 25 0 0,48-1-4 0 0,-3-2-203 0 0,-4-2 127 0 0,-50-1-111 0 0,69 4 125 0 0,0 1 1 0 0,0-1-1 0 0,0-1 1 0 0,0 1-1 0 0,0-1 1 0 0,0 1-1 0 0,-6-3 1 0 0,0 0 58 0 0,1 0 0 0 0,0 1-1 0 0,-15-1 1 0 0,-5-1-56 0 0,20 2-27 0 0,29 3-120 0 0,165 9 128 0 0,-139-7 32 0 0,69-3 31 0 0,-48 0-67 0 0,-50 0 75 0 0,-2 1-32 0 0,3 2-15 0 0,-6-1-14 0 0,-1 0 1 0 0,24-1-1 0 0,5-2-4 0 0,31 3-90 0 0,-13 2 93 0 0,-43-3 4 0 0,2-1-108 0 0,49-2 102 0 0,-49 2 124 0 0,72 0-133 0 0,-71 0 10 0 0,-4-1-8 0 0,45-3 46 0 0,-45 3 117 0 0,2 0-169 0 0,45-3 19 0 0,-46 3 344 0 0,-57-2-349 0 0,-124-11 15 0 0,124 10 2 0 0,25 3 26 0 0,-54-2-20 0 0,53 2 26 0 0,-1 0-36 0 0,-55-3 5 0 0,56 3-10 0 0,4 0 14 0 0,-69-1 60 0 0,-9-1 123 0 0,28 1-188 0 0,48 2-4 0 0,62 3-399 0 0,136 9 415 0 0,-137-10-13 0 0,-27-2 14 0 0,55-1-8 0 0,-55 0 49 0 0,-1 1-33 0 0,53-1 0 0 0,-53 1 470 0 0,-3 1-408 0 0,42 4 18 0 0,-42-4 5271 0 0,-55 4-5364 0 0,-123 14-4 0 0,123-14 25 0 0,24-4-23 0 0,-86 4 8 0 0,41-2-21 0 0,46-2-18 0 0,-1-1 7 0 0,-85 1-502 0 0,37-2 329 0 0,48 1-90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08.26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492 190 64 0 0,'9'-11'2086'0'0,"-3"5"5359"0"0,-6 6-7399 0 0,1 0 0 0 0,0-1 0 0 0,-1 1 0 0 0,1-1 0 0 0,-1 1 0 0 0,1-1 0 0 0,-1 1 0 0 0,1-1 0 0 0,-1 1 0 0 0,1-1 0 0 0,-1 1 0 0 0,1-1 0 0 0,-1 0 0 0 0,1 1 0 0 0,-1-1 0 0 0,0 0 0 0 0,0 1 0 0 0,1-1 0 0 0,-1 0 0 0 0,0 1 0 0 0,0-1 0 0 0,0 0 0 0 0,0 0 0 0 0,0 1 0 0 0,0-1 0 0 0,0 0 0 0 0,0 0 0 0 0,0 1 0 0 0,0-1 0 0 0,0 0 0 0 0,0 1 0 0 0,0-1 0 0 0,0 0 0 0 0,-1 1 0 0 0,1-1 0 0 0,-1-1 0 0 0,1 2-53 0 0,-1-3 195 0 0,0 1-1 0 0,-4-11 59 0 0,-1 0 0 0 0,0 1 0 0 0,-1 0-1 0 0,-10-14 1 0 0,13 21-202 0 0,0 0-1 0 0,0 1 0 0 0,-1-1 1 0 0,0 1-1 0 0,0 1 0 0 0,0-1 0 0 0,0 1 1 0 0,0-1-1 0 0,-1 2 0 0 0,1-1 1 0 0,-1 0-1 0 0,-6-1 0 0 0,-8-1 42 0 0,0 2 0 0 0,-1-1-1 0 0,-25 1 1 0 0,7 0-8 0 0,28 2-58 0 0,0 1-1 0 0,1 1 1 0 0,-1 0-1 0 0,1 0 1 0 0,-1 1-1 0 0,1 0 0 0 0,-1 1 1 0 0,-10 5-1 0 0,14-5-14 0 0,-1 0 1 0 0,1 1-1 0 0,1 0 0 0 0,-1 0 0 0 0,1 1 1 0 0,-1 0-1 0 0,1 0 0 0 0,-6 8 0 0 0,2-2-4 0 0,0 0 0 0 0,1 1 0 0 0,-11 19 0 0 0,15-23 1 0 0,0 1-1 0 0,1 1 0 0 0,0-1 0 0 0,1 0 1 0 0,0 1-1 0 0,0 0 0 0 0,-1 13 1 0 0,3-18-1 0 0,1 0 0 0 0,-1 1 1 0 0,1-1-1 0 0,1 1 1 0 0,-1-1-1 0 0,1 0 1 0 0,0 1-1 0 0,0-1 1 0 0,1 0-1 0 0,0 0 0 0 0,-1 0 1 0 0,2 0-1 0 0,-1 0 1 0 0,1 0-1 0 0,3 5 1 0 0,4-1-1 0 0,-5-5 4 0 0,1-1 0 0 0,-1 0 1 0 0,1 0-1 0 0,0-1 0 0 0,0 0 0 0 0,0 0 1 0 0,0 0-1 0 0,1 0 0 0 0,-1-1 1 0 0,0 0-1 0 0,1-1 0 0 0,-1 1 1 0 0,1-1-1 0 0,-1 0 0 0 0,1-1 1 0 0,-1 0-1 0 0,0 0 0 0 0,1 0 0 0 0,-1 0 1 0 0,0-1-1 0 0,11-5 0 0 0,0-1 18 0 0,-1-1 1 0 0,0 0-1 0 0,-1-1 0 0 0,0-1 0 0 0,-1 0 0 0 0,22-21 0 0 0,32-45 389 0 0,-64 73-343 0 0,-3 3 36 0 0,7-12 574 0 0,-8 12-657 0 0,0 1 0 0 0,0 0-1 0 0,0 0 1 0 0,0-1 0 0 0,0 1-1 0 0,0 0 1 0 0,0 0 0 0 0,1-1-1 0 0,-1 1 1 0 0,0 0 0 0 0,0 0-1 0 0,0 0 1 0 0,0-1 0 0 0,1 1-1 0 0,-1 0 1 0 0,0 0 0 0 0,0 0-1 0 0,0 0 1 0 0,1 0 0 0 0,-1-1-1 0 0,0 1 1 0 0,0 0 0 0 0,1 0-1 0 0,-1 0 1 0 0,0 0 0 0 0,0 0-1 0 0,1 0 1 0 0,-1 0 0 0 0,0 0-1 0 0,0 0 1 0 0,1 0 0 0 0,-1 0-1 0 0,0 0 1 0 0,0 0 0 0 0,1 0-1 0 0,-1 0 1 0 0,0 0-1 0 0,0 0 1 0 0,1 0 0 0 0,-1 1-1 0 0,0-1 1 0 0,0 0 0 0 0,1 0-1 0 0,-1 0 1 0 0,0 0 0 0 0,0 0-1 0 0,0 1 1 0 0,1-1 0 0 0,-1 0-1 0 0,0 0 1 0 0,7 20 218 0 0,-4 28-107 0 0,-28 271 766 0 0,-2-133-432 0 0,2-27-58 0 0,21-119-285 0 0,-3 50 98 0 0,8-86-207 0 0,0 0 0 0 0,0-1 0 0 0,0 1 0 0 0,0-1-1 0 0,1 1 1 0 0,-1-1 0 0 0,1 1 0 0 0,0-1 0 0 0,3 4-1 0 0,2-11 17 0 0,8-7-8 0 0,0-2 0 0 0,-1 1 0 0 0,-1-1 0 0 0,0-1 0 0 0,19-26 0 0 0,124-200 132 0 0,-105 140-811 0 0,-31 58-2967 0 0,-16 32 2076 0 0,-3 8-1022 0 0,4-8-5579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08.61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1 191 1196 0 0,'0'-3'1150'0'0,"1"-2"-650"0"0,1-1 1 0 0,0 0 0 0 0,0 1 0 0 0,0 0 0 0 0,1-1-1 0 0,-1 1 1 0 0,1 0 0 0 0,0 1 0 0 0,7-8 0 0 0,39-43 1851 0 0,-28 34-1046 0 0,18-20 914 0 0,-37 39-1824 0 0,1 0-14 0 0,-2 1-225 0 0,0 1 0 0 0,0-1-1 0 0,0 0 1 0 0,0 1 0 0 0,0-1 0 0 0,0 0 0 0 0,0 1 0 0 0,0 0 0 0 0,0-1 0 0 0,0 1 0 0 0,0-1 0 0 0,0 1 0 0 0,0 0 0 0 0,0 0 0 0 0,0 0 0 0 0,0-1 0 0 0,1 1 0 0 0,-1 0 0 0 0,0 0 0 0 0,0 1 0 0 0,2-1 0 0 0,1 10 94 0 0,0 1 0 0 0,0 0-1 0 0,-1-1 1 0 0,0 1 0 0 0,0 0 0 0 0,-2 1 0 0 0,1-1 0 0 0,-1 0-1 0 0,-1 0 1 0 0,0 1 0 0 0,-3 17 0 0 0,-2 15 341 0 0,-19 69 1 0 0,15-80-363 0 0,-6 33-614 0 0,14-59-51 0 0,0-1 0 0 0,0 1-1 0 0,1 0 1 0 0,0-1 0 0 0,1 1 0 0 0,0-1 0 0 0,2 11-1 0 0,-3-15-658 0 0,0-2 1075 0 0,0 0-1 0 0,0 1 0 0 0,0-1 0 0 0,0 0 1 0 0,0 1-1 0 0,0-1 0 0 0,1 0 0 0 0,-1 1 1 0 0,0-1-1 0 0,0 0 0 0 0,0 0 0 0 0,0 1 1 0 0,0-1-1 0 0,1 0 0 0 0,-1 1 0 0 0,0-1 1 0 0,0 0-1 0 0,1 0 0 0 0,-1 1 0 0 0,0-1 1 0 0,0 0-1 0 0,1 0 0 0 0,-1 0 0 0 0,0 0 1 0 0,0 1-1 0 0,1-1 0 0 0,-1 0 0 0 0,0 0 1 0 0,1 0-1 0 0,-1 0 0 0 0,44-23-13568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08.820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1 129 592 0 0,'0'0'1272'0'0,"1"-2"-84"0"0,1 0-534 0 0,0-1 1 0 0,0 1 0 0 0,0 0 0 0 0,0 0 0 0 0,0 0-1 0 0,1 0 1 0 0,-1 0 0 0 0,1 1 0 0 0,-1-1-1 0 0,6-2 1 0 0,7-2 537 0 0,-13 5-1076 0 0,0 0 1 0 0,0 0-1 0 0,-1 0 1 0 0,1 1-1 0 0,0-1 0 0 0,0 1 1 0 0,0-1-1 0 0,0 1 0 0 0,0 0 1 0 0,0-1-1 0 0,2 1 1 0 0,13-1 488 0 0,0-1 0 0 0,0-1 0 0 0,18-5 0 0 0,2 1 129 0 0,-3 1-407 0 0,-27 5-437 0 0,22-6-428 0 0,-27 6 331 0 0,-1 1 0 0 0,0-1 0 0 0,1 1 0 0 0,-1-1 0 0 0,0 0 0 0 0,1 0 0 0 0,-1 0 0 0 0,0 0 0 0 0,0 0 0 0 0,0 0 0 0 0,0 0 0 0 0,0 0 0 0 0,0 0 0 0 0,0-1 0 0 0,0 1 0 0 0,0 0 0 0 0,-1-1 0 0 0,1 1 0 0 0,0-2 0 0 0,3-6-1095 0 0,-6 2-3112 0 0,-9-9 1142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09.01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 18 760 0 0,'-2'-9'12081'0'0,"99"6"-9589"0"0,35 2-4272 0 0,-88-4-5488 0 0,-39 5 3731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09.50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0 206 288 0 0,'23'-69'8023'0'0,"-23"68"-7786"0"0,1 0 0 0 0,-1 0 0 0 0,0 0 0 0 0,1 0 0 0 0,-1-1 0 0 0,1 1 0 0 0,-1 0 0 0 0,1 0 0 0 0,0 0-1 0 0,-1 0 1 0 0,1 0 0 0 0,0 0 0 0 0,0 0 0 0 0,0 0 0 0 0,0 1-102 0 0,-1 0-1 0 0,0 0 1 0 0,0 0-1 0 0,1 0 1 0 0,-1 0 0 0 0,0 0-1 0 0,1 0 1 0 0,-1 0-1 0 0,0 0 1 0 0,0 0-1 0 0,1 1 1 0 0,-1-1 0 0 0,0 0-1 0 0,0 0 1 0 0,1 0-1 0 0,-1 0 1 0 0,0 1 0 0 0,0-1-1 0 0,0 0 1 0 0,1 0-1 0 0,-1 0 1 0 0,0 1-1 0 0,0-1 1 0 0,0 0 0 0 0,0 0-1 0 0,0 1 1 0 0,1-1-1 0 0,-1 0 1 0 0,0 1 0 0 0,0-1-1 0 0,0 0 1 0 0,0 0-1 0 0,0 1 1 0 0,4 22 3283 0 0,-4-9-4341 0 0,0 12 1436 0 0,1-1-1 0 0,1 0 1 0 0,1 0-1 0 0,10 37 1 0 0,-12-59-481 0 0,-1 1 1 0 0,1-1-1 0 0,0 1 1 0 0,0-1-1 0 0,1 1 1 0 0,-1-1-1 0 0,1 0 1 0 0,0 0-1 0 0,-1 0 0 0 0,2 0 1 0 0,-1 0-1 0 0,0 0 1 0 0,0 0-1 0 0,1-1 1 0 0,-1 1-1 0 0,1-1 1 0 0,0 0-1 0 0,0 0 1 0 0,0 0-1 0 0,5 3 1 0 0,-3-4-15 0 0,0 1 0 0 0,0-1 1 0 0,1 0-1 0 0,-1 0 0 0 0,0-1 0 0 0,1 1 1 0 0,-1-1-1 0 0,0-1 0 0 0,0 1 1 0 0,1-1-1 0 0,-1 1 0 0 0,0-1 0 0 0,9-3 1 0 0,-2-1 2 0 0,0-1 0 0 0,0 0 0 0 0,0 0 0 0 0,-1-1 0 0 0,0 0 0 0 0,0-1 0 0 0,-1-1 0 0 0,12-11 0 0 0,-2 2 2 0 0,-7 6-10 0 0,0 0 0 0 0,-2-2-1 0 0,1 1 1 0 0,17-29 0 0 0,30-67 33 0 0,-38 69-26 0 0,3-6 110 0 0,-23 44-28 0 0,1-1-13 0 0,1-1-104 0 0,-3 8 437 0 0,-38 164 487 0 0,7-46-280 0 0,-16 93 85 0 0,31-109-1398 0 0,13-82-576 0 0,1 0 1 0 0,2 33-1 0 0,0-32-1338 0 0,0-24 2343 0 0,0 1 0 0 0,0-1 0 0 0,1 0 0 0 0,-1 0 0 0 0,0 0 0 0 0,1 0 0 0 0,-1 0 0 0 0,1 0 0 0 0,-1 0 0 0 0,1 0 0 0 0,-1 0 0 0 0,1-1 0 0 0,1 2 0 0 0,3 3-6300 0 0,2 0 1734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0.160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7 865 760 0 0,'-5'9'1779'0'0,"4"-5"2121"0"0,1-4-3795 0 0,0 0 0 0 0,0 1-1 0 0,0-1 1 0 0,0 0 0 0 0,0 0-1 0 0,0 0 1 0 0,0 0 0 0 0,0 0 0 0 0,0 1-1 0 0,0-1 1 0 0,0 0 0 0 0,0 0-1 0 0,0 0 1 0 0,0 0 0 0 0,0 0 0 0 0,0 1-1 0 0,0-1 1 0 0,0 0 0 0 0,0 0-1 0 0,1 0 1 0 0,-1 0 0 0 0,0 0-1 0 0,0 0 1 0 0,0 0 0 0 0,0 1 0 0 0,0-1-1 0 0,0 0 1 0 0,0 0 0 0 0,1 0-1 0 0,-1 0 1 0 0,0 0 0 0 0,0 0-1 0 0,0 0 1 0 0,0 0 0 0 0,0 0 0 0 0,0 0-1 0 0,1 0 1 0 0,-1 0 0 0 0,0 0-1 0 0,0 0 1 0 0,0 0 0 0 0,0 0 0 0 0,1 0-1 0 0,-1 0 1 0 0,0 0 0 0 0,0 0-1 0 0,0 0 1 0 0,10-5 845 0 0,8-10-1017 0 0,-13 9 286 0 0,0-1-1 0 0,0 0 0 0 0,0 0 0 0 0,-1 0 1 0 0,0-1-1 0 0,-1 1 0 0 0,3-9 0 0 0,4-7 195 0 0,79-204 1427 0 0,-24 52-1010 0 0,-36 103-455 0 0,-12 29 15 0 0,1 1 1 0 0,34-59 0 0 0,-20 41 902 0 0,-31 59-297 0 0,0 6-798 0 0,3 16 134 0 0,-1 0 0 0 0,1 40-1 0 0,2 28 450 0 0,-5-80-705 0 0,1 0 0 0 0,0 1-1 0 0,1-1 1 0 0,0 0-1 0 0,0-1 1 0 0,1 1 0 0 0,5 8-1 0 0,-8-16-65 0 0,0 1 1 0 0,0-1-1 0 0,0 0 0 0 0,0 0 0 0 0,0 0 0 0 0,0 1 1 0 0,1-1-1 0 0,-1 0 0 0 0,0-1 0 0 0,1 1 1 0 0,-1 0-1 0 0,1 0 0 0 0,-1-1 0 0 0,1 1 0 0 0,-1-1 1 0 0,1 1-1 0 0,0-1 0 0 0,-1 1 0 0 0,1-1 1 0 0,-1 0-1 0 0,1 0 0 0 0,0 0 0 0 0,-1 0 0 0 0,4-1 1 0 0,-1 1-17 0 0,6-3 38 0 0,8-10-14 0 0,0 0-1 0 0,-1-1 1 0 0,-1-1-1 0 0,-1 0 0 0 0,28-35 1 0 0,59-101-165 0 0,-92 135 117 0 0,-3 5 28 0 0,0-1 1 0 0,7-18-1 0 0,-13 28 487 0 0,-3 8-355 0 0,-35 202 1034 0 0,33-177-1152 0 0,4 38-1544 0 0,0-66 1220 0 0,0 0 1 0 0,0 0 0 0 0,1 1 0 0 0,-1-1 0 0 0,1 0 0 0 0,-1 0 0 0 0,1 1 0 0 0,0-1 0 0 0,1 0 0 0 0,-1 0 0 0 0,0 0 0 0 0,1 0 0 0 0,0-1-1 0 0,0 1 1 0 0,-1 0 0 0 0,2-1 0 0 0,-1 1 0 0 0,0-1 0 0 0,0 0 0 0 0,4 3 0 0 0,-1-4 2 0 0,-1-1 0 0 0,1 1-1 0 0,0-1 1 0 0,0 0 0 0 0,0 0 0 0 0,-1-1-1 0 0,1 1 1 0 0,0-1 0 0 0,0 0 0 0 0,-1-1 0 0 0,6-1-1 0 0,-3 1 145 0 0,78-17-7297 0 0,-56 10 3985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0.53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542 135 492 0 0,'6'-15'2660'0'0,"-5"11"-2026"0"0,0-1 0 0 0,0 1 0 0 0,0-1 0 0 0,0 1 0 0 0,-1-8 1 0 0,0 10-21 0 0,-1-2-33 0 0,-1 0-349 0 0,0 0 0 0 0,0 0 0 0 0,0 0 0 0 0,0 0 0 0 0,-1 0 0 0 0,1 1-1 0 0,-1-1 1 0 0,0 1 0 0 0,0 0 0 0 0,-1 0 0 0 0,-5-5 0 0 0,0 3-16 0 0,0 1-1 0 0,1 0 1 0 0,-1 0 0 0 0,-1 1 0 0 0,1 0-1 0 0,0 0 1 0 0,-1 1 0 0 0,0 1-1 0 0,1-1 1 0 0,-1 1 0 0 0,-14 1 0 0 0,7 1 110 0 0,-1 1 0 0 0,1 0 0 0 0,0 1 0 0 0,0 1 1 0 0,-27 9-1 0 0,27-6-47 0 0,1 0 1 0 0,0 2 0 0 0,0-1 0 0 0,0 2-1 0 0,1 0 1 0 0,0 1 0 0 0,1 1 0 0 0,1 0-1 0 0,0 1 1 0 0,0 0 0 0 0,1 1 0 0 0,1 0-1 0 0,0 1 1 0 0,1 0 0 0 0,-13 29-1 0 0,18-35-151 0 0,1 0 0 0 0,1 0 0 0 0,-1 0 0 0 0,1 0 0 0 0,1 0 0 0 0,0 1 0 0 0,0-1-1 0 0,1 1 1 0 0,0-1 0 0 0,1 1 0 0 0,0-1 0 0 0,1 1 0 0 0,-1 0 0 0 0,2-1-1 0 0,-1 1 1 0 0,2-1 0 0 0,-1 0 0 0 0,1 1 0 0 0,0-1 0 0 0,1-1 0 0 0,0 1-1 0 0,1 0 1 0 0,0-1 0 0 0,0 0 0 0 0,0 0 0 0 0,10 10 0 0 0,-7-11-37 0 0,0 0 0 0 0,1 0 0 0 0,-1 0 0 0 0,1-1-1 0 0,1-1 1 0 0,-1 1 0 0 0,1-2 0 0 0,0 1 0 0 0,0-1 0 0 0,0-1 0 0 0,19 4 0 0 0,-1-2-208 0 0,1-1 1 0 0,0-1-1 0 0,30-2 1 0 0,-56-1-224 0 0,1 0 1 0 0,0-1-1 0 0,0 1 1 0 0,-1-1-1 0 0,1 0 1 0 0,-1 0 0 0 0,1 0-1 0 0,-1-1 1 0 0,1 1-1 0 0,-1-1 1 0 0,0 0 0 0 0,4-2-1 0 0,-7 4 179 0 0,0-1 1 0 0,1 1-1 0 0,-1-1 0 0 0,0 0 0 0 0,1 1 0 0 0,-1-1 1 0 0,0 1-1 0 0,0-1 0 0 0,1 0 0 0 0,-1 1 1 0 0,0-1-1 0 0,0 1 0 0 0,0-1 0 0 0,0 0 1 0 0,0 1-1 0 0,0-1 0 0 0,0 0 0 0 0,0 0 0 0 0,0-2-1803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1.95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280 131 304 0 0,'1'-3'631'0'0,"5"-16"1018"0"0,-3 12-785 0 0,-1-1 0 0 0,0 1 0 0 0,1-14-1 0 0,-2 18-593 0 0,-1 0-1 0 0,0 0 0 0 0,-1 0 1 0 0,1 0-1 0 0,0 0 1 0 0,-1 0-1 0 0,0 0 0 0 0,0 0 1 0 0,0 0-1 0 0,0 0 1 0 0,0 1-1 0 0,0-1 0 0 0,-3-4 1 0 0,3 5-167 0 0,-1 1 0 0 0,1-1 0 0 0,0 1-1 0 0,0 0 1 0 0,0-1 0 0 0,-1 1 0 0 0,1 0 0 0 0,-1 0 0 0 0,1 0 0 0 0,-1 0-1 0 0,1 0 1 0 0,-1 0 0 0 0,0 0 0 0 0,1 1 0 0 0,-1-1 0 0 0,0 0 0 0 0,0 1 0 0 0,1 0-1 0 0,-1-1 1 0 0,0 1 0 0 0,0 0 0 0 0,0 0 0 0 0,0 0 0 0 0,1 0 0 0 0,-5 1 0 0 0,0 0-4 0 0,1 0 1 0 0,-1 1 0 0 0,1 0 0 0 0,-1 0 0 0 0,-8 5 0 0 0,14-6-92 0 0,-17 8 201 0 0,1 0 0 0 0,1 1 0 0 0,0 1 0 0 0,0 1 0 0 0,1 0 0 0 0,-21 23 0 0 0,26-25-105 0 0,1 2-1 0 0,0-1 0 0 0,0 1 1 0 0,1 1-1 0 0,1-1 0 0 0,0 1 1 0 0,1 0-1 0 0,-7 25 0 0 0,11-31-75 0 0,0-1 0 0 0,1 1 0 0 0,-1 0 0 0 0,1-1 0 0 0,1 1 0 0 0,-1-1 1 0 0,4 13-1 0 0,-2-8 20 0 0,-2-8-38 0 0,1 0 1 0 0,0 0-1 0 0,0 0 1 0 0,0 0-1 0 0,0 0 1 0 0,1 0 0 0 0,-1 0-1 0 0,1-1 1 0 0,-1 1-1 0 0,1-1 1 0 0,0 1-1 0 0,0-1 1 0 0,0 0-1 0 0,1 0 1 0 0,-1 1-1 0 0,0-2 1 0 0,1 1-1 0 0,-1 0 1 0 0,1 0-1 0 0,0-1 1 0 0,0 1-1 0 0,-1-1 1 0 0,1 0 0 0 0,0 0-1 0 0,0 0 1 0 0,0 0-1 0 0,0-1 1 0 0,0 1-1 0 0,4-1 1 0 0,-1 1-1 0 0,1 0 0 0 0,-1-1 1 0 0,1 0-1 0 0,-1-1 0 0 0,1 1 1 0 0,-1-1-1 0 0,0-1 0 0 0,1 1 1 0 0,-1-1-1 0 0,0 0 0 0 0,0 0 1 0 0,8-5-1 0 0,-3-1-2 0 0,0 0 0 0 0,0-1-1 0 0,-1 0 1 0 0,0-1 0 0 0,0 0 0 0 0,-1-1 0 0 0,0 0 0 0 0,9-17-1 0 0,-8 10 12 0 0,-1-1-1 0 0,-1 0 0 0 0,-1-1 0 0 0,0 0 1 0 0,7-40-1 0 0,-6 23 197 0 0,-10 45 1317 0 0,-24 111 463 0 0,-19 253 349 0 0,40-317-2129 0 0,5 102-1 0 0,1-132-202 0 0,9 85-196 0 0,-8-99 103 0 0,1 0 0 0 0,-1-1 1 0 0,2 1-1 0 0,0 0 0 0 0,0-1 0 0 0,1 0 1 0 0,9 15-1 0 0,-14-24 67 0 0,1 0 0 0 0,0 0 0 0 0,0 0-1 0 0,0 0 1 0 0,0 0 0 0 0,0 0 0 0 0,0 0 0 0 0,0-1-1 0 0,0 1 1 0 0,0 0 0 0 0,0-1 0 0 0,0 1 0 0 0,1-1 0 0 0,-1 1-1 0 0,0-1 1 0 0,0 0 0 0 0,1 1 0 0 0,-1-1 0 0 0,0 0 0 0 0,1 0-1 0 0,-1 0 1 0 0,0 0 0 0 0,0 0 0 0 0,1 0 0 0 0,-1 0 0 0 0,2-1-1 0 0,-1 1 10 0 0,0-1 0 0 0,0 0 0 0 0,0 1 0 0 0,0-1 0 0 0,0 0 0 0 0,0 0 0 0 0,0-1 0 0 0,0 1 1 0 0,0 0-1 0 0,0-1 0 0 0,-1 1 0 0 0,1-1 0 0 0,-1 1 0 0 0,1-1 0 0 0,-1 0 0 0 0,2-2 0 0 0,15-30-10 0 0,-1-1 1 0 0,22-67 0 0 0,-26 64-13 0 0,63-152-171 0 0,-39 113-1296 0 0,-32 67 117 0 0,-4 7 1114 0 0,0 1-1 0 0,1-1 1 0 0,-1 0 0 0 0,1 1 0 0 0,0-1 0 0 0,0 1 0 0 0,0-1 0 0 0,0 1 0 0 0,0 0 0 0 0,0 0 0 0 0,4-3 0 0 0,-4 4-564 0 0,1 0 0 0 0,-1 0-1 0 0,1 0 1 0 0,-1 1 0 0 0,1-1 0 0 0,-1 1 0 0 0,1-1-1 0 0,-1 1 1 0 0,1 0 0 0 0,0 0 0 0 0,3 0-1 0 0,20 2-2208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2.39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7 92 820 0 0,'11'-9'2062'0'0,"1"0"-1"0"0,25-14 1 0 0,-1 0-261 0 0,-26 19-1300 0 0,-1 0 0 0 0,1 0 0 0 0,0 1 0 0 0,0 0 0 0 0,13-1-1 0 0,-13 1-191 0 0,-8 3-255 0 0,0-1 0 0 0,-1 1 1 0 0,1-1-1 0 0,0 1 0 0 0,-1 0 0 0 0,1 0 1 0 0,0 0-1 0 0,0 0 0 0 0,-1 0 1 0 0,1 0-1 0 0,0 0 0 0 0,0 0 0 0 0,2 1 1 0 0,1 1 74 0 0,0-2-23 0 0,0 1-1 0 0,0 0 0 0 0,0 0 0 0 0,0 0 1 0 0,-1 1-1 0 0,1-1 0 0 0,0 1 1 0 0,-1 0-1 0 0,1 1 0 0 0,-1-1 1 0 0,0 1-1 0 0,0 0 0 0 0,0 0 1 0 0,0 0-1 0 0,0 1 0 0 0,-1-1 1 0 0,1 1-1 0 0,-1 0 0 0 0,0 0 1 0 0,0 0-1 0 0,-1 0 0 0 0,1 0 1 0 0,-1 1-1 0 0,0-1 0 0 0,0 1 0 0 0,2 6 1 0 0,-3-5-52 0 0,0 1 1 0 0,-1 0 0 0 0,1 0-1 0 0,-2 0 1 0 0,1 0 0 0 0,-1-1-1 0 0,1 1 1 0 0,-2 0-1 0 0,1 0 1 0 0,-4 9 0 0 0,-4 7 117 0 0,-18 34 0 0 0,16-39-83 0 0,0 0 1 0 0,-2-1 0 0 0,0 0 0 0 0,-1-1 0 0 0,0 0 0 0 0,-1-1 0 0 0,-33 24 0 0 0,40-34-21 0 0,1-1-1 0 0,-1 0 1 0 0,0-1 0 0 0,0 0 0 0 0,0 0-1 0 0,-1-1 1 0 0,1 0 0 0 0,-10 1 0 0 0,14-2-2 0 0,-1-2 10 0 0,-15-1 24 0 0,15 1 146 0 0,1 1-153 0 0,-10-2 8 0 0,10 2 878 0 0,18-1-778 0 0,102-8 563 0 0,90 18 712 0 0,-148-3-2134 0 0,0-3 0 0 0,81-7 0 0 0,-110 3-516 0 0,-23 1 659 0 0,0 0-1 0 0,0-1 1 0 0,-1 1 0 0 0,1-1 0 0 0,0 0-1 0 0,-1-1 1 0 0,10-3 0 0 0,-11 2-3681 0 0,-1-1 2255 0 0,-3 2 664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2.71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0 118 944 0 0,'16'-7'3755'0'0,"0"0"-1999"0"0,0 1 1 0 0,1 1-1 0 0,0 1 0 0 0,0 0 0 0 0,21-2 1 0 0,23-4 2000 0 0,-37 7-2629 0 0,-20 3-646 0 0,0-1-55 0 0,72-9 355 0 0,-72 9-1184 0 0,0-1-1478 0 0,2-2 1501 0 0,-15-12-6787 0 0,-13-6 1050 0 0,11 13 2814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2.886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64 104 948 0 0,'-54'-31'10888'0'0,"52"30"-9879"0"0,-5-3-857 0 0,8 1 2890 0 0,14-7-2683 0 0,31-13 0 0 0,-26 16-787 0 0,1 2-1 0 0,38-6 1 0 0,-54 10-234 0 0,1 0-204 0 0,15-5-350 0 0,-16 5-1146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4.46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79 105 704 0 0,'3'-3'857'0'0,"10"-10"18"0"0,1 2 1 0 0,1 0-1 0 0,-1 0 1 0 0,2 1-1 0 0,-1 1 1 0 0,1 1-1 0 0,23-9 1 0 0,-36 16-769 0 0,0-1 1 0 0,0 1-1 0 0,0 0 1 0 0,1 0 0 0 0,-1 0-1 0 0,1 1 1 0 0,-1-1-1 0 0,6 1 1 0 0,14-3 410 0 0,29 3 927 0 0,-46 0-1304 0 0,1-1 0 0 0,-1 2 0 0 0,0-1 0 0 0,10 3 0 0 0,-14-3-94 0 0,0 1-1 0 0,0-1 0 0 0,0 1 0 0 0,1 0 1 0 0,-1 0-1 0 0,0 0 0 0 0,0 0 0 0 0,0 0 0 0 0,0 0 1 0 0,-1 0-1 0 0,1 1 0 0 0,0-1 0 0 0,-1 1 1 0 0,1-1-1 0 0,0 1 0 0 0,-1 0 0 0 0,0-1 0 0 0,1 1 1 0 0,-1 0-1 0 0,0 0 0 0 0,0 0 0 0 0,1 3 1 0 0,-1-1-19 0 0,0-1 0 0 0,0 0 1 0 0,-1 1-1 0 0,1-1 0 0 0,-1 1 1 0 0,0-1-1 0 0,0 1 1 0 0,0-1-1 0 0,0 1 0 0 0,-1-1 1 0 0,0 0-1 0 0,1 1 0 0 0,-1-1 1 0 0,0 1-1 0 0,-1-1 1 0 0,1 0-1 0 0,-4 5 0 0 0,-3 5 22 0 0,-1 0 0 0 0,0-1 0 0 0,-1-1 0 0 0,0 0-1 0 0,-1 0 1 0 0,-15 11 0 0 0,4-5 53 0 0,-1-2 0 0 0,-38 20 0 0 0,59-34-79 0 0,1 0-24 0 0,1-1-1 0 0,-1 0 1 0 0,1 1 0 0 0,-1-1 0 0 0,1 1 0 0 0,-1-1 0 0 0,1 1 0 0 0,0-1-1 0 0,-1 1 1 0 0,1 0 0 0 0,-1-1 0 0 0,1 1 0 0 0,0-1 0 0 0,0 1 0 0 0,-1 0-1 0 0,1-1 1 0 0,0 1 0 0 0,0 0 0 0 0,0-1 0 0 0,0 1 0 0 0,0 0 0 0 0,0-1 0 0 0,0 1-1 0 0,0 0 1 0 0,0-1 0 0 0,0 1 0 0 0,0 0 0 0 0,0-1 0 0 0,1 1 0 0 0,-1 0-1 0 0,0-1 1 0 0,0 1 0 0 0,1 0 0 0 0,-1-1 0 0 0,0 1 0 0 0,1-1 0 0 0,-1 1-1 0 0,1-1 1 0 0,-1 1 0 0 0,1-1 0 0 0,-1 1 0 0 0,1-1 0 0 0,0 1 0 0 0,8 5-1 0 0,0 1 1 0 0,0 0 0 0 0,0 0 0 0 0,-1 0-1 0 0,-1 1 1 0 0,9 10 0 0 0,-5-5 1 0 0,0-2-1 0 0,18 15 1 0 0,-11-11 13 0 0,0 1 0 0 0,0 0 0 0 0,-2 1 0 0 0,29 38 0 0 0,-45-54-2 0 0,1 0-1 0 0,0 0 0 0 0,-1 0 0 0 0,1 0 0 0 0,-1 0 1 0 0,1 0-1 0 0,-1 0 0 0 0,0 0 0 0 0,1 0 0 0 0,-1 0 1 0 0,0 0-1 0 0,0 0 0 0 0,0 0 0 0 0,0 0 0 0 0,0 1 1 0 0,0-1-1 0 0,0 0 0 0 0,0 0 0 0 0,0 0 0 0 0,-1 0 1 0 0,1 0-1 0 0,0 0 0 0 0,-1 0 0 0 0,1 0 0 0 0,0 0 1 0 0,-1 0-1 0 0,0 0 0 0 0,1 0 0 0 0,-1 0 1 0 0,1 0-1 0 0,-1 0 0 0 0,0 0 0 0 0,0-1 0 0 0,0 1 1 0 0,1 0-1 0 0,-1 0 0 0 0,0-1 0 0 0,0 1 0 0 0,-2 0 1 0 0,-4 3 20 0 0,0 0 1 0 0,-1 0-1 0 0,1-1 1 0 0,-11 3-1 0 0,10-3-9 0 0,-9 2 22 0 0,-1 0 0 0 0,0-1-1 0 0,0-1 1 0 0,0 0-1 0 0,-33-1 1 0 0,13-3-122 0 0,-66-10 0 0 0,5-13-3028 0 0,96 24 2265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5.12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1 962 192 0 0,'0'0'3394'0'0,"3"-5"-2666"0"0,29-42 1381 0 0,47-99 1 0 0,-72 130-1841 0 0,-1 0 0 0 0,0 0-1 0 0,3-21 1 0 0,8-23 321 0 0,67-203 1341 0 0,-42 141-1165 0 0,-11 16 140 0 0,-20 71-451 0 0,7-15 1098 0 0,-17 47-1110 0 0,3-10 615 0 0,-4 13-1025 0 0,0 0 1 0 0,0 0-1 0 0,0 0 0 0 0,0 0 0 0 0,0 0 0 0 0,0 0 0 0 0,0 0 0 0 0,0 0 0 0 0,0 0 0 0 0,0 0 1 0 0,0 0-1 0 0,1 0 0 0 0,-1 0 0 0 0,0 0 0 0 0,0 0 0 0 0,0 0 0 0 0,0 0 0 0 0,0 0 0 0 0,0 0 1 0 0,0 0-1 0 0,0 0 0 0 0,0 0 0 0 0,0 0 0 0 0,1 0 0 0 0,-1 0 0 0 0,0 0 0 0 0,1 15 41 0 0,0 0-1 0 0,2 0 1 0 0,7 28-1 0 0,-2-14 9 0 0,-7-22-68 0 0,0-1 1 0 0,1 0 0 0 0,0 0 0 0 0,0 0 0 0 0,0 0 0 0 0,1 0 0 0 0,0 0-1 0 0,0-1 1 0 0,0 1 0 0 0,1-1 0 0 0,8 9 0 0 0,-5-6-6 0 0,-5-5-6 0 0,1 0 0 0 0,0 0 0 0 0,0 0 0 0 0,0 0 0 0 0,1 0 0 0 0,-1 0 0 0 0,0-1 0 0 0,1 0 1 0 0,0 1-1 0 0,0-2 0 0 0,-1 1 0 0 0,1 0 0 0 0,0-1 0 0 0,0 1 0 0 0,1-1 0 0 0,3 0 0 0 0,11-1-3 0 0,1-1 0 0 0,26-6-1 0 0,-33 4-12 0 0,0-1 0 0 0,-1-1-1 0 0,0 0 1 0 0,0-1 0 0 0,0 0-1 0 0,0-1 1 0 0,-1 0 0 0 0,0-1-1 0 0,-1 0 1 0 0,14-13 0 0 0,-16 12-10 0 0,0 1 1 0 0,0-1 0 0 0,-1-1 0 0 0,0 1-1 0 0,-1-1 1 0 0,0 0 0 0 0,0 0 0 0 0,-1-1 0 0 0,-1 0-1 0 0,0 0 1 0 0,5-19 0 0 0,6-10 279 0 0,-15 37 2052 0 0,-2 12-2056 0 0,-4 15 12 0 0,1 1-1 0 0,1 0 1 0 0,1 1 0 0 0,1 25-1 0 0,0 3-142 0 0,1-42-362 0 0,0 1 0 0 0,1-1-1 0 0,2 20 1 0 0,1-10-840 0 0,-2-12 125 0 0,0 0 0 0 0,1 0 0 0 0,4 10 0 0 0,4-5-3051 0 0,-3-8-1065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5.552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442 129 152 0 0,'3'-7'971'0'0,"-1"-1"0"0"0,1 0 0 0 0,-2 0 0 0 0,1 0 0 0 0,0-10 0 0 0,-6-5 1027 0 0,0 11-920 0 0,2 9-810 0 0,1 1 0 0 0,-1-1 0 0 0,0 1 0 0 0,1-1 0 0 0,-1 1 0 0 0,-1 0 0 0 0,1 0 0 0 0,0 0 0 0 0,0 0 0 0 0,-1 0 0 0 0,1 0 0 0 0,-1 1 0 0 0,-3-2 0 0 0,5 2-202 0 0,-1 0 0 0 0,1 1 0 0 0,0-1 0 0 0,-1 1 0 0 0,1-1 1 0 0,-1 1-1 0 0,1-1 0 0 0,-1 1 0 0 0,1 0 0 0 0,-1 0 0 0 0,1 0 0 0 0,-1 0 0 0 0,-1 0 1 0 0,-2 0 93 0 0,-7 1 314 0 0,-17 6 66 0 0,1 0 0 0 0,0 2 1 0 0,-41 19-1 0 0,49-17-246 0 0,0 2-1 0 0,1 1 1 0 0,1 0 0 0 0,0 1 0 0 0,1 1-1 0 0,1 1 1 0 0,1 0 0 0 0,-16 22-1 0 0,25-31-151 0 0,0 1 0 0 0,1 0 0 0 0,0 1-1 0 0,1-1 1 0 0,0 1 0 0 0,0 0 0 0 0,1 0-1 0 0,0 0 1 0 0,1 0 0 0 0,0 0-1 0 0,1 1 1 0 0,0-1 0 0 0,0 0 0 0 0,1 1-1 0 0,1-1 1 0 0,0 1 0 0 0,0-1 0 0 0,4 16-1 0 0,-3-20-90 0 0,1 0-1 0 0,-1-1 0 0 0,1 1 0 0 0,0-1 1 0 0,1 1-1 0 0,-1-1 0 0 0,1 0 0 0 0,0 0 1 0 0,0-1-1 0 0,1 1 0 0 0,-1-1 0 0 0,1 0 1 0 0,0 0-1 0 0,0 0 0 0 0,0-1 0 0 0,1 0 0 0 0,-1 0 1 0 0,1 0-1 0 0,0-1 0 0 0,0 1 0 0 0,0-1 1 0 0,10 2-1 0 0,11 0 16 0 0,-1 0 1 0 0,1-1-1 0 0,51-2 0 0 0,-54-1-112 0 0,13-1-1929 0 0,69-12-1 0 0,-88 13-881 0 0,-15 0-200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7.94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10 55 192 0 0,'-6'-38'3166'0'0,"6"35"-2354"0"0,-2-5 431 0 0,1 3 3012 0 0,15 38-23 0 0,22 56-3565 0 0,-26-65-62 0 0,50 155 1226 0 0,-43-118-1051 0 0,51 115 0 0 0,29 12 238 0 0,-93-182-1232 0 0,-1-1 0 0 0,1 1 0 0 0,-1-1 0 0 0,1 0 0 0 0,1-1 0 0 0,-1 1 0 0 0,1-1 0 0 0,5 5 0 0 0,-8-7-385 0 0,3-5-1858 0 0,-3 1 2325 0 0,-1 1 0 0 0,1 0 0 0 0,0-1 0 0 0,0 1 0 0 0,-1-1 0 0 0,1 0 0 0 0,-1 1 0 0 0,1-1 1 0 0,-1 0-1 0 0,0 0 0 0 0,0 0 0 0 0,2-4 0 0 0,-2 2-708 0 0,0 0 0 0 0,0-1 1 0 0,0 1-1 0 0,-1-1 0 0 0,0 1 0 0 0,1 0 1 0 0,-2-8-1 0 0,-1-8-2626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8.22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472 12 536 0 0,'0'0'1087'0'0,"0"-1"-993"0"0,0 1 0 0 0,0-1 0 0 0,0 1 0 0 0,0-1-1 0 0,0 0 1 0 0,1 1 0 0 0,-1-1 0 0 0,-1 1-1 0 0,1-1 1 0 0,0 0 0 0 0,0 1 0 0 0,0-1-1 0 0,0 1 1 0 0,0-1 0 0 0,0 1 0 0 0,-1-1-1 0 0,1 0 1 0 0,-8 2 8697 0 0,8-1-8791 0 0,-12 6 442 0 0,1 0 0 0 0,0 1-1 0 0,0 1 1 0 0,-9 8 0 0 0,-34 42 1087 0 0,2 3 0 0 0,-59 91 0 0 0,82-111-1076 0 0,-6 7 241 0 0,-43 46 1 0 0,49-57-2137 0 0,28-35 732 0 0,-8 8-663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8.694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0 10 540 0 0,'0'0'3414'0'0,"17"-7"611"0"0,9 5-2254 0 0,0 2 0 0 0,35 2-1 0 0,-11 1-718 0 0,-39-3-718 0 0,-1 1 0 0 0,1 1 0 0 0,11 2 0 0 0,-12-1-329 0 0,0-1-1 0 0,0-1 1 0 0,0 0-1 0 0,19 0 1 0 0,-10-3-426 0 0,-15 2-148 0 0,3-9-3619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8.89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10 21 1492 0 0,'-8'-2'1478'0'0,"7"-1"-304"0"0,6 0 6013 0 0,14-1-6590 0 0,-1 1 0 0 0,1 0 0 0 0,0 2-1 0 0,0 0 1 0 0,27 2 0 0 0,80 6 265 0 0,-75 0-3422 0 0,-50-8 2264 0 0,0 1 1 0 0,0 0 0 0 0,0 0-1 0 0,0 0 1 0 0,0 0-1 0 0,-1 0 1 0 0,1 0-1 0 0,0 0 1 0 0,0 0 0 0 0,0 1-1 0 0,0-1 1 0 0,-1 0-1 0 0,1 0 1 0 0,0 1-1 0 0,0-1 1 0 0,-1 0-1 0 0,2 2 1 0 0,1-1-914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19.99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 18 44 0 0,'2'0'332'0'0,"1"0"1"0"0,0 0-1 0 0,0 0 1 0 0,-1 0-1 0 0,1 0 0 0 0,0 0 1 0 0,-1 1-1 0 0,1-1 1 0 0,0 1-1 0 0,-1 0 1 0 0,1 0-1 0 0,-1 0 0 0 0,1 0 1 0 0,-1 0-1 0 0,1 1 1 0 0,-1-1-1 0 0,0 1 0 0 0,0-1 1 0 0,0 1-1 0 0,3 3 1 0 0,-3-3-167 0 0,0 0 1 0 0,0-1 0 0 0,0 1-1 0 0,0 1 1 0 0,0-1-1 0 0,-1 0 1 0 0,1 0 0 0 0,-1 1-1 0 0,0-1 1 0 0,0 1 0 0 0,0-1-1 0 0,0 1 1 0 0,0-1 0 0 0,0 1-1 0 0,-1 0 1 0 0,1-1 0 0 0,0 5-1 0 0,-1 2 208 0 0,0 1 0 0 0,0 0 0 0 0,-3 12 1 0 0,2-12-112 0 0,-23 146 2556 0 0,24-143-2580 0 0,-4 1-98 0 0,4-13 40 0 0,0 0-169 0 0,0 0 1 0 0,0-1-1 0 0,0 1 0 0 0,0-1 1 0 0,0 1-1 0 0,0-1 0 0 0,0 1 1 0 0,0 0-1 0 0,0-1 0 0 0,1 1 1 0 0,-1-1-1 0 0,0 1 0 0 0,0-1 1 0 0,1 1-1 0 0,-1-1 0 0 0,0 1 1 0 0,1-1-1 0 0,-1 0 0 0 0,0 1 1 0 0,1-1-1 0 0,-1 1 0 0 0,1-1 1 0 0,-1 0-1 0 0,1 1 0 0 0,-1-1 1 0 0,1 0-1 0 0,0 1 0 0 0,101-5 214 0 0,-92 4-216 0 0,0 0 0 0 0,0-1 1 0 0,17-3-1 0 0,4-1-1 0 0,12 1 3 0 0,0-1 0 0 0,65-19 0 0 0,-95 21-71 0 0,1-2 0 0 0,0 0 0 0 0,-1-1 0 0 0,20-11 0 0 0,-29 15 21 0 0,0-1 0 0 0,0 0 0 0 0,0 0 0 0 0,0 0 0 0 0,-1 0 0 0 0,1-1 0 0 0,-1 0 0 0 0,0 1 0 0 0,0-1 1 0 0,-1 0-1 0 0,1 0 0 0 0,-1-1 0 0 0,0 1 0 0 0,0 0 0 0 0,0-1 0 0 0,0 1 0 0 0,0-6 0 0 0,2-10-101 0 0,-2 1-1 0 0,0 0 1 0 0,-1-1 0 0 0,-1 1 0 0 0,-4-34 0 0 0,-5 27 64 0 0,6 19 80 0 0,2 5 29 0 0,1 2-18 0 0,0 0 0 0 0,0 1 0 0 0,0-1 0 0 0,0 0 0 0 0,0 0 0 0 0,0 1 0 0 0,0-1 0 0 0,-1 0 0 0 0,1 0 0 0 0,0 0 0 0 0,0 1 0 0 0,0-1 0 0 0,-1 0 0 0 0,1 0 0 0 0,0 0 0 0 0,0 0 0 0 0,0 0 0 0 0,-1 1 0 0 0,1-1 0 0 0,0 0 0 0 0,0 0 0 0 0,-1 0 0 0 0,1 0 0 0 0,0 0-1 0 0,0 0 1 0 0,-1 0 0 0 0,1 0 0 0 0,0 0 0 0 0,0 0 0 0 0,-1 0 0 0 0,1 0 0 0 0,0 0 0 0 0,0 0 0 0 0,-1 0 0 0 0,1 0 0 0 0,0 0 0 0 0,0 0 0 0 0,-1-1 0 0 0,1 1 0 0 0,0 0 0 0 0,0 0 0 0 0,-1 0 0 0 0,1 0 0 0 0,0 0 0 0 0,0-1 0 0 0,0 1 0 0 0,0 0 0 0 0,-1 0 0 0 0,1 0 0 0 0,0-1 0 0 0,0 1 0 0 0,0 0 0 0 0,0 0 0 0 0,0 0 0 0 0,-1-1 0 0 0,1 1 0 0 0,0 0 0 0 0,0 0 0 0 0,0-1 0 0 0,0 1 0 0 0,0 0 0 0 0,0 0 0 0 0,0-1 0 0 0,0 1 0 0 0,0 0 0 0 0,0-1 0 0 0,-7 12 113 0 0,1-1 0 0 0,0 1 1 0 0,0 0-1 0 0,1 1 0 0 0,-4 13 1 0 0,-8 30 425 0 0,5-20-160 0 0,2 0 0 0 0,-6 44 1 0 0,-8 70 591 0 0,-4 17-1950 0 0,32-125-1426 0 0,-4-40 1968 0 0,1 0 1 0 0,-1 1-1 0 0,1-1 0 0 0,-1 0 0 0 0,1 0 0 0 0,0 0 0 0 0,-1 0 0 0 0,1 0 0 0 0,0 0 0 0 0,0 0 0 0 0,0 0 1 0 0,0 0-1 0 0,0 0 0 0 0,0 0 0 0 0,0 0 0 0 0,0-1 0 0 0,2 2 0 0 0,-2-1-799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0.328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307 192 876 0 0,'-2'-2'1135'0'0,"-5"-6"-13"0"0,5 6-41 0 0,2 2-958 0 0,0-1 0 0 0,-1 1 0 0 0,1 0 0 0 0,-1-1 0 0 0,1 1 0 0 0,0 0 0 0 0,-1-1 0 0 0,1 1 0 0 0,-1 0 0 0 0,1 0 0 0 0,-1-1 0 0 0,1 1 0 0 0,-1 0 0 0 0,1 0 0 0 0,-1 0 0 0 0,0 0 0 0 0,1 0 0 0 0,-1 0 0 0 0,1-1 0 0 0,-1 1 0 0 0,1 1 0 0 0,-1-1 0 0 0,1 0 0 0 0,-1 0 0 0 0,1 0 0 0 0,-1 0 0 0 0,1 0 0 0 0,-1 0 0 0 0,0 1 0 0 0,1-1 0 0 0,0 0 0 0 0,-1 0 0 0 0,1 1 0 0 0,-1-1 0 0 0,-5 5 93 0 0,1 1 0 0 0,0-1 1 0 0,0 1-1 0 0,1 0 0 0 0,-1 0 1 0 0,1 1-1 0 0,1-1 0 0 0,-1 1 1 0 0,1-1-1 0 0,-4 15 0 0 0,2-5 205 0 0,2-8-201 0 0,0-1 1 0 0,1 1-1 0 0,0-1 1 0 0,0 1 0 0 0,1 0-1 0 0,0 0 1 0 0,0-1-1 0 0,2 17 1 0 0,-1-21-170 0 0,1 0 0 0 0,-1 0 0 0 0,1-1 0 0 0,0 1 0 0 0,0 0 0 0 0,0 0 0 0 0,1-1 0 0 0,-1 1 0 0 0,1-1 0 0 0,-1 1 0 0 0,1-1 0 0 0,0 0 0 0 0,0 1 1 0 0,0-1-1 0 0,0 0 0 0 0,0 0 0 0 0,0 0 0 0 0,1-1 0 0 0,-1 1 0 0 0,1-1 0 0 0,-1 1 0 0 0,1-1 0 0 0,0 0 0 0 0,5 2 0 0 0,1-1 12 0 0,0-1 0 0 0,0-1-1 0 0,1 1 1 0 0,-1-1 0 0 0,0-1 0 0 0,1 0 0 0 0,-1 0 0 0 0,13-4-1 0 0,-11 1-67 0 0,0-1-1 0 0,-1 0 0 0 0,0-1 0 0 0,0 0 1 0 0,0-1-1 0 0,-1 0 0 0 0,1 0 0 0 0,-2-1 1 0 0,1 0-1 0 0,-1-1 0 0 0,0 0 1 0 0,-1 0-1 0 0,0 0 0 0 0,-1-1 0 0 0,7-12 1 0 0,-10 14-18 0 0,1 1 0 0 0,-1-1 1 0 0,0 0-1 0 0,0 0 0 0 0,-1 0 1 0 0,0 0-1 0 0,-1-1 0 0 0,0 1 1 0 0,0 0-1 0 0,-1-1 0 0 0,0 1 1 0 0,0 0-1 0 0,-1-1 1 0 0,0 1-1 0 0,0 0 0 0 0,-1-1 1 0 0,0 1-1 0 0,-1 0 0 0 0,0 0 1 0 0,0 1-1 0 0,-7-14 0 0 0,6 15 9 0 0,-1 0 0 0 0,1 0 0 0 0,-1 0 0 0 0,0 0 0 0 0,-1 1 0 0 0,1 0 0 0 0,-1 0 0 0 0,0 1 0 0 0,0-1-1 0 0,-1 1 1 0 0,-10-5 0 0 0,6 5 2 0 0,1 0 0 0 0,-1 0 0 0 0,0 1 0 0 0,-1 1 0 0 0,1 0 0 0 0,-23-1-1 0 0,5 3-15 0 0,1 2 0 0 0,-1 0 0 0 0,1 3-1 0 0,0 0 1 0 0,-39 13 0 0 0,48-13-338 0 0,0 1 1 0 0,0 2-1 0 0,-27 13 1 0 0,46-20 126 0 0,-1 0 0 0 0,0-1 0 0 0,0 1 0 0 0,1 0 0 0 0,-1-1 0 0 0,1 1 0 0 0,-1 0 0 0 0,0 0 0 0 0,1 0 0 0 0,-1-1 0 0 0,1 1 1 0 0,0 0-1 0 0,-1 0 0 0 0,1 0 0 0 0,0 0 0 0 0,-1 0 0 0 0,1 0 0 0 0,0 0 0 0 0,0 0 0 0 0,0 0 0 0 0,0 0 0 0 0,0 0 0 0 0,0 0 0 0 0,0 0 0 0 0,0 0 0 0 0,0 0 0 0 0,1 0 1 0 0,-1 0-1 0 0,0 0 0 0 0,1 0 0 0 0,-1 0 44 0 0,1 2-2657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0.84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356 66 328 0 0,'-1'-4'341'0'0,"0"1"1"0"0,0-1-1 0 0,0 1 0 0 0,0-1 1 0 0,0 1-1 0 0,-1 0 0 0 0,0 0 0 0 0,1 0 1 0 0,-1 0-1 0 0,0 0 0 0 0,-1 0 1 0 0,1 0-1 0 0,0 1 0 0 0,-1-1 0 0 0,1 1 1 0 0,-1-1-1 0 0,0 1 0 0 0,-5-3 1 0 0,6 4 292 0 0,-2 0-16 0 0,-12-3-18 0 0,13 3-22 0 0,-3 2-34 0 0,-6 1-149 0 0,0 0 0 0 0,0 1 0 0 0,0 0 0 0 0,0 1 0 0 0,-18 9-1 0 0,7 3 98 0 0,1 1-1 0 0,0 0 1 0 0,1 2-1 0 0,-20 24 1 0 0,33-35-316 0 0,1 1 0 0 0,0 0 0 0 0,1 1 0 0 0,0 0-1 0 0,0 0 1 0 0,1 0 0 0 0,0 0 0 0 0,1 1 0 0 0,-4 15 0 0 0,7-23-141 0 0,1 0 0 0 0,-1 0 1 0 0,1-1-1 0 0,0 1 0 0 0,0 0 1 0 0,0-1-1 0 0,0 1 0 0 0,1 0 1 0 0,-1 0-1 0 0,1-1 0 0 0,-1 1 1 0 0,1 0-1 0 0,0-1 0 0 0,0 1 1 0 0,1-1-1 0 0,0 3 0 0 0,1-1 4 0 0,0 0-1 0 0,0 0 0 0 0,0-1 1 0 0,0 0-1 0 0,1 1 0 0 0,-1-1 1 0 0,1 0-1 0 0,7 4 0 0 0,-1-1 2 0 0,1-1 0 0 0,0 0-1 0 0,1-1 1 0 0,-1 0 0 0 0,1 0 0 0 0,16 2-1 0 0,-4-3-188 0 0,0-1-1 0 0,1-1 1 0 0,-1-1-1 0 0,28-4 1 0 0,93-20-6116 0 0,-128 19 3470 0 0,-14 4-153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1.583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29 313 280 0 0,'4'1'6230'0'0,"-4"7"-3573"0"0,-8 22-2610 0 0,2-5 963 0 0,2-7-516 0 0,1-2 124 0 0,0-1 0 0 0,0 19 0 0 0,-3-15 469 0 0,17-107-1026 0 0,4-39 25 0 0,-13 121-82 0 0,2-18 17 0 0,15-44 1 0 0,-15 57-12 0 0,-3 7-11 0 0,0 0-1 0 0,1 0 1 0 0,-1 0-1 0 0,1 0 1 0 0,0 0-1 0 0,0 1 1 0 0,0-1-1 0 0,1 1 1 0 0,-1 0-1 0 0,1-1 1 0 0,5-3-1 0 0,-5 4 40 0 0,1 1-1 0 0,0 0 1 0 0,0 0-1 0 0,0 0 1 0 0,8-2-1 0 0,-10 5-21 0 0,0-1-1 0 0,-1 0 1 0 0,1 1-1 0 0,0-1 1 0 0,0 1-1 0 0,0 0 1 0 0,0-1 0 0 0,0 1-1 0 0,-1 0 1 0 0,1 0-1 0 0,3 3 1 0 0,0-1 21 0 0,0 1 29 0 0,0 0 1 0 0,0-1-1 0 0,0 2 0 0 0,0-1 1 0 0,-1 0-1 0 0,0 1 0 0 0,0 0 1 0 0,0 0-1 0 0,-1 0 0 0 0,0 0 1 0 0,0 1-1 0 0,0-1 0 0 0,3 10 1 0 0,-3-9-17 0 0,0 1 0 0 0,0 0 1 0 0,-1 0-1 0 0,0 0 0 0 0,0 0 0 0 0,-1 0 1 0 0,0 0-1 0 0,0 1 0 0 0,0-1 1 0 0,-1 0-1 0 0,-1 11 0 0 0,0-15-18 0 0,1-1-25 0 0,0 0 1 0 0,0 0-1 0 0,-1 0 0 0 0,1 1 1 0 0,-1-1-1 0 0,0 0 0 0 0,0 0 0 0 0,0 0 1 0 0,0 0-1 0 0,0 0 0 0 0,-1 2 0 0 0,1-3-17 0 0,-2 7 42 0 0,2-6-158 0 0,2-7-653 0 0,6-24 563 0 0,1 0 0 0 0,20-45-1 0 0,-16 49 100 0 0,2-1 0 0 0,26-35-1 0 0,-34 53 102 0 0,0 0-1 0 0,1 1 0 0 0,0-1 1 0 0,1 2-1 0 0,0-1 1 0 0,16-10-1 0 0,-24 17 18 0 0,2-1 19 0 0,1 0 0 0 0,-1 0 0 0 0,0 0-1 0 0,1 0 1 0 0,-1 1 0 0 0,0-1 0 0 0,1 1 0 0 0,-1 0 0 0 0,1 0 0 0 0,-1 0-1 0 0,1 0 1 0 0,-1 0 0 0 0,0 0 0 0 0,1 1 0 0 0,-1-1 0 0 0,1 1 0 0 0,-1-1-1 0 0,0 1 1 0 0,1 0 0 0 0,-1 0 0 0 0,0 0 0 0 0,0 1 0 0 0,0-1 0 0 0,0 0 0 0 0,3 3-1 0 0,4 2 95 0 0,-1 1 0 0 0,-1-1-1 0 0,1 1 1 0 0,-1 0-1 0 0,9 12 1 0 0,-5-4 58 0 0,-1 0 0 0 0,-1 1 0 0 0,0 0 0 0 0,-1 0 0 0 0,-1 0 0 0 0,0 1 0 0 0,-1 1 0 0 0,-1-1 0 0 0,3 20 0 0 0,-6-25-195 0 0,-1 0-1 0 0,0 0 0 0 0,-1 0 0 0 0,-1 0 0 0 0,0-1 0 0 0,0 1 0 0 0,-1 0 0 0 0,-1 0 1 0 0,0-1-1 0 0,0 1 0 0 0,-1-1 0 0 0,-1 0 0 0 0,0 0 0 0 0,-11 18 0 0 0,-19 17-3208 0 0,15-22-3153 0 0,13-16 2512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2.647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348 37 336 0 0,'0'0'2532'0'0,"-4"0"-2206"0"0,-15 2-4 0 0,14-2 805 0 0,4-2-878 0 0,-31-22 2720 0 0,29 23-2517 0 0,0 1-236 0 0,-29-5 1153 0 0,29 4-659 0 0,0 0-586 0 0,0 0 15 0 0,-1 0 0 0 0,0 0 1 0 0,1 0-1 0 0,-1 1 0 0 0,0-1 1 0 0,0 1-1 0 0,-5 0 0 0 0,4 1 317 0 0,1 0-383 0 0,-7 3 72 0 0,1 1-1 0 0,-1 0 1 0 0,-13 9-1 0 0,22-13-87 0 0,-21 15 224 0 0,19-12-216 0 0,0-1-1 0 0,1 1 1 0 0,-1 0 0 0 0,1 0 0 0 0,0 0 0 0 0,0 0 0 0 0,-2 6 0 0 0,-6 7 121 0 0,-35 50 485 0 0,42-63-635 0 0,1 1 1 0 0,-1 0-1 0 0,1 0 1 0 0,1 0-1 0 0,-1 0 1 0 0,1 0-1 0 0,-1 0 1 0 0,2 1-1 0 0,-1-1 1 0 0,0 1-1 0 0,1-1 1 0 0,0 1-1 0 0,1 0 1 0 0,-1-1-1 0 0,1 1 1 0 0,0 0-1 0 0,0 0 1 0 0,1-1-1 0 0,0 1 1 0 0,0 0-1 0 0,0-1 1 0 0,1 1-1 0 0,0-1 1 0 0,2 7-1 0 0,2 2-287 0 0,1-1-1 0 0,0-1 1 0 0,0 1-1 0 0,1-1 1 0 0,1 0-1 0 0,0-1 1 0 0,1 0-1 0 0,14 13 1 0 0,18 4-5146 0 0,-36-23 2874 0 0,-3-4-513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5.184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17 0 152 0 0,'0'0'232'0'0,"-4"12"-196"0"0,-9-3-368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5.786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17 961 256 0 0,'-2'2'575'0'0,"-1"8"107"0"0,-6 15 2210 0 0,6-19 2786 0 0,40-295-3283 0 0,-34 258-2182 0 0,-1 0 0 0 0,-3-38 0 0 0,0 18 38 0 0,-1-37 519 0 0,-19-125-1 0 0,18 192-562 0 0,1 0-1 0 0,1-1 0 0 0,1 1 0 0 0,5-36 0 0 0,1 39 227 0 0,-3 13-425 0 0,-3 2 191 0 0,20 3-151 0 0,-16 0-2 0 0,3 2-17 0 0,21 6 16 0 0,-24-7-35 0 0,1 0 1 0 0,-1 0 0 0 0,1-1 0 0 0,-1 1 0 0 0,1-1 0 0 0,0 0 0 0 0,4-1-1 0 0,12 2 36 0 0,-2 0 7 0 0,0-1 0 0 0,1 0 0 0 0,-1-1 1 0 0,20-4-1 0 0,13 0 25 0 0,23-4-299 0 0,100-25 0 0 0,-86 15-2473 0 0,-85 18 1995 0 0,-2 0-75 0 0,9-2 318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6.13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25 0 132 0 0,'0'0'794'0'0,"-6"5"224"0"0,2-2-255 0 0,2-1 738 0 0,1-2-1166 0 0,0 1-1 0 0,0 0 0 0 0,0 0 0 0 0,0 0 0 0 0,0 0 1 0 0,0 1-1 0 0,0-1 0 0 0,1 0 0 0 0,-1 0 0 0 0,0 0 0 0 0,1 1 1 0 0,-1-1-1 0 0,1 0 0 0 0,-1 1 0 0 0,1-1 0 0 0,0 0 1 0 0,0 1-1 0 0,-1-1 0 0 0,1 2 0 0 0,1-2-269 0 0,-1 1 0 0 0,1-1-1 0 0,-1 0 1 0 0,1 0 0 0 0,0 0-1 0 0,-1 1 1 0 0,1-1 0 0 0,0 0 0 0 0,0 0-1 0 0,0 0 1 0 0,0 0 0 0 0,0 0-1 0 0,0-1 1 0 0,0 1 0 0 0,0 0-1 0 0,0 0 1 0 0,0-1 0 0 0,1 1 0 0 0,-1-1-1 0 0,0 1 1 0 0,0-1 0 0 0,1 1-1 0 0,-1-1 1 0 0,0 0 0 0 0,1 1-1 0 0,1-1 1 0 0,31 6 337 0 0,1-1 1 0 0,50 1-1 0 0,74-8 260 0 0,44 1-1653 0 0,-51 6-1271 0 0,-40-2-3621 0 0,-66-1 2859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6.486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48 62 168 0 0,'-5'0'1059'0'0,"-37"-4"9702"0"0,53 3-10276 0 0,1-2-330 0 0,-6 1-37 0 0,0 1 0 0 0,0 0 1 0 0,0 0-1 0 0,0 1 1 0 0,11 0-1 0 0,180 0 2277 0 0,-131-1-2255 0 0,-59 1-284 0 0,0 0 1 0 0,0 0 0 0 0,0-1-1 0 0,9-2 1 0 0,-5 1-124 0 0,-10 2 157 0 0,0 0 1 0 0,0 0-1 0 0,0 0 0 0 0,0-1 1 0 0,0 1-1 0 0,0 0 1 0 0,0 0-1 0 0,0 0 1 0 0,0-1-1 0 0,0 1 1 0 0,0-1-1 0 0,0 1 0 0 0,-1 0 1 0 0,1-1-1 0 0,0 0 1 0 0,0 1-1 0 0,0-1 1 0 0,-1 1-1 0 0,1-1 0 0 0,0 0 1 0 0,-1 0-1 0 0,1 1 1 0 0,1-3-1 0 0,-2 2-160 0 0,0 0-1 0 0,0 0 1 0 0,0 0-1 0 0,-1 0 1 0 0,1 0-1 0 0,0 0 1 0 0,0 0-1 0 0,0 0 1 0 0,-1 0-1 0 0,1 0 0 0 0,-1 0 1 0 0,1 0-1 0 0,-1 0 1 0 0,0-2-1 0 0,-5-1-2833 0 0,-16-4 239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6.689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17 28 240 0 0,'-10'-4'1423'0'0,"4"1"1501"0"0,7 3-2826 0 0,-1 0 0 0 0,0 0 0 0 0,0 0 0 0 0,0 0 0 0 0,0 0 0 0 0,0 0 0 0 0,0 0 0 0 0,0 0 0 0 0,1 0 0 0 0,-1 0 1 0 0,0 0-1 0 0,0 0 0 0 0,0 0 0 0 0,0-1 0 0 0,0 1 0 0 0,0 0 0 0 0,0 0 0 0 0,0 0 0 0 0,0 0 0 0 0,0 0 0 0 0,1 0 0 0 0,-1 0 0 0 0,0 0 0 0 0,0-1 0 0 0,0 1 0 0 0,0 0 0 0 0,0 0 0 0 0,0 0 0 0 0,0 0 0 0 0,0 0 0 0 0,0 0 0 0 0,0-1 0 0 0,0 1 0 0 0,0 0 0 0 0,0 0 0 0 0,0 0 1 0 0,0 0-1 0 0,0 0 0 0 0,0 0 0 0 0,0 0 0 0 0,0-1 0 0 0,0 1 0 0 0,-1 0 0 0 0,1 0 0 0 0,0 0 0 0 0,0 0 0 0 0,0 0 0 0 0,0 0 0 0 0,0 0 0 0 0,0 0 0 0 0,0-1 0 0 0,0 1 0 0 0,0 0 0 0 0,0 0 0 0 0,0 0 0 0 0,-1 0 0 0 0,1 0 0 0 0,0 0 0 0 0,0 0 0 0 0,0 0 0 0 0,0 0 1 0 0,0 0-1 0 0,0 0 0 0 0,0 0 0 0 0,-1 0 0 0 0,1 0 0 0 0,0 0 0 0 0,0 0 0 0 0,0 0 0 0 0,17-4 1963 0 0,32 0-2566 0 0,-40 4 1295 0 0,23-2-634 0 0,124-4 437 0 0,-80 12-3125 0 0,-58-3 350 0 0,1 1-1 0 0,17 6 1 0 0,-14-3-892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7.126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75 14 672 0 0,'-3'0'1030'0'0,"-10"1"0"0"0,10 0-34 0 0,-1-1-30 0 0,-17 0 6682 0 0,16-1-7066 0 0,-15 0-32 0 0,15 1 2309 0 0,17-1-2442 0 0,95-7 738 0 0,328 3 1333 0 0,-354 5-2275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29.245"/>
    </inkml:context>
    <inkml:brush xml:id="br0">
      <inkml:brushProperty name="width" value="0.035" units="cm"/>
      <inkml:brushProperty name="height" value="0.035" units="cm"/>
      <inkml:brushProperty name="color" value="#CC0066"/>
    </inkml:brush>
  </inkml:definitions>
  <inkml:trace contextRef="#ctx0" brushRef="#br0">339 93 124 0 0,'0'0'11782'0'0,"-7"-4"-11505"0"0,5 2 116 0 0,10 3 2064 0 0,62 17-2025 0 0,7-1-40 0 0,-32-16-284 0 0,-1-2 0 0 0,0-3 0 0 0,51-10 0 0 0,-12 2 0 0 0,89-22 26 0 0,-11 1-86 0 0,-138 29-27 0 0,-9 1-13 0 0,0 1 0 0 0,0 1 0 0 0,17 0 0 0 0,41-8 29 0 0,-60 7-38 0 0,0 1 1 0 0,20 1 0 0 0,-16 0 5 0 0,-11 0 10 0 0,12-2 549 0 0,-5 1-462 0 0,-10 1 88 0 0,-5 0 1012 0 0,-77 12-997 0 0,25-2-59 0 0,-21 6-72 0 0,-44 11 37 0 0,52-13-80 0 0,-55 7-24 0 0,62-11-3 0 0,-114 13-58 0 0,-46-4-520 0 0,155-16-857 0 0,-105 18 0 0 0,143-15-181 0 0,0 2-1 0 0,-27 11 1 0 0,19-7-2550 0 0,-3 4 315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35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1 352 0 0,'0'0'12709'0'0,"-14"6"-14807"0"0,-40 20 1147 0 0,41-20-906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47.1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0 528 0 0,'0'0'10575'0'0,"5"3"-10084"0"0,9 3 49 0 0,1-1 0 0 0,27 7 1 0 0,-41-12-513 0 0,41 14 881 0 0,-32-10-657 0 0,0-1 0 0 0,0 0 0 0 0,15 2-1 0 0,16 5 338 0 0,-34-8-494 0 0,0 0 1 0 0,0 0 0 0 0,0-1 0 0 0,0 0 0 0 0,0 0 0 0 0,7 0 0 0 0,92-3-426 0 0,-101 2-118 0 0,-1 0-122 0 0,12 0-121 0 0,-12 0-143 0 0,1-9-2180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47.4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10 876 0 0,'0'0'4803'0'0,"4"-2"-3887"0"0,13-4-22 0 0,-13 4-58 0 0,2 2-38 0 0,81 4 2996 0 0,119-1 1428 0 0,-137-4-5555 0 0,-65 1-50 0 0,-1 1-777 0 0,1 1 620 0 0,3 0 487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4:48.0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74 252 732 0 0,'2'-4'12021'0'0,"-60"206"-9122"0"0,52-176-2507 0 0,-3 53 0 0 0,7-12 81 0 0,2-40-228 0 0,0-24-41 0 0,0-12-193 0 0,4-179 2 0 0,5 2 39 0 0,-7 175-50 0 0,0 1 0 0 0,1-1 0 0 0,0 1 0 0 0,1-1 0 0 0,5-10 0 0 0,-5 14-4 0 0,-1 0 0 0 0,1 0 0 0 0,0 0 0 0 0,1 1 0 0 0,-1-1 0 0 0,1 1 0 0 0,1 0 0 0 0,-1 1 0 0 0,1-1 0 0 0,0 1 0 0 0,0 0 0 0 0,1 1 0 0 0,-1 0 0 0 0,1 0 0 0 0,0 0 0 0 0,0 0 0 0 0,9-2 0 0 0,28-9-13 0 0,52-11 1 0 0,13-4-732 0 0,-88 23-808 0 0,1 2 1 0 0,29-3 0 0 0,-37 6-635 0 0,-9 1-1516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17.9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0 76 0 0,'0'0'15061'0'0,"-4"27"-14835"0"0,-10 85-102 0 0,10-85-176 0 0,-1-1 0 0 0,-13 38 0 0 0,1 0-458 0 0,10-31-405 0 0,2 0 0 0 0,0 0 0 0 0,3 0 0 0 0,1 53 0 0 0,2-66-1623 0 0,-3 30 0 0 0,1-13-372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18.1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1 544 0 0,'2'42'3080'0'0,"-7"82"-1"0"0,2-81-2211 0 0,2-3-92 0 0,-4 38 605 0 0,-4 24-627 0 0,-4 29-1036 0 0,5-57-565 0 0,6-49 106 0 0,-1 0 0 0 0,-1-1 0 0 0,-7 27 0 0 0,-4-12-1678 0 0,5 0 185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18.3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1 380 0 0,'-4'42'540'0'0,"2"4"-24"0"0,2-8-68 0 0,-5 3-68 0 0,3-1-20 0 0,0 0-56 0 0,-2-1-60 0 0,4-1-120 0 0,2-11-68 0 0,0 13-140 0 0,-6 3-100 0 0,4-5-332 0 0,0 0-556 0 0,-2-1 244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18.4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205 1 156 0 0,'-54'266'6953'0'0,"-3"-23"-4181"0"0,30-113-2871 0 0,-15 117-3272 0 0,40-228 2312 0 0,-2 0 0 0 0,-6 21 0 0 0,1-10-763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0.6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481 0 876 0 0,'0'0'11170'0'0,"1"24"-10718"0"0,6 70-31 0 0,-1-32 245 0 0,-4-17-217 0 0,-1-13-83 0 0,0-21-198 0 0,0 0 1 0 0,-2 1-1 0 0,-1 18 0 0 0,-2-3 76 0 0,2-8 121 0 0,-1 0 1 0 0,-1-1-1 0 0,0 1 1 0 0,-1-1-1 0 0,-1 0 1 0 0,-1 0-1 0 0,-17 33 0 0 0,18-42-204 0 0,-3 7 121 0 0,-2-1 0 0 0,1 0 0 0 0,-2 0 0 0 0,0-1 0 0 0,-22 19 0 0 0,25-25-322 0 0,-1 0-1 0 0,1 0 1 0 0,-1-1 0 0 0,-1-1-1 0 0,0 0 1 0 0,0 0 0 0 0,0-1-1 0 0,0 0 1 0 0,-14 3 0 0 0,15-5-259 0 0,0-1 0 0 0,-1 0 0 0 0,1-1 0 0 0,-1 0 0 0 0,-20-2 0 0 0,26 1 107 0 0,0-1 1 0 0,1 0-1 0 0,-1 0 0 0 0,0 0 1 0 0,1-1-1 0 0,-1 1 1 0 0,1-1-1 0 0,-1 0 1 0 0,1-1-1 0 0,0 1 0 0 0,0-1 1 0 0,0 0-1 0 0,0 0 1 0 0,0 0-1 0 0,-4-6 1 0 0,-1-1-827 0 0,2 0 1 0 0,0-1-1 0 0,0 0 1 0 0,1-1 0 0 0,0 0-1 0 0,1 0 1 0 0,-5-17-1 0 0,-1-15-2745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0.8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147 1 1216 0 0,'0'0'13634'0'0,"-8"24"-12686"0"0,-23 72-90 0 0,21-63-80 0 0,7-22-538 0 0,-6 35 856 0 0,-19 153 445 0 0,26-187-1985 0 0,0 0 1 0 0,0 0-1 0 0,-1 0 0 0 0,-5 13 1 0 0,-9 6-2947 0 0,16-29 2598 0 0,-1 1 0 0 0,0-1 0 0 0,-1 0 0 0 0,1 0 0 0 0,0 0 0 0 0,-1 0 0 0 0,1 0 0 0 0,-5 2 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1.2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77 108 0 0,'0'0'2502'0'0,"-11"-8"-1382"0"0,-2 0-767 0 0,7 5-70 0 0,0-1 0 0 0,0 1-1 0 0,1-1 1 0 0,-12-12 10929 0 0,53 23-10738 0 0,111 23-41 0 0,-141-29-389 0 0,-1 0-1 0 0,1 1 1 0 0,0 0-1 0 0,-1 0 1 0 0,0 1 0 0 0,6 3-1 0 0,-10-6-22 0 0,0 1 0 0 0,0 0 0 0 0,0-1-1 0 0,-1 1 1 0 0,1 0 0 0 0,0 0 0 0 0,-1 0-1 0 0,1 0 1 0 0,-1 0 0 0 0,1 0 0 0 0,-1-1 0 0 0,1 1-1 0 0,-1 0 1 0 0,1 0 0 0 0,-1 2 0 0 0,2 3 105 0 0,0-2-49 0 0,-1 1 1 0 0,0 0-1 0 0,0-1 1 0 0,-1 1-1 0 0,1 0 1 0 0,-1 0-1 0 0,0 0 1 0 0,0 0-1 0 0,-1-1 1 0 0,1 1-1 0 0,-1 0 1 0 0,0 0-1 0 0,-3 7 1 0 0,1-2 21 0 0,-1 0 0 0 0,-1-1 0 0 0,1 1 0 0 0,-1-1 0 0 0,-8 10 0 0 0,8-12-101 0 0,0-1 1 0 0,-1 0-1 0 0,1 0 1 0 0,-1 0-1 0 0,0-1 0 0 0,-1 0 1 0 0,1 0-1 0 0,-1 0 1 0 0,0-1-1 0 0,0 0 1 0 0,0-1-1 0 0,-1 0 0 0 0,1 0 1 0 0,-1 0-1 0 0,0-1 1 0 0,-10 2-1 0 0,7-6-109 0 0,4 0 62 0 0,1 0 0 0 0,-1-1 0 0 0,0 1 0 0 0,1-2 0 0 0,-1 1 0 0 0,1-1 0 0 0,0 1 0 0 0,0-2 0 0 0,1 1 0 0 0,-1-1 0 0 0,1 0 0 0 0,0 0 0 0 0,0 0 0 0 0,0-1 0 0 0,1 1 0 0 0,-5-10 0 0 0,4 8-13 0 0,-5-24-489 0 0,-4-29 445 0 0,11 45-8 0 0,4 6 6 0 0,3-26 12 0 0,-3 27-10 0 0,3 0-24 0 0,13-23-32 0 0,-12 24-50 0 0,2 1-1369 0 0,25-15 922 0 0,-25 15-135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1.4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65 844 0 0,'-4'-14'9632'0'0,"20"5"-8842"0"0,49-25-39 0 0,-63 33-632 0 0,1 0-1 0 0,0 0 1 0 0,0 0-1 0 0,-1 0 1 0 0,1 0 0 0 0,0 1-1 0 0,0-1 1 0 0,0 1-1 0 0,-1 0 1 0 0,1 0 0 0 0,0 0-1 0 0,0 0 1 0 0,0 1-1 0 0,0-1 1 0 0,0 1-1 0 0,-1-1 1 0 0,1 1 0 0 0,0 0-1 0 0,-1 0 1 0 0,1 0-1 0 0,0 1 1 0 0,-1-1 0 0 0,1 0-1 0 0,-1 1 1 0 0,0 0-1 0 0,1 0 1 0 0,1 2 0 0 0,-2-3-73 0 0,3 4 124 0 0,0 0 0 0 0,0 0 0 0 0,-1 1 0 0 0,1-1 0 0 0,-1 1-1 0 0,0 0 1 0 0,-1 0 0 0 0,0 1 0 0 0,0-1 0 0 0,0 1 0 0 0,0-1 0 0 0,-1 1 0 0 0,0 0 0 0 0,-1 0-1 0 0,2 14 1 0 0,-3-15-460 0 0,1 1 0 0 0,-1 0 0 0 0,-1 0-1 0 0,1 0 1 0 0,-1 0 0 0 0,-1-1-1 0 0,1 1 1 0 0,-1 0 0 0 0,0-1 0 0 0,-3 7-1 0 0,3-5-1233 0 0,1-2 614 0 0,-19-1-8825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1.6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170 72 636 0 0,'0'0'3489'0'0,"-5"-12"-2327"0"0,-2-1-721 0 0,-3-7 47 0 0,-2-3 3386 0 0,12 23-3755 0 0,-1 0-1 0 0,1-1 1 0 0,-1 1 0 0 0,1 0-1 0 0,-1-1 1 0 0,1 1 0 0 0,-1 0-1 0 0,0-1 1 0 0,1 1-1 0 0,-1 0 1 0 0,1 0 0 0 0,-1 0-1 0 0,0 0 1 0 0,1 0-1 0 0,-1 0 1 0 0,1 0 0 0 0,-1 0-1 0 0,0 0 1 0 0,1 0-1 0 0,-1 0 1 0 0,0 0 0 0 0,1 0-1 0 0,-1 0 1 0 0,1 1-1 0 0,-1-1 1 0 0,0 0 0 0 0,1 0-1 0 0,-1 1 1 0 0,1-1-1 0 0,-1 0 1 0 0,1 1 0 0 0,-1-1-1 0 0,1 0 1 0 0,-1 1-1 0 0,1-1 1 0 0,-1 1 0 0 0,-2 2 75 0 0,0 0 0 0 0,1 0 0 0 0,-1 0 0 0 0,1 0 0 0 0,0 1 0 0 0,0-1 0 0 0,0 1 0 0 0,0-1 0 0 0,-1 6 0 0 0,-3 4 563 0 0,-2 7 80 0 0,0 0 1 0 0,1 0-1 0 0,-6 36 1 0 0,-1-2-1047 0 0,-7-4-3434 0 0,8-43 404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1.8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29 740 0 0,'0'0'11318'0'0,"23"-5"-10370"0"0,70-14-40 0 0,-70 14 705 0 0,-6 13-913 0 0,51 26-75 0 0,-51-26-63 0 0,-9 1-54 0 0,-4-5-472 0 0,28 38 511 0 0,-29-38-492 0 0,-1 1-1 0 0,1 0 0 0 0,-1 0 0 0 0,0 0 0 0 0,0 0 0 0 0,-1 0 0 0 0,1 0 0 0 0,-1 0 0 0 0,-1 0 0 0 0,2 8 0 0 0,-3-1-213 0 0,0 0-1 0 0,-1 0 0 0 0,0 0 1 0 0,-1 0-1 0 0,0-1 0 0 0,-1 1 1 0 0,-10 21-1 0 0,4-13-1444 0 0,-1-1 0 0 0,-1 1-1 0 0,-19 22 1 0 0,17-26-2712 0 0,1-7 330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2.0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150 15 1400 0 0,'0'0'1526'0'0,"-1"-2"-65"0"0,0 1-1076 0 0,1 1 0 0 0,0-1 0 0 0,0 0 0 0 0,-1 0 0 0 0,1 1 0 0 0,-1-1 0 0 0,1 0 0 0 0,-1 1 0 0 0,1-1 0 0 0,-1 1 0 0 0,1-1 0 0 0,-1 0 0 0 0,1 1 0 0 0,-1-1 0 0 0,0 1 0 0 0,1-1 0 0 0,-1 1 0 0 0,0 0 0 0 0,1-1 0 0 0,-1 1 0 0 0,-1-1 0 0 0,-3 15 4824 0 0,2-1-6327 0 0,-2 10 1635 0 0,4-18-625 0 0,0 0 0 0 0,0-1 0 0 0,0 1 1 0 0,-1 0-1 0 0,0-1 0 0 0,1 0 0 0 0,-2 1 0 0 0,1-1 0 0 0,0 0 0 0 0,-5 5 0 0 0,5-7-140 0 0,-1-1-1 0 0,1 1 0 0 0,-1-1 1 0 0,1 0-1 0 0,-1 0 0 0 0,0 0 1 0 0,1 0-1 0 0,-1-1 1 0 0,0 1-1 0 0,-4 0 0 0 0,2 0-399 0 0,0 0-51 0 0,-4 1-119 0 0,-4-4-4054 0 0,-21-5 1210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2.1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0 400 0 0,'0'0'13815'0'0,"-2"12"-18768"0"0,-6 39 1446 0 0,-1-23 272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2.2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0 1776 0 0,'-6'43'9420'0'0,"6"-29"-6593"0"0,0 20-238 0 0,-2-3-5438 0 0,2-31 2786 0 0,0 0 1 0 0,0 1-1 0 0,0-1 0 0 0,0 0 0 0 0,0 0 1 0 0,0 0-1 0 0,0 0 0 0 0,0 1 0 0 0,0-1 1 0 0,0 0-1 0 0,0 0 0 0 0,0 0 0 0 0,-1 1 0 0 0,1-1 1 0 0,0 0-1 0 0,0 0 0 0 0,0 0 0 0 0,0 0 1 0 0,0 0-1 0 0,0 1 0 0 0,0-1 0 0 0,-1 0 1 0 0,1 0-1 0 0,0 0 0 0 0,0 0 0 0 0,0 0 0 0 0,0 0 1 0 0,-1 0-1 0 0,1 0 0 0 0,0 0 0 0 0,0 0 1 0 0,0 1-1 0 0,-1-1 0 0 0,1 0 0 0 0,0 0 1 0 0,0 0-1 0 0,0 0 0 0 0,-1 0 0 0 0,1 0 0 0 0,0-1 1 0 0,-25 7-4173 0 0,-7-3 324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3.2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1275 704 0 0,'0'0'5836'0'0,"3"-7"-4781"0"0,7-22-40 0 0,0-1 0 0 0,-2-1 0 0 0,-2 0 0 0 0,-1 0 0 0 0,-1 0 0 0 0,-1 0 0 0 0,-3-43 0 0 0,-5-62 773 0 0,-2-45 94 0 0,-4-159 282 0 0,10 310-2037 0 0,3-31 486 0 0,0 46-510 0 0,-1 7-30 0 0,0 1-1 0 0,0-1 1 0 0,-1 1-1 0 0,0-1 1 0 0,-1 1-1 0 0,-1-10 0 0 0,0 5 23 0 0,1 5-17 0 0,0 1 0 0 0,0 0 0 0 0,0 0 0 0 0,1 0 0 0 0,1-12 0 0 0,1-13 206 0 0,-2 24 920 0 0,-1-3-909 0 0,0-1-152 0 0,-1-24 2537 0 0,31 48-2635 0 0,89 36-11 0 0,-76-33 3 0 0,-28-10-24 0 0,-3-3 2 0 0,-1 1 0 0 0,1-1 0 0 0,17 2 0 0 0,53 9 37 0 0,1-2-203 0 0,-68-8 68 0 0,-2-1-189 0 0,0-1 0 0 0,0 0 0 0 0,15 0-1 0 0,40 4-467 0 0,-51-4-171 0 0,-1-1-1411 0 0,45 3 888 0 0,-45-3-185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3.5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1 704 0 0,'0'0'5015'0'0,"-1"2"-3757"0"0,0-1-990 0 0,1-1 0 0 0,0 1-1 0 0,-1-1 1 0 0,1 1 0 0 0,-1 0 0 0 0,1 0 0 0 0,0-1 0 0 0,0 1 0 0 0,0 0 0 0 0,-1-1 0 0 0,1 1 0 0 0,0 0 0 0 0,0 0 0 0 0,0-1 0 0 0,0 1 0 0 0,0 0 0 0 0,0 0 0 0 0,0-1 0 0 0,0 1 0 0 0,1 0 0 0 0,-1 0 0 0 0,0-1-1 0 0,0 1 1 0 0,1 0 0 0 0,-1 0 0 0 0,0-1 0 0 0,1 1 0 0 0,0 0 0 0 0,1 2 92 0 0,0-1-1 0 0,0 0 1 0 0,0 0-1 0 0,0 1 1 0 0,1-1 0 0 0,-1-1-1 0 0,5 4 1 0 0,31 13 362 0 0,-16-11 224 0 0,-4-2-376 0 0,0-1 1 0 0,1-1-1 0 0,22 0 0 0 0,19 0 550 0 0,-10 0-198 0 0,-1-2 0 0 0,71-8 1 0 0,-80 3-374 0 0,49 3 0 0 0,24-2-30 0 0,-15 0-2548 0 0,-93 2 931 0 0,0 1 1 0 0,0 0 0 0 0,-1 0-1 0 0,1 0 1 0 0,7 2 0 0 0,-3 0-1998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3.8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18 104 0 0,'0'0'9812'0'0,"6"-1"-8547"0"0,45-5 2176 0 0,-46 6-2426 0 0,3-1-84 0 0,69-7 2345 0 0,119 7 340 0 0,-101 4-2700 0 0,-92-2-1158 0 0,17-1-1295 0 0,-16 0 793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4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63 436 0 0,'0'0'29953'0'0,"20"-9"-29488"0"0,58-28-117 0 0,-58 28-200 0 0,-6 8-211 0 0,43-5-180 0 0,-43 5-191 0 0,3 1-1117 0 0,48 0 405 0 0,-49 0-215 0 0,44 46-20595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6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66 304 0 0,'0'0'4070'0'0,"0"0"-4008"0"0,1-1 0 0 0,0 1 0 0 0,-1 0 0 0 0,1-1 0 0 0,-1 1 0 0 0,1-1 0 0 0,0 0-1 0 0,-1 1 1 0 0,1-1 0 0 0,-1 1 0 0 0,0-1 0 0 0,1 0 0 0 0,-1 1 0 0 0,0-1 0 0 0,1-1-1 0 0,-3-37 3342 0 0,2 36-2915 0 0,0-8 427 0 0,0 9-484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8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37 133 144 0 0,'0'0'7840'0'0,"-6"-2"-7187"0"0,-25-11 6103 0 0,32 12-6702 0 0,0 0 1 0 0,0 0 0 0 0,0 0 0 0 0,-1 0-1 0 0,1 0 1 0 0,0 0 0 0 0,-1 0 0 0 0,1 0-1 0 0,-1 0 1 0 0,1 0 0 0 0,-1 0 0 0 0,1-2-1 0 0,-1 2 45 0 0,2-2 286 0 0,1-1-32 0 0,9-6-41 0 0,0-1 0 0 0,1 2-1 0 0,0 0 1 0 0,0 0 0 0 0,1 1 0 0 0,0 1 0 0 0,0 0 0 0 0,1 1-1 0 0,29-8 1 0 0,-35 12-111 0 0,0 1-1 0 0,1 0 1 0 0,17 0-1 0 0,-15 2-33 0 0,-10-1-135 0 0,0 0-1 0 0,0 0 1 0 0,0 0 0 0 0,0 0 0 0 0,0 0-1 0 0,0 1 1 0 0,0-1 0 0 0,0 1-1 0 0,0-1 1 0 0,0 1 0 0 0,0 0 0 0 0,0 0-1 0 0,1 1 1 0 0,4 2 55 0 0,5 1 49 0 0,1 2 1 0 0,-1 0-1 0 0,-1 0 1 0 0,1 1-1 0 0,-1 0 0 0 0,-1 1 1 0 0,1 0-1 0 0,-2 1 1 0 0,1 0-1 0 0,-1 1 1 0 0,-1 0-1 0 0,8 13 1 0 0,-5-5 133 0 0,-2 2 1 0 0,0-1 0 0 0,-1 1 0 0 0,-1 0-1 0 0,-1 1 1 0 0,-1 0 0 0 0,5 44-1 0 0,-9-37 162 0 0,-1 1-1 0 0,-1-1 1 0 0,-10 55-1 0 0,5-40 120 0 0,0-16-126 0 0,4-19-413 0 0,1 1 1 0 0,-1-1 0 0 0,1 11 0 0 0,1-20-190 0 0,0 1 1 0 0,0-1 0 0 0,1 1-1 0 0,-1-1 1 0 0,0 1-1 0 0,0-1 1 0 0,-1 1 0 0 0,1-1-1 0 0,0 1 1 0 0,0-1 0 0 0,0 1-1 0 0,0-1 1 0 0,0 1 0 0 0,0-1-1 0 0,-1 0 1 0 0,1 1 0 0 0,0-1-1 0 0,0 1 1 0 0,-1-1-1 0 0,1 0 1 0 0,0 1 0 0 0,0-1-1 0 0,-1 1 1 0 0,1-1 0 0 0,-1 0-1 0 0,1 1 1 0 0,0-1 0 0 0,-1 0-1 0 0,1 0 1 0 0,-1 1 0 0 0,1-1-1 0 0,0 0 1 0 0,-1 0-1 0 0,1 0 1 0 0,-1 0 0 0 0,1 0-1 0 0,-1 1 1 0 0,1-1 0 0 0,-1 0-1 0 0,1 0 1 0 0,-1 0 0 0 0,1 0-1 0 0,-1 0 1 0 0,1 0 0 0 0,-1-1-1 0 0,1 1 1 0 0,-1 0 0 0 0,1 0-1 0 0,0 0 1 0 0,-1 0-1 0 0,0-1 1 0 0,-4 1 1195 0 0,1-1-2323 0 0,-1-3-761 0 0,-1 1 1386 0 0,1-1 0 0 0,-1 1 0 0 0,1 0 1 0 0,-7-3-1 0 0,-7-4-5444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8.3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251 8 796 0 0,'-6'-7'8207'0'0,"17"31"-171"0"0,-4-10-8982 0 0,-7-12 1147 0 0,1 1 0 0 0,0-1 0 0 0,-1 1 0 0 0,1-1 0 0 0,-1 1 0 0 0,0-1 0 0 0,1 1 0 0 0,-2 3 0 0 0,4 16 1052 0 0,-3-21-1188 0 0,1 0-1 0 0,-1 0 1 0 0,0 0 0 0 0,0 0-1 0 0,0 0 1 0 0,0 0-1 0 0,0 1 1 0 0,0-1 0 0 0,0 0-1 0 0,0 0 1 0 0,0 0-1 0 0,-1 0 1 0 0,1 0 0 0 0,0 0-1 0 0,-2 2 1 0 0,1 1 114 0 0,1 4 46 0 0,-1 0 1 0 0,0 0-1 0 0,-1 0 1 0 0,0-1-1 0 0,0 1 1 0 0,-1 0-1 0 0,0-1 1 0 0,-4 9-1 0 0,6-14-195 0 0,-3 6-116 0 0,0-1-1 0 0,0 0 1 0 0,-1 0-1 0 0,0 0 1 0 0,0-1 0 0 0,-1 0-1 0 0,1 0 1 0 0,-1 0-1 0 0,0 0 1 0 0,-9 5 0 0 0,-9 4-1482 0 0,14-8 1167 0 0,1-1-1 0 0,-2 0 0 0 0,-14 6 1 0 0,-6-5-2970 0 0,26-6 2129 0 0,0-1 0 0 0,0 0 0 0 0,0-1 0 0 0,1 1 1 0 0,-8-3-1 0 0,-20-5-2963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9.3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625 158 936 0 0,'-23'-46'4528'0'0,"22"44"-3759"0"0,3-1-42 0 0,0-1-521 0 0,0 0 0 0 0,1 0 0 0 0,0 0 1 0 0,0 1-1 0 0,0 0 0 0 0,0-1 0 0 0,0 1 0 0 0,1 0 0 0 0,-1 0 1 0 0,1 1-1 0 0,0-1 0 0 0,6-2 0 0 0,7-4 769 0 0,33-11 0 0 0,-19 12 562 0 0,52-9 0 0 0,-45 10-90 0 0,-35 7-1050 0 0,1 0-18 0 0,31 4 1364 0 0,-31-3-1520 0 0,4 29 862 0 0,-8-24-1003 0 0,0 0 0 0 0,-1 0 0 0 0,0 0 1 0 0,0 0-1 0 0,0 0 0 0 0,-1-1 0 0 0,0 1 0 0 0,0 0 0 0 0,0-1 1 0 0,-1 0-1 0 0,-6 10 0 0 0,1-4 33 0 0,0-1-1 0 0,-1 0 1 0 0,0-1 0 0 0,-18 14-1 0 0,9-8 13 0 0,-31 32 0 0 0,45-42-123 0 0,-1 1 0 0 0,1-1 0 0 0,0 1 0 0 0,1 0 0 0 0,-1 0 0 0 0,1 0-1 0 0,0 0 1 0 0,1 1 0 0 0,0-1 0 0 0,0 1 0 0 0,-2 7 0 0 0,4-8 6 0 0,0-1 0 0 0,0 1 0 0 0,0 0 0 0 0,0-1 1 0 0,1 1-1 0 0,0-1 0 0 0,0 1 0 0 0,0-1 0 0 0,1 1 0 0 0,0-1 0 0 0,0 0 0 0 0,1 1 0 0 0,-1-1 0 0 0,1 0 1 0 0,5 7-1 0 0,6 6 190 0 0,0-2 0 0 0,30 27 0 0 0,-15-14 109 0 0,-3-3-16 0 0,68 76 728 0 0,-82-88-766 0 0,-1 1 0 0 0,-1 0 1 0 0,0 1-1 0 0,-1 0 0 0 0,10 25 0 0 0,-17-33-101 0 0,0-1-1 0 0,-1 1 0 0 0,0 0 1 0 0,0-1-1 0 0,0 1 0 0 0,-1 0 1 0 0,-1-1-1 0 0,1 1 0 0 0,-1 0 1 0 0,0-1-1 0 0,-1 1 0 0 0,0 0 1 0 0,0-1-1 0 0,0 0 0 0 0,-1 0 1 0 0,-1 1-1 0 0,-4 6 0 0 0,1-1 31 0 0,0-1 0 0 0,-1 0 0 0 0,-1 0 0 0 0,0-1 0 0 0,-1 0 0 0 0,0-1 0 0 0,0 0 0 0 0,-17 12-1 0 0,19-17-394 0 0,0 0 0 0 0,-1-1 0 0 0,0 0 0 0 0,0 0 1 0 0,0-1-1 0 0,0 0 0 0 0,0-1 0 0 0,-1 0 0 0 0,1 0 0 0 0,-1-1 0 0 0,1 0 0 0 0,-1-1 0 0 0,0 0 0 0 0,1 0 0 0 0,-1-1 0 0 0,1-1 0 0 0,-1 1 0 0 0,-13-5 0 0 0,-10-5-1217 0 0,1-1 1 0 0,0-1 0 0 0,-56-33-1 0 0,-263-163-8292 0 0,320 192 9204 0 0,-64-38-648 0 0,86 48 1167 0 0,-1 0 0 0 0,1-1 0 0 0,0 0 0 0 0,0 0 0 0 0,1-1 0 0 0,-13-18 0 0 0,20 25 46 0 0,0 0 0 0 0,0 0 0 0 0,0 0 0 0 0,0 0 1 0 0,0 0-1 0 0,1 0 0 0 0,-1-1 0 0 0,1 1 0 0 0,0 0 0 0 0,-1 0 0 0 0,1-1 0 0 0,0 1 0 0 0,0 0 0 0 0,1 0 0 0 0,-1-1 0 0 0,0 1 1 0 0,1 0-1 0 0,-1 0 0 0 0,1 0 0 0 0,0-1 0 0 0,0 1 0 0 0,0 0 0 0 0,0 0 0 0 0,0 0 0 0 0,0 0 0 0 0,0 1 0 0 0,1-1 0 0 0,-1 0 0 0 0,2-1 1 0 0,2-3 123 0 0,0 1 0 0 0,1 1 0 0 0,-1-1 0 0 0,1 1 0 0 0,0-1 0 0 0,0 2 0 0 0,0-1 0 0 0,8-3 0 0 0,12-4 499 0 0,1 1 1 0 0,0 1-1 0 0,31-6 0 0 0,-42 12-278 0 0,0 1 0 0 0,0 0 0 0 0,0 1 0 0 0,0 1 0 0 0,0 0 0 0 0,0 1 0 0 0,0 1 0 0 0,19 4 0 0 0,-27-3-200 0 0,0-1 0 0 0,0 1 0 0 0,-1 0 1 0 0,1 1-1 0 0,-1-1 0 0 0,1 1 0 0 0,-1 1 0 0 0,-1 0 0 0 0,1 0 0 0 0,-1 0 0 0 0,0 1 1 0 0,0-1-1 0 0,0 2 0 0 0,-1-1 0 0 0,0 1 0 0 0,0-1 0 0 0,7 14 0 0 0,-7-11 86 0 0,-1 0-1 0 0,1 0 0 0 0,-1 0 0 0 0,-1 0 0 0 0,0 1 0 0 0,0 0 1 0 0,-1 0-1 0 0,0 0 0 0 0,0 0 0 0 0,-1 16 0 0 0,-2-24-244 0 0,0-1 0 0 0,0 0 0 0 0,0 1 0 0 0,0-1 0 0 0,0 0 0 0 0,-1 0 0 0 0,1 0 0 0 0,0 0 0 0 0,-4 2 0 0 0,4-3 4 0 0,-2 2 16 0 0,-1 0 1 0 0,1 0-1 0 0,-1 0 1 0 0,0 0-1 0 0,1-1 1 0 0,-1 0-1 0 0,0 1 1 0 0,0-1-1 0 0,0-1 0 0 0,0 1 1 0 0,-5 0-1 0 0,-12 2 158 0 0,3-1 50 0 0,1-2 0 0 0,-1 0 0 0 0,-27-4 0 0 0,37 3-238 0 0,3 1 87 0 0,0 0-19 0 0,-6 2-28 0 0,0 0-1 0 0,0 0 1 0 0,0 1-1 0 0,-12 6 1 0 0,17-6-40 0 0,1 0-1 0 0,0 1 1 0 0,0 0 0 0 0,0 0 0 0 0,1 0 0 0 0,-1 0 0 0 0,1 1-1 0 0,-7 10 1 0 0,2-2-21 0 0,1 0 1 0 0,-9 21-1 0 0,13-22-367 0 0,1 0 0 0 0,1 0 0 0 0,0 0 1 0 0,0 0-1 0 0,1 1 0 0 0,2 23 0 0 0,-3 16-5173 0 0,-3-39 1747 0 0,-18-12-8320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9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92 808 0 0,'-1'-1'119'0'0,"0"0"1"0"0,0 0-1 0 0,0 0 0 0 0,1 0 0 0 0,-1 0 0 0 0,0-1 1 0 0,1 1-1 0 0,-1 0 0 0 0,1 0 0 0 0,-1 0 0 0 0,1-1 1 0 0,0 1-1 0 0,-1 0 0 0 0,1 0 0 0 0,0-1 1 0 0,0 1-1 0 0,0 0 0 0 0,0 0 0 0 0,0-1 0 0 0,0 1 1 0 0,0 0-1 0 0,1-1 0 0 0,-1 1 0 0 0,0 0 1 0 0,1 0-1 0 0,-1 0 0 0 0,1-1 0 0 0,-1 1 0 0 0,1 0 1 0 0,0 0-1 0 0,-1 0 0 0 0,1 0 0 0 0,0 0 0 0 0,0 0 1 0 0,0 0-1 0 0,1-1 0 0 0,2-2 179 0 0,1 0 0 0 0,0 0 0 0 0,0 1 0 0 0,0 0 0 0 0,0 0-1 0 0,1 0 1 0 0,-1 0 0 0 0,1 1 0 0 0,0 0 0 0 0,12-3 0 0 0,4 1 762 0 0,34-2 0 0 0,-53 5-953 0 0,6 1 195 0 0,0-1-1 0 0,0 1 1 0 0,0 0-1 0 0,1 1 1 0 0,-1 0-1 0 0,-1 1 1 0 0,1 0-1 0 0,0 0 1 0 0,0 1-1 0 0,-1 0 1 0 0,16 8-1 0 0,-19-8-184 0 0,1 1-1 0 0,-1-1 0 0 0,0 2 1 0 0,0-1-1 0 0,-1 0 0 0 0,1 1 1 0 0,-1 0-1 0 0,0 0 0 0 0,-1 0 0 0 0,1 0 1 0 0,-1 1-1 0 0,0-1 0 0 0,0 1 1 0 0,0 0-1 0 0,-1 0 0 0 0,0 0 1 0 0,2 8-1 0 0,0 2-221 0 0,-1 0 1 0 0,-1 0 0 0 0,0 0-1 0 0,-1 0 1 0 0,-1 0-1 0 0,0 0 1 0 0,-1 0 0 0 0,-1 0-1 0 0,0 0 1 0 0,-2 0 0 0 0,1 0-1 0 0,-2-1 1 0 0,-10 24-1 0 0,8-23-673 0 0,-7 15-1797 0 0,3-13-2654 0 0,6-10 1634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9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127 0 376 0 0,'0'0'6296'0'0,"-3"5"-5304"0"0,-4 6-332 0 0,1 1-1 0 0,0 1 1 0 0,1-1-1 0 0,0 0 1 0 0,1 1-1 0 0,1 0 1 0 0,-3 21 0 0 0,5-30-801 0 0,0 1 0 0 0,0-1 0 0 0,-1 0 0 0 0,1 0 0 0 0,-1 0 0 0 0,0 0 0 0 0,0 0 0 0 0,0 0 0 0 0,0-1 0 0 0,-1 1 0 0 0,0-1 0 0 0,1 1 0 0 0,-1-1 1 0 0,0 0-1 0 0,-5 4 0 0 0,-1-8-5149 0 0,-25-10 2254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9.9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 1572 0 0,'-4'-1'10524'0'0,"5"11"-10805"0"0,0 32-770 0 0,-5-8-4415 0 0,0-15 2484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40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0 780 0 0,'-1'15'4483'0'0,"1"-13"-3571"0"0,0 0 0 0 0,-1 0 0 0 0,1 0-1 0 0,0 1 1 0 0,0-1 0 0 0,1 0 0 0 0,-1 0 0 0 0,0 0-1 0 0,2 4 1 0 0,12 12 667 0 0,-1-8-2325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42.2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1223 752 0 0,'-5'3'11087'0'0,"11"-38"-9595"0"0,-1 0-1 0 0,-2-1 0 0 0,-2-50 1 0 0,-3-44 6 0 0,-12-184 630 0 0,-22 62-568 0 0,30 208-1284 0 0,3 23 9 0 0,-10-40 0 0 0,7 29 12 0 0,5 31-249 0 0,-3-15 98 0 0,4 16-144 0 0,0-1-1 0 0,0 0 1 0 0,0 1-1 0 0,0-1 0 0 0,0 1 1 0 0,0-1-1 0 0,0 1 1 0 0,0-1-1 0 0,0 1 1 0 0,0-1-1 0 0,1 1 1 0 0,-1-1-1 0 0,0 1 0 0 0,0-1 1 0 0,1 1-1 0 0,-1-1 1 0 0,0 1-1 0 0,0 0 1 0 0,1-1-1 0 0,-1 1 1 0 0,1-1-1 0 0,-1 1 0 0 0,0 0 1 0 0,1-1-1 0 0,-1 1 1 0 0,1 0-1 0 0,-1 0 1 0 0,1-1-1 0 0,-1 1 1 0 0,1 0-1 0 0,21-6 43 0 0,-9 3-21 0 0,125-28 411 0 0,-58 15-76 0 0,-13 0-70 0 0,-12 2 23 0 0,69-7 0 0 0,-14 0-79 0 0,-76 13-421 0 0,41-5 0 0 0,-64 13-301 0 0,-1-1 0 0 0,0 1 0 0 0,1 1 0 0 0,17 2 0 0 0,-25-3 268 0 0,0 1 0 0 0,-1 0 0 0 0,1-1 1 0 0,0 1-1 0 0,-1 0 0 0 0,1 0 0 0 0,0 0 0 0 0,-1 1 0 0 0,1-1 0 0 0,-1 1 0 0 0,0-1 0 0 0,1 1 0 0 0,-1 0 1 0 0,0 0-1 0 0,0 0 0 0 0,0 0 0 0 0,0 0 0 0 0,-1 0 0 0 0,1 1 0 0 0,-1-1 0 0 0,1 1 0 0 0,1 4 0 0 0,-2-4-157 0 0,0 1-1 0 0,0-1 1 0 0,0 0 0 0 0,-1 1-1 0 0,1-1 1 0 0,-1 1-1 0 0,0-1 1 0 0,0 1-1 0 0,0-1 1 0 0,-1 1 0 0 0,0 5-1 0 0,-13 22-5705 0 0,0-8 1693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42.6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54 228 0 0,'0'0'22346'0'0,"9"-2"-22073"0"0,28-8-23 0 0,-32 8-159 0 0,0 1-1 0 0,0 0 1 0 0,1 0-1 0 0,-1 1 0 0 0,0-1 1 0 0,0 1-1 0 0,8 1 1 0 0,-6-1-32 0 0,358-25 1205 0 0,-328 20-1571 0 0,-25 2-396 0 0,1 1 1 0 0,0 1-1 0 0,-1 0 1 0 0,1 1-1 0 0,0 0 1 0 0,-1 1 0 0 0,15 3-1 0 0,-18-3-1043 0 0,15 0-7909 0 0,-20-1 9393 0 0,1-1-3988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42.8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81 320 0 0,'56'-8'7959'0'0,"-13"2"-6253"0"0,18-3 503 0 0,60-15 0 0 0,5 3-740 0 0,-83 15-1618 0 0,-23 1-582 0 0,-17 4 98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43.0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62 204 0 0,'-8'4'8194'0'0,"22"-7"-6989"0"0,24-4-1160 0 0,163-35 6416 0 0,-175 38-5562 0 0,33-1 0 0 0,-8 1-1137 0 0,-3 4-1383 0 0,-18 2-208 0 0,6-3-3668 0 0,-24 1 3972 0 0,16 0-2524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57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90 94 488 0 0,'0'0'22875'0'0,"0"4"-24014"0"0,-3 13 1126 0 0,2-13-1 0 0,1-10-2020 0 0,-2-19 2028 0 0,2 19-5 0 0,-7-11-2 0 0,7 16 16 0 0,0 1 1 0 0,0-1 0 0 0,0 0-1 0 0,0 1 1 0 0,-1-1 0 0 0,1 0-1 0 0,0 1 1 0 0,-1-1 0 0 0,1 1-1 0 0,0-1 1 0 0,-1 1 0 0 0,1-1 0 0 0,-1 0-1 0 0,1 1 1 0 0,-1-1 0 0 0,1 1-1 0 0,-1 0 1 0 0,1-1 0 0 0,-1 1-1 0 0,1-1 1 0 0,-1 1 0 0 0,0 0-1 0 0,1 0 1 0 0,-1-1 0 0 0,0 1 0 0 0,1 0-1 0 0,-2 0 1 0 0,-8-6 122 0 0,4 3-7 0 0,9 8 157 0 0,10 10 47 0 0,-12-14-426 0 0,3 4 97 0 0,24-10 32 0 0,-22 4 13 0 0,-5-1-27 0 0,0 1-8 0 0,-1 0 1 0 0,1 0-1 0 0,-1 0 0 0 0,0 0 1 0 0,0 0-1 0 0,0-1 1 0 0,1 1-1 0 0,-1 0 0 0 0,0 0 1 0 0,0 0-1 0 0,-1 0 1 0 0,1 0-1 0 0,0 0 0 0 0,0 0 1 0 0,0 0-1 0 0,-1 0 0 0 0,1 0 1 0 0,0 0-1 0 0,-1 0 1 0 0,1 0-1 0 0,-1 0 0 0 0,1 0 1 0 0,-1 0-1 0 0,0 1 0 0 0,1-1 1 0 0,-1 0-1 0 0,0 0 1 0 0,0 1-1 0 0,-1-2 0 0 0,2 1-11 0 0,-1 1 8 0 0,1-1 1 0 0,0 1-1 0 0,-1-1 0 0 0,1 1 0 0 0,-1-1 1 0 0,1 1-1 0 0,0 0 0 0 0,-1-1 1 0 0,1 1-1 0 0,-1-1 0 0 0,1 1 1 0 0,-1 0-1 0 0,1 0 0 0 0,-1-1 0 0 0,1 1 1 0 0,-1 0-1 0 0,0 0 0 0 0,1 0 1 0 0,-1-1-1 0 0,1 1 0 0 0,-1 0 1 0 0,1 0-1 0 0,-1 0 0 0 0,0 0 1 0 0,0 0-1 0 0,-10-1 46 0 0,-23-6 126 0 0,30 7-51 0 0,-1 2-95 0 0,-23 8-770 0 0,70-16 665 0 0,-32 4 5 0 0,-8 2 53 0 0,0-1 1 0 0,0 0 0 0 0,0 1 0 0 0,0-1-1 0 0,0 0 1 0 0,0 0 0 0 0,-1 0 0 0 0,1 0-1 0 0,0 0 1 0 0,0 0 0 0 0,-1-1 0 0 0,3-1 0 0 0,-4 3 22 0 0,0 0 1 0 0,0 0 0 0 0,0 0 0 0 0,0-1 0 0 0,0 1 0 0 0,0 0-1 0 0,0 0 1 0 0,0 0 0 0 0,0 0 0 0 0,0-1 0 0 0,0 1 0 0 0,0 0 0 0 0,0 0-1 0 0,0 0 1 0 0,0 0 0 0 0,0 0 0 0 0,0-1 0 0 0,0 1 0 0 0,0 0 0 0 0,0 0-1 0 0,-1 0 1 0 0,1 0 0 0 0,0 0 0 0 0,0-1 0 0 0,0 1 0 0 0,0 0 0 0 0,0 0-1 0 0,0 0 1 0 0,0 0 0 0 0,-1 0 0 0 0,1 0 0 0 0,0 0 0 0 0,0 0-1 0 0,0 0 1 0 0,0-1 0 0 0,0 1 0 0 0,-1 0 0 0 0,1 0 0 0 0,0 0 0 0 0,0 0-1 0 0,-10 2 19 0 0,-14 15-649 0 0,21-10 724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5.1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0 696 0 0,'0'0'7653'0'0,"11"18"-6675"0"0,2 2-661 0 0,-4-6-67 0 0,0 0 1 0 0,-2 0-1 0 0,0 0 1 0 0,0 1 0 0 0,5 19-1 0 0,23 95 2016 0 0,-33-119-2060 0 0,2 4 50 0 0,4 29 883 0 0,-5-23-878 0 0,0 1 99 0 0,0 0-1 0 0,-2 0 0 0 0,-1 27 0 0 0,-1 57 505 0 0,1-97-764 0 0,0-1 0 0 0,-1 1 0 0 0,1 0 0 0 0,-2-1 0 0 0,-2 14 0 0 0,-1-1 8 0 0,0 3 96 0 0,0-1-1 0 0,-17 41 0 0 0,22-62-213 0 0,-26 67-393 0 0,14-37 22 0 0,8-23-95 0 0,1 0-875 0 0,-10 24 452 0 0,10-24-131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5.5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257 58 436 0 0,'0'0'2698'0'0,"7"-9"-1840"0"0,25-30-48 0 0,-24 30 7331 0 0,-17 34-7872 0 0,-31 83-26 0 0,32-87-175 0 0,7-18-44 0 0,0 0-1 0 0,-1 0 1 0 0,1 1 0 0 0,-1-1-1 0 0,0 0 1 0 0,0 0 0 0 0,0-1 0 0 0,0 1-1 0 0,0 0 1 0 0,-1-1 0 0 0,1 1-1 0 0,-1-1 1 0 0,1 0 0 0 0,-4 2 0 0 0,-11 10 54 0 0,-1 0 52 0 0,1 2 1 0 0,-21 22 0 0 0,13-9 13 0 0,18-22-16 0 0,-2-1-7 0 0,-30 21 0 0 0,30-20 245 0 0,3-2-313 0 0,-22 22 418 0 0,43-19-347 0 0,48 23 71 0 0,-47-23 14 0 0,-5-3 9 0 0,57 29 352 0 0,-57-30-462 0 0,32 20 435 0 0,14 11 97 0 0,-12-10 9 0 0,-15-6-340 0 0,-22-14 1 0 0,1 2-1 0 0,28 20 8 0 0,-28-20 255 0 0,-3-1-310 0 0,20 21-28 0 0,-20-20 245 0 0,-1-2-979 0 0,14 17-22 0 0,-15-16-153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5.9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62 72 0 0,'0'0'25094'0'0,"6"-10"-24930"0"0,18-31-8 0 0,-18 31 1118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6.6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206 176 612 0 0,'0'0'3232'0'0,"13"-7"-2669"0"0,39-20-13 0 0,-39 20 1939 0 0,-10 0-2018 0 0,9-24-7 0 0,-9 23 2191 0 0,-11 1-2522 0 0,1-1 0 0 0,0 0-1 0 0,-11-17 1 0 0,8 9-32 0 0,0 3 1406 0 0,-2 11-1213 0 0,-1-1-153 0 0,7 1 212 0 0,0 1 0 0 0,0 0 1 0 0,0 0-1 0 0,0 0 0 0 0,-10 1 0 0 0,-3 12-67 0 0,-58 38 4 0 0,75-49-261 0 0,0 0 1 0 0,0 1-1 0 0,-1-1 0 0 0,1 1 0 0 0,0-1 0 0 0,0 1 0 0 0,1-1 0 0 0,-1 1 0 0 0,-3 3 0 0 0,-10 18 251 0 0,11-17-7 0 0,0 2-8 0 0,-12 23-23 0 0,12-24 309 0 0,4-4-534 0 0,0 0 0 0 0,0-1 1 0 0,0 1-1 0 0,0-1 0 0 0,-1 1 0 0 0,1 0 1 0 0,-1-1-1 0 0,-1 3 0 0 0,1-2 80 0 0,0-1 1 0 0,1 1-1 0 0,-1-1 0 0 0,0 1 1 0 0,1-1-1 0 0,0 1 0 0 0,0 0 0 0 0,0 2 1 0 0,20-3-69 0 0,3 2-20 0 0,-9-1-3 0 0,0-1-1 0 0,1 0 1 0 0,18-1-1 0 0,-17-12 10 0 0,46-31 10 0 0,-46 31 33 0 0,-10 5-50 0 0,17-20 14 0 0,-18 20 1420 0 0,-1 25-1187 0 0,12 58 5 0 0,-15-72-206 0 0,1 0 0 0 0,-1 0 0 0 0,0 1 0 0 0,0-1 0 0 0,-1 1 0 0 0,1-1 0 0 0,-2 10 0 0 0,0-5 29 0 0,0 69 636 0 0,2-64-644 0 0,0-7-14 0 0,-1 0 0 0 0,0 0 0 0 0,0 0 0 0 0,-1 0 0 0 0,-2 10 0 0 0,-5 50 334 0 0,2-1 64 0 0,-24 109 1 0 0,26-160-425 0 0,-5 21 119 0 0,1 1 0 0 0,-4 62-1 0 0,12-100-141 0 0,4 18 34 0 0,-4-17-44 0 0,0-1-1 0 0,1 0 1 0 0,-1 0 0 0 0,0 1-1 0 0,0-1 1 0 0,0 0-1 0 0,1 1 1 0 0,-1-1-1 0 0,0 0 1 0 0,0 0 0 0 0,1 0-1 0 0,-1 1 1 0 0,0-1-1 0 0,0 0 1 0 0,1 0 0 0 0,-1 0-1 0 0,0 1 1 0 0,1-1-1 0 0,-1 0 1 0 0,0 0 0 0 0,1 0-1 0 0,-1 0 1 0 0,0 0-1 0 0,1 0 1 0 0,0 0 0 0 0,-1 0 6 0 0,1 0 1 0 0,0-1-1 0 0,0 1 1 0 0,0-1 0 0 0,0 1-1 0 0,0-1 1 0 0,-1 1-1 0 0,1-1 1 0 0,0 1-1 0 0,-1-1 1 0 0,1 0 0 0 0,0 1-1 0 0,-1-1 1 0 0,1 0-1 0 0,0-1 1 0 0,46-61 12 0 0,-45 61-18 0 0,1-1 0 0 0,-1 0 0 0 0,0 0 0 0 0,-1 0 0 0 0,1 0 0 0 0,-1 0 0 0 0,3-5 0 0 0,51-154 37 0 0,-38 112-32 0 0,-7 31-5 0 0,-6 10 1 0 0,0 0 0 0 0,0 0 0 0 0,-1 0 0 0 0,2-10 0 0 0,-3 8 0 0 0,11-30 19 0 0,2-1-345 0 0,-3 9 80 0 0,-10 25-87 0 0,1 0-6286 0 0,0 0 5904 0 0,2-7 448 0 0,-3 0-9038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7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0 206 1540 0 0,'0'0'11663'0'0,"16"-14"-10968"0"0,68-58 499 0 0,-60 51-685 0 0,-18 16-50 0 0,4-2-51 0 0,28-22-42 0 0,-28 21-54 0 0,-2 4-27 0 0,23-14-17 0 0,-23 13 587 0 0,0 1-671 0 0,25-11 22 0 0,-25 11 2657 0 0,0 21-2301 0 0,23 51 8 0 0,-30-67-534 0 0,0 1-1 0 0,0-1 0 0 0,-1 1 0 0 0,1-1 0 0 0,0 1 0 0 0,-1-1 0 0 0,1 1 0 0 0,-1-1 1 0 0,0 1-1 0 0,1 0 0 0 0,-1-1 0 0 0,0 1 0 0 0,0 0 0 0 0,0-1 0 0 0,0 4 0 0 0,-5 38 516 0 0,4-32-37 0 0,-2 2-52 0 0,-10 37-58 0 0,10-38-44 0 0,2 0-49 0 0,-5 34-36 0 0,5-35-69 0 0,0-2-114 0 0,-4 43-1568 0 0,2-42 824 0 0,1-2 2367 0 0,1 0-3600 0 0,0 0-3483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7.2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93 1708 0 0,'0'0'12095'0'0,"7"-9"-12067"0"0,23-25-174 0 0,-22 25-168 0 0,4 6-865 0 0,36-11 151 0 0,-36 10-1036 0 0,1 1-1380 0 0,53-13 264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7.8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412 122 4 0 0,'0'0'5529'0'0,"-8"-15"-4755"0"0,-25-42-54 0 0,25 42 2543 0 0,1 9-2640 0 0,-22-17 10 0 0,22 18 2303 0 0,-13 6-2377 0 0,-61 2-5 0 0,61-2 541 0 0,5 6-567 0 0,-43 20-30 0 0,43-20-16 0 0,8 1-25 0 0,-3 0-314 0 0,6-4-45 0 0,-1 0-1 0 0,1 1 1 0 0,0-1 0 0 0,0 1-1 0 0,1 0 1 0 0,-5 7 0 0 0,1-4 30 0 0,3-4-28 0 0,1 1 0 0 0,0-1 0 0 0,0 1 0 0 0,0 0 0 0 0,-3 9 0 0 0,0-5 5 0 0,4-6-46 0 0,0 1 1 0 0,-1 0 0 0 0,1 0 0 0 0,1 0 0 0 0,-1 1 0 0 0,1-1-1 0 0,-2 6 1 0 0,-6 20 188 0 0,7-23 168 0 0,2 2-248 0 0,0 28-16 0 0,0-27 85 0 0,15-7-284 0 0,43 10-58 0 0,-43-10-65 0 0,5-15-615 0 0,59-37 459 0 0,-52 30 18 0 0,2-8 14 0 0,-17 13 33 0 0,17-31-227 0 0,-22 38 418 0 0,-5 4 31 0 0,1-1-1 0 0,-1 1 0 0 0,1 0 0 0 0,-1-1 0 0 0,0 1 0 0 0,0-1 0 0 0,2-6 0 0 0,9-18-108 0 0,-10 21 21 0 0,1-1-121 0 0,13-24 279 0 0,-13 24 5307 0 0,-2 33-4834 0 0,7 75-30 0 0,-8-96-409 0 0,-1 0 0 0 0,1 0 0 0 0,-1 1 1 0 0,0-1-1 0 0,-1 0 0 0 0,0 7 0 0 0,-11 58 793 0 0,1 2-113 0 0,-23 172 827 0 0,27-198-1345 0 0,5-41-209 0 0,1 1 0 0 0,1 0 0 0 0,-1 0-1 0 0,0-1 1 0 0,1 1 0 0 0,1 9 0 0 0,-2-7-28 0 0,0-5-29 0 0,1 0-1 0 0,-1 1 0 0 0,1-1 1 0 0,0 1-1 0 0,0-1 1 0 0,0 0-1 0 0,1 1 0 0 0,-1-1 1 0 0,0 1-1 0 0,1-1 0 0 0,0 0 1 0 0,1 5-1 0 0,8 27-224 0 0,-7-25-41 0 0,18-26-3953 0 0,66-49 3665 0 0,-59 43-37 0 0,-20 16 418 0 0,-3 3 28 0 0,0 0 1 0 0,-1 0 0 0 0,0-1-1 0 0,0 0 1 0 0,4-5 0 0 0,26-35-1355 0 0,-27 37 1249 0 0,-2 3 23 0 0,-2 0 1 0 0,1 0 0 0 0,0 0 0 0 0,-1 0-1 0 0,3-7 1 0 0,0 3-82 0 0,11-25-1461 0 0,2-10-480 0 0,-8 14 1135 0 0,-8 23-112 0 0,-1-2-3938 0 0,9-38 2233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8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0 139 5072 0 0,'0'0'-270'0'0,"5"-11"229"0"0,15-31 122 0 0,-15 32 339 0 0,0 2-225 0 0,15-21 42 0 0,-15 21 656 0 0,1 3-525 0 0,2 0-103 0 0,4-4-139 0 0,0-2 6397 0 0,16 16-5861 0 0,81 17 14 0 0,-81-17 1404 0 0,-14-7-1379 0 0,3-1-441 0 0,-8 1 193 0 0,0 0 1 0 0,0 1-1 0 0,0 0 1 0 0,11 1-1 0 0,-4 3 59 0 0,48 8-55 0 0,-48-8 326 0 0,-7 2-439 0 0,25 12-39 0 0,-26-12 218 0 0,-2 3-289 0 0,17 24-12 0 0,-18-24-19 0 0,-3 34 159 0 0,-2-34-42 0 0,-7 6-184 0 0,-21 41-13 0 0,27-53-111 0 0,0 0 0 0 0,0 0 0 0 0,0 0 0 0 0,0-1 0 0 0,0 1 0 0 0,0 0 0 0 0,-1 0-1 0 0,1-1 1 0 0,-3 2 0 0 0,-35 34 178 0 0,11-14-114 0 0,21-18-10 0 0,-2 1-4 0 0,-25 17-16 0 0,26-17 64 0 0,-1-2-105 0 0,-23 11-6 0 0,23-11 1360 0 0,48-5-1167 0 0,114-3-16 0 0,-100 5-17 0 0,36 7 192 0 0,-20 0-355 0 0,-51-7-143 0 0,-4 2-178 0 0,41 9-221 0 0,-41-9-217 0 0,-2 0-152 0 0,38 11-115 0 0,-37-10-66 0 0,-10-3 894 0 0,0 0-1 0 0,-1 0 0 0 0,1 0 1 0 0,0 0-1 0 0,0 1 0 0 0,0-1 0 0 0,-1 1 1 0 0,1-1-1 0 0,2 3 0 0 0,2 2-220 0 0,0-2-969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29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375 292 280 0 0,'5'-1'1056'0'0,"58"-21"3835"0"0,-60 22-4083 0 0,18-12 10009 0 0,-55 9-10491 0 0,26 2 1029 0 0,3 3-1040 0 0,-15 3-14 0 0,15-4-27 0 0,-12 5 410 0 0,7-5-586 0 0,1 1 0 0 0,-1 0 0 0 0,1 0 1 0 0,0 1-1 0 0,-1 0 0 0 0,-11 7 0 0 0,-31 8-653 0 0,-28 4-257 0 0,44-12 271 0 0,-71 13-1 0 0,86-18 318 0 0,17-4 116 0 0,17-4-149 0 0,101-22 755 0 0,91-24 1128 0 0,30-6-332 0 0,4 21-341 0 0,9-2-148 0 0,-24 8-330 0 0,-87 14-203 0 0,-47 7-127 0 0,29-3 38 0 0,173-13 216 0 0,-70 9-2 0 0,209-21 441 0 0,-237 18-518 0 0,-18 9-3 0 0,-111 4-270 0 0,-48 3-14 0 0,3 0-13 0 0,59-3-24 0 0,-59 3-24 0 0,-10 1-43 0 0,2 0 25 0 0,-3 0-55 0 0,1 0 0 0 0,-1 1 0 0 0,19 3 0 0 0,-27-3-145 0 0,-15-1-5234 0 0,-97 8 2674 0 0,94-3 2004 0 0,13-4 383 0 0,0 1 0 0 0,0-1 0 0 0,-1 0 0 0 0,1-1 0 0 0,0 1 0 0 0,-5-1 0 0 0,-5 2-662 0 0,-25 0-5030 0 0,16-4 1970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0.2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0 832 0 0,'0'0'7241'0'0,"11"4"-7057"0"0,53 13 277 0 0,-62-16 729 0 0,5 0-882 0 0,90 11 1712 0 0,-66-9-1621 0 0,54 2 1035 0 0,-42-5-1043 0 0,218 9 3159 0 0,-124 1-1585 0 0,-73-6-1248 0 0,12 2 17 0 0,79 3 197 0 0,12-11-1626 0 0,-148 0-282 0 0,-15 1 763 0 0,0 0-487 0 0,-2 2-983 0 0,0 1 992 0 0,4 0 675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1.0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37 216 700 0 0,'0'0'7923'0'0,"2"7"-7192"0"0,0 17 162 0 0,-1 0-1 0 0,0 1 1 0 0,-2-1-1 0 0,-6 40 1 0 0,3-25-167 0 0,-7 50 726 0 0,-4 88 216 0 0,11-106-865 0 0,9-77-773 0 0,-1 3-26 0 0,0-2 1 0 0,-1 1 0 0 0,1 0 0 0 0,-1-1 0 0 0,0 1-1 0 0,0-1 1 0 0,-1 0 0 0 0,1 0 0 0 0,-1 0 0 0 0,0 0-1 0 0,-1 0 1 0 0,1-1 0 0 0,-1 1 0 0 0,0-1 0 0 0,0-10-1 0 0,-2-28 17 0 0,-1 0-1 0 0,-16-79 0 0 0,6 50 28 0 0,10 59-54 0 0,-1 2 38 0 0,2 1 1 0 0,-1-1 0 0 0,1 1 0 0 0,1-1-1 0 0,0 1 1 0 0,1-1 0 0 0,0 0-1 0 0,3-11 1 0 0,1 9 54 0 0,1 0-1 0 0,0 0 0 0 0,1 1 1 0 0,0 0-1 0 0,1 0 1 0 0,1 0-1 0 0,0 1 1 0 0,0 1-1 0 0,2-1 0 0 0,15-13 1 0 0,-15 16 5 0 0,1 1 0 0 0,0 0 0 0 0,0 1 0 0 0,1 1 0 0 0,0 0 0 0 0,0 0 0 0 0,23-6 0 0 0,-15 5 22 0 0,4-1 101 0 0,0 2-1 0 0,0 1 1 0 0,0 0 0 0 0,0 2 0 0 0,0 1 0 0 0,48 3-1 0 0,-63 0-86 0 0,0 1-1 0 0,0 0 1 0 0,0 1 0 0 0,12 5-1 0 0,-9-4 0 0 0,-12-3-187 0 0,1 0 1 0 0,0 0-1 0 0,0 0 0 0 0,-1 1 1 0 0,1-1-1 0 0,0 0 0 0 0,-1 1 1 0 0,0-1-1 0 0,1 0 0 0 0,-1 1 1 0 0,0 0-1 0 0,0-1 0 0 0,1 1 1 0 0,-1 0-1 0 0,-1 0 0 0 0,1-1 0 0 0,0 1 1 0 0,0 0-1 0 0,0 3 0 0 0,3 4-763 0 0,-4-7 262 0 0,6 11-3115 0 0,-5-8 482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31.7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84 812 0 0,'2'-13'1111'0'0,"-2"11"-4"0"0,7-10 1956 0 0,-5 9-2784 0 0,-1 1 0 0 0,1 0 1 0 0,0-1-1 0 0,0 1 1 0 0,0 0-1 0 0,0 0 0 0 0,0 0 1 0 0,0 0-1 0 0,0 0 1 0 0,1 0-1 0 0,-1 1 0 0 0,1-1 1 0 0,4-2-1 0 0,4-2 377 0 0,-4 2-256 0 0,-1 2-1 0 0,1-1 0 0 0,0 1 1 0 0,-1 0-1 0 0,9-1 0 0 0,-5 1 42 0 0,-7 1-289 0 0,1 1-1 0 0,-1 0 0 0 0,0 0 1 0 0,0 0-1 0 0,1 0 1 0 0,-1 1-1 0 0,0-1 1 0 0,0 1-1 0 0,0 0 0 0 0,0 0 1 0 0,1 0-1 0 0,2 2 1 0 0,1-1-230 0 0,3 2 267 0 0,-1 0 0 0 0,1 1-1 0 0,-1 0 1 0 0,0 0 0 0 0,0 1 0 0 0,-1 0-1 0 0,0 0 1 0 0,0 1 0 0 0,0 0 0 0 0,-1 1-1 0 0,0 0 1 0 0,0 0 0 0 0,-1 0 0 0 0,0 1-1 0 0,0 0 1 0 0,-1 0 0 0 0,4 10 0 0 0,-7-13-131 0 0,1 1 1 0 0,-1-1 0 0 0,-1 0 0 0 0,1 1-1 0 0,-1-1 1 0 0,0 1 0 0 0,-1 0 0 0 0,1-1-1 0 0,-1 1 1 0 0,-1 0 0 0 0,1-1-1 0 0,-1 1 1 0 0,0 0 0 0 0,-1-1 0 0 0,-4 13-1 0 0,1-5 9 0 0,-1 0-1 0 0,-1 0 1 0 0,0-1-1 0 0,0 0 1 0 0,-20 24 0 0 0,-5 10 65 0 0,24-34-123 0 0,0-1-1 0 0,0-1 0 0 0,-1 1 0 0 0,-12 10 0 0 0,4-8-263 0 0,15-12 146 0 0,-3-5-397 0 0,-17-7 454 0 0,21 9 147 0 0,-1-1 0 0 0,1 1-1 0 0,-1 0 1 0 0,1-1 0 0 0,-1 1 0 0 0,1-1 0 0 0,0 1 0 0 0,0-1 0 0 0,0 0 0 0 0,0 0-1 0 0,0 1 1 0 0,0-1 0 0 0,0 0 0 0 0,1 0 0 0 0,-1 0 0 0 0,0 0 0 0 0,1 0 0 0 0,0 0-1 0 0,-1-3 1 0 0,8 4 135 0 0,32-1 852 0 0,72 6 0 0 0,31 0-85 0 0,226-7-1721 0 0,-358 3 97 0 0,0 1 0 0 0,0 1 0 0 0,14 4 0 0 0,-9-3-3204 0 0,3 1-3812 0 0,7 1 2041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00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1155 221 368 0 0,'0'0'4632'0'0,"-9"-10"-4242"0"0,-28-29-12 0 0,28 29 2384 0 0,2 5-2453 0 0,-22-14-12 0 0,22 14 1377 0 0,-2 0-1467 0 0,-26-12-18 0 0,26 12 715 0 0,0 0-740 0 0,-23-17-14 0 0,24 16 535 0 0,-1 1-552 0 0,-25-15-14 0 0,25 15 622 0 0,0 1-636 0 0,-28-11 20 0 0,28 11 630 0 0,-3 0-650 0 0,-35-8-6 0 0,36 8 544 0 0,-11 7-566 0 0,-63 9-7 0 0,64-9 190 0 0,4-1-167 0 0,-48 9-30 0 0,48-9 190 0 0,14-2-241 0 0,0 0 1 0 0,0 0-1 0 0,1 0 0 0 0,-1 1 1 0 0,0-1-1 0 0,0 1 0 0 0,0 0 0 0 0,0 0 1 0 0,-5 2-1 0 0,6-2 17 0 0,-1 0 0 0 0,0 0 0 0 0,0 0 0 0 0,0 0 0 0 0,0-1 0 0 0,0 1 0 0 0,1-1 0 0 0,-1 1 1 0 0,-6-1-1 0 0,-2 4 26 0 0,-31 12 5 0 0,31-11 203 0 0,1-1-189 0 0,-30 12 13 0 0,30-12 129 0 0,2 3-147 0 0,-24 17 13 0 0,23-18 20 0 0,3 0 12 0 0,-21 17-11 0 0,20-18 9 0 0,-1 2-4 0 0,-22 18-15 0 0,23-18 13 0 0,2-1 0 0 0,-17 20-3 0 0,17-20-2 0 0,-1 2 1 0 0,-20 24 11 0 0,20-24 1 0 0,1 0 5 0 0,-22 35 165 0 0,11-18-153 0 0,12-18-11 0 0,0 0-1 0 0,-15 21 6 0 0,15-21-5 0 0,0 1-5 0 0,-10 24 6 0 0,10-24-3 0 0,2 0-10 0 0,-10 22 4 0 0,9-22 3 0 0,0 0-12 0 0,-8 26-1 0 0,8-26-16 0 0,1 2 17 0 0,-8 49 201 0 0,8-47-269 0 0,0-5-7 0 0,1 0 1 0 0,0 0-1 0 0,0 0 0 0 0,1 0 0 0 0,0 8 0 0 0,0 15 73 0 0,0-22 0 0 0,0 3-5 0 0,0 32-20 0 0,0-32-15 0 0,1 0 13 0 0,5 29 5 0 0,-4-29 5 0 0,-1-2-8 0 0,5 28-7 0 0,-5-28 5 0 0,2 0-8 0 0,7 24 6 0 0,-8-25-4 0 0,1 1-6 0 0,8 27 0 0 0,-8-27 0 0 0,0 0 4 0 0,7 28 8 0 0,-8-27-12 0 0,1-3-10 0 0,6 21-3 0 0,-6-21-2 0 0,0 1-6 0 0,12 24-3 0 0,-12-24 4 0 0,1-1 2 0 0,12 23-4 0 0,-12-23-4 0 0,0 1-2 0 0,13 21-10 0 0,-13-22 2 0 0,1 1 1 0 0,34 56 33 0 0,-35-57-57 0 0,28 43 56 0 0,39 48 0 0 0,-63-88-43 0 0,0 0 1 0 0,0-1-1 0 0,1-1 1 0 0,1 0-1 0 0,0 0 1 0 0,0 0-1 0 0,15 7 1 0 0,-18-12 1 0 0,0 0 1 0 0,0 0 0 0 0,1-1 0 0 0,-1 0 0 0 0,1 0 0 0 0,-1-1-1 0 0,16 1 1 0 0,-8 0-1 0 0,-12-2 7 0 0,2 0-11 0 0,56 0 7 0 0,7-10 11 0 0,-35 6-18 0 0,-28 2-11 0 0,5-3 5 0 0,18-5 14 0 0,50-22 41 0 0,-44 15-39 0 0,3-5-29 0 0,-30 17 10 0 0,1 0 0 0 0,0 0 0 0 0,11-4 0 0 0,-11 5-2 0 0,0 1 1 0 0,0-1-1 0 0,0 0 1 0 0,11-9-1 0 0,0-1 28 0 0,-16 13 64 0 0,9-9-89 0 0,40-28 5 0 0,-40 28 29 0 0,-6 4-32 0 0,15-20 3 0 0,-16 20 7 0 0,0-1-6 0 0,13-20-7 0 0,-13 21 12 0 0,0-1-15 0 0,13-20-7 0 0,-13 20-1 0 0,1 1-28 0 0,16-18 35 0 0,-16 18 6 0 0,-1-1-6 0 0,17-21 10 0 0,-17 21 7 0 0,0 0-19 0 0,15-20 7 0 0,-15 20 16 0 0,0-1-16 0 0,16-25-1 0 0,-15 24 11 0 0,-2 3-7 0 0,15-21-7 0 0,-14 20-4 0 0,-2 0 8 0 0,11-23 2 0 0,-10 23 5 0 0,-2-1-5 0 0,11-40 3 0 0,-3 7-13 0 0,-7 30 14 0 0,-2 2-10 0 0,5-28 10 0 0,-5 28 2 0 0,-1 3-10 0 0,0 1 0 0 0,1-1 0 0 0,0 1 1 0 0,2-10-1 0 0,-1 4-2 0 0,0 1 5 0 0,-2 1-4 0 0,0-27-6 0 0,-2-22 13 0 0,2 48 4 0 0,-3 5-12 0 0,1 1 0 0 0,0-1 0 0 0,1 0 1 0 0,-1 0-1 0 0,0-5 0 0 0,-1-1-1 0 0,0 2-5 0 0,1 1-6 0 0,-10-24 8 0 0,9 24-7 0 0,-2 0 10 0 0,-16-22-4 0 0,15 22-8 0 0,0 1-19 0 0,-18-23 21 0 0,18 23 4 0 0,0 1-16 0 0,-16-17 17 0 0,16 17 2 0 0,2 0-19 0 0,-12-21 10 0 0,13 20 0 0 0,-3 0-363 0 0,-15-23 222 0 0,16 23-51 0 0,0 0-2517 0 0,-14-20 1988 0 0,15 20-93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9:26:08.7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1503 751 19967,'0'30'0,"-2"-1"0,-1 1 0,-1-1 0,-1 0 0,-1 0 0,-2-1 0,0 1 0,-2-2 0,-1 1 0,-1-1 0,0-1 0,-2 0 0,-1 0 0,-1-1 0,-1-1 0,-1-1 0,-1 0 0,0-1 0,-2 0 0,0-2 0,-1 0 0,-1-2 0,0 0 0,-1-1 0,-1-1 0,-1-1 0,0-1 0,0-1 0,-1-2 0,-1 0 0,0-1 0,0-2 0,-1 0 0,1-2 0,-1-1 0,-1-1 0,1-1 0,0-1 0,-1-1 0,1-2 0,-1-1 0,1-1 0,-1-1 0,1-1 0,1-1 0,-1-2 0,1 0 0,0-2 0,0-1 0,1 0 0,1-2 0,0-1 0,0-1 0,2-1 0,-1-1 0,2-1 0,0 0 0,1-2 0,1 0 0,0-2 0,2 0 0,0-1 0,1 0 0,1-1 0,1-1 0,1-1 0,2 0 0,0 0 0,1-1 0,1-1 0,1 1 0,2-2 0,0 1 0,2-1 0,1 0 0,1 0 0,1-1 0,1 1 0,2-1 0,0 1 0,2-1 0,1 1 0,1 0 0,1 0 0,1 0 0,2 1 0,0-1 0,2 1 0,1 1 0,1 0 0,1 0 0,0 1 0,2 1 0,1 0 0,1 1 0,1 0 0,1 2 0,0 0 0,2 0 0,0 2 0,1 0 0,1 2 0,0 0 0,2 1 0,-1 1 0,2 1 0,0 1 0,0 1 0,1 1 0,1 2 0,0 0 0,0 2 0,1 0 0,-1 2 0,1 1 0,1 1 0,-1 1 0,1 1 0,-1 1 0,1 2 0,-1 1 0,0 1 0,1 1 0,-1 1 0,-1 1 0,1 2 0,-1 0 0,0 2 0,0 0 0,-1 2 0,-1 1 0,0 1 0,0 1 0,-1 1 0,-1 1 0,-1 1 0,0 0 0,-1 2 0,-1 0 0,0 2 0,-2 0 0,0 0 0,-1 2 0,-1 0 0,-1 1 0,-1 0 0,-1 1 0,-2 1 0,0 0 0,-1 0 0,-1 1 0,-2 1 0,0-1 0,-2 1 0,-1 0 0,-1 0 0,-1 0 0,-1 1 0,-2-1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15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1 384 596 0 0,'34'-6'646'0'0,"-28"4"596"0"0,-2 2-630 0 0,37-2 2715 0 0,66-13-1 0 0,42-5 300 0 0,109-4-939 0 0,-83 5-1443 0 0,-172 19-1219 0 0,95-9 1049 0 0,112 4 0 0 0,4 2 147 0 0,-177 2-1036 0 0,227-15 598 0 0,53-1 104 0 0,-106 17-183 0 0,74-3 41 0 0,50-15-83 0 0,-179 12-409 0 0,23-3-4 0 0,252-27 55 0 0,-248 31-163 0 0,-73 4 5 0 0,75-9 221 0 0,-62-2-123 0 0,361-43 450 0 0,-394 44-646 0 0,78-6 30 0 0,-20 3-53 0 0,-38 2-12 0 0,-41 5 3 0 0,-40 2-11 0 0,1 2 1 0 0,29 1-1 0 0,105-1 19 0 0,-97 0-38 0 0,-2-1 9 0 0,-23 1-1 0 0,75 4 0 0 0,-71-4 29 0 0,54 5-37 0 0,-24-6 36 0 0,-48 2-24 0 0,29 4-1 0 0,20-2-2 0 0,-55 1-11 0 0,-18 0 9 0 0,0-1 3 0 0,12 0 2 0 0,-12 0-7 0 0,-1 0-63 0 0,-21 2-6962 0 0,-44 5 3290 0 0,21-1-3481 0 0,11 0 2072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29.3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52 120 0 0,'0'0'3321'0'0,"5"-2"-2589"0"0,13-6-52 0 0,-13 6 528 0 0,-3 1-659 0 0,5-2 310 0 0,0 0-1 0 0,0 0 1 0 0,0 1 0 0 0,0 0 0 0 0,12-2-1 0 0,7-2 1371 0 0,-23 6-1780 0 0,38-4 1419 0 0,63-4 89 0 0,-100 8-1923 0 0,55-4 687 0 0,28 4 61 0 0,43 13-166 0 0,-86-9-785 0 0,-41-4-63 0 0,7 1 853 0 0,-5 0-3987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30.0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33 308 0 0,'0'0'1893'0'0,"-3"1"-1318"0"0,-11 2 11592 0 0,23-5-11990 0 0,25-5 480 0 0,44-3 0 0 0,-35 8-47 0 0,-39 2-478 0 0,1 0 19 0 0,39-6 448 0 0,-28 4-430 0 0,-13 2-139 0 0,0 0 145 0 0,2 0-97 0 0,118-4 891 0 0,-119 4-897 0 0,1 0-2 0 0,13 0-28 0 0,-13 0 13 0 0,-2 1 5 0 0,11 0-2 0 0,-10-1-10 0 0,0 0-9 0 0,37-3 136 0 0,-37 3-59 0 0,0 0-74 0 0,37 0 33 0 0,-37 0-85 0 0,0-1-124 0 0,10 0 8 0 0,-11 1-51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44.8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1291 72 180 0 0,'-45'20'1968'0'0,"44"-19"-1586"0"0,-15 4 316 0 0,12-4-370 0 0,4-1-306 0 0,-1 0-1 0 0,1-1 0 0 0,0 1 1 0 0,-1 0-1 0 0,1 0 0 0 0,-1 0 1 0 0,1 0-1 0 0,-1 0 0 0 0,1 0 0 0 0,-1 0 1 0 0,1 0-1 0 0,0 0 0 0 0,-1 0 1 0 0,1 0-1 0 0,-1 1 0 0 0,1-1 1 0 0,-1 0-1 0 0,1 0 0 0 0,0 0 1 0 0,-1 0-1 0 0,1 1 0 0 0,-1-1 1 0 0,-14 5 433 0 0,4-5-184 0 0,-1 0 0 0 0,0-1-1 0 0,0-1 1 0 0,1 0-1 0 0,-18-5 1 0 0,-57-23 499 0 0,7 6-347 0 0,58 17-285 0 0,15 6-98 0 0,0-1-1 0 0,0 0 1 0 0,0-1 0 0 0,-11-5-1 0 0,15 6 43 0 0,-3 0-41 0 0,5 2-25 0 0,0 0 0 0 0,-1 0 0 0 0,1 0 0 0 0,0 0 0 0 0,-1 0 0 0 0,1 0 0 0 0,0 0 1 0 0,0 0-1 0 0,-1 0 0 0 0,1 0 0 0 0,0 0 0 0 0,-1 0 0 0 0,1-1 0 0 0,0 1 0 0 0,0 0 1 0 0,-1 0-1 0 0,1 0 0 0 0,0 0 0 0 0,0 0 0 0 0,-1-1 0 0 0,1 1 0 0 0,0 0 0 0 0,0 0 1 0 0,0-1-1 0 0,-1 1 0 0 0,1 0 0 0 0,0 0 0 0 0,0 0 0 0 0,0-1 0 0 0,0 1 0 0 0,0 0 1 0 0,0-1-1 0 0,-1 1 0 0 0,1 0 0 0 0,0-1 0 0 0,0-5 1452 0 0,-2 13-1238 0 0,0 23-299 0 0,0-23 122 0 0,1 0-1 0 0,-2 0 1 0 0,1-1 0 0 0,-1 1-1 0 0,0-1 1 0 0,-4 7 0 0 0,-3 2 78 0 0,4-7-99 0 0,1 0-1 0 0,-1 0 1 0 0,0-1 0 0 0,-1 1 0 0 0,0-1-1 0 0,0-1 1 0 0,-9 7 0 0 0,-8 5 12 0 0,4-4-15 0 0,0 0 0 0 0,0-1 0 0 0,-29 13 0 0 0,21-16-21 0 0,-1 0 0 0 0,0-2 0 0 0,-1-1 0 0 0,0-2 0 0 0,-42 3 0 0 0,44-9-6 0 0,11 0-3 0 0,-79-9 22 0 0,79 7-25 0 0,1 0 1 0 0,-1-1-1 0 0,-29-11 0 0 0,-16-17-20 0 0,58 29 33 0 0,-6-6-12 0 0,-9-11 0 0 0,15 11-6 0 0,2 6 7 0 0,-9-17-26 0 0,4-6 12 0 0,7 23 10 0 0,0 1 2 0 0,-2-39-14 0 0,3 37 18 0 0,-1 1 0 0 0,1-1 0 0 0,-1 1 0 0 0,1-1 0 0 0,0 1 0 0 0,0 0-1 0 0,1-1 1 0 0,-1 1 0 0 0,3-4 0 0 0,-3 6 43 0 0,4-4-26 0 0,-5 1-17 0 0,-7 4-3 0 0,-3 2-48 0 0,-23 1-1280 0 0,2 13-4290 0 0,28-15 3424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9:26:41.7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0 416,'0'0'12104,"-2"2"-11920,-8 10 55,0-1 1,0 1-1,2 0 0,-1 1 1,2 0-1,-1 1 0,-8 22 1,13-27-132,1 0 1,-1 0-1,2 0 1,-1 0 0,1 0-1,0 0 1,1 1 0,0-1-1,1 0 1,0 0 0,0 1-1,1-1 1,0 0 0,4 10-1,-2-10 2,1-1 1,0 1-1,1-1 0,-1 0 0,2 0 0,-1-1 0,1 1 1,0-1-1,1-1 0,-1 0 0,10 7 0,-4-5 28,0 0 0,1-1-1,-1-1 1,1 0 0,1 0-1,-1-1 1,30 5 0,-37-9-99,-1-1 0,1 1 1,0-1-1,0 0 0,0-1 1,-1 0-1,1 0 0,0 0 1,0-1-1,-1 0 1,1 0-1,-1-1 0,0 0 1,0 0-1,9-6 0,-8 4-16,0-1-1,0 0 1,-1 0-1,0 0 1,0-1-1,-1 0 1,1 0-1,-2-1 1,1 1-1,-1-1 1,4-10-1,-4 8-13,-1 1 0,0-1 0,0 0 0,-1-1 0,-1 1 0,0 0 0,0 0 0,-1-1-1,-1-15 1,0 18-3,-1 0 1,1 1-1,-1-1 0,-1 1 0,1-1 0,-1 1 0,0 0 1,-1 0-1,0 0 0,0 1 0,0-1 0,-1 1 0,-6-7 0,6 8-3,0 0-1,0 0 0,-1 0 1,0 1-1,1 0 0,-1 0 0,-1 0 1,1 1-1,0 0 0,-1 0 1,0 1-1,0 0 0,0 0 0,0 0 1,0 1-1,-13-1 0,6 2 0,0 1 0,0 0-1,0 1 1,0 1 0,0 0 0,1 1-1,-21 9 1,-22 19-53,55-31-12,-1 1 0,1 0 0,-1 0 0,1 0-1,-1 0 1,1 0 0,0 0 0,0 1-1,0-1 1,1 0 0,-1 1 0,0 2-1,1-5 58,0 2-63,-1 0 0,1-1-1,1 1 1,-1 0 0,0-1 0,0 1 0,1 0 0,-1-1 0,1 1 0,-1 0 0,1-1 0,-1 1 0,1-1-1,0 1 1,0-1 0,2 3 0,-1 0-249,3 3-379,0 0 0,0 0-1,1-1 1,-1 0 0,2 0 0,-1 0 0,0 0 0,14 7 0,3 5-4061,-6-4 1163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9:26:42.0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12 372,'0'0'4401,"-2"-3"-3444,2 3-860,0-1 0,0 1 0,0 0 1,0-1-1,0 1 0,0 0 0,0-1 0,0 1 1,0 0-1,-1-1 0,1 1 0,0 0 0,0 0 1,0-1-1,0 1 0,-1 0 0,1-1 0,0 1 1,0 0-1,-1 0 0,1 0 0,0-1 0,0 1 1,-1 0-1,1 0 0,0 0 0,0-1 0,-1 1 1,1 0-1,0 0 0,-1 0 0,1 0 0,0 0 1,-1 0-1,1 0 0,0 0 0,-1 0 1,1 0-1,0 0 0,-1 0 0,1 0 0,0 0 1,-1 0-1,1 0 0,-1 1 0,-8 12 4183,6-8-5508,0 1 1498,2-4-128,1 0-272,0-1 0,0 0 0,-1 1 0,1-1 0,0 0 0,0 1 0,0-1 0,0 0 0,0 1 0,1-1 1,-1 1-1,0-1 0,1 0 0,-1 1 0,1-1 0,-1 0 0,1 0 0,-1 1 0,1-1 0,0 0 0,0 0 1,0 0-1,0 0 0,0 0 0,1 1 0,1 0-1797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9:26:43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25 276,'2'-2'712,"22"-20"12211,-44 49-12055,2 1 1,-25 50 0,38-66-673,-12 29 547,17-38-625,-9 24 584,8-21-4203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47.9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259 1 480 0 0,'0'0'7263'0'0,"-3"4"-7119"0"0,-2 2-390 0 0,1-2 917 0 0,0 2 0 0 0,1-1 0 0 0,-1 0 0 0 0,-4 11 0 0 0,7-14 305 0 0,-3 20-850 0 0,4-20-37 0 0,-3 16 1385 0 0,3-16-1362 0 0,0 0 0 0 0,0 0-1 0 0,0 1 1 0 0,0-1 0 0 0,-1 0 0 0 0,1 0-1 0 0,-1 0 1 0 0,1 0 0 0 0,-3 4 0 0 0,0 1-59 0 0,1 0 1 0 0,-1 0 0 0 0,1 0 0 0 0,-1 10-1 0 0,2-14-15 0 0,-14 22 252 0 0,7-16-227 0 0,-33 32 171 0 0,1 3-1 0 0,-44 63 0 0 0,82-104-220 0 0,0-1-1 0 0,1 1 1 0 0,-1 0-1 0 0,1 0 0 0 0,0 0 1 0 0,0 0-1 0 0,-2 5 1 0 0,3-7-9 0 0,0-1-1 0 0,0 1 1 0 0,0 0 0 0 0,0 0-1 0 0,0 0 1 0 0,1 0 0 0 0,-1-1 0 0 0,0 1-1 0 0,0 0 1 0 0,0 0 0 0 0,1 0-1 0 0,-1-1 1 0 0,0 1 0 0 0,1 0 0 0 0,-1-1-1 0 0,1 1 1 0 0,-1 0 0 0 0,1-1 0 0 0,-1 1-1 0 0,1 0 1 0 0,-1-1 0 0 0,1 1-1 0 0,0-1 1 0 0,0 1 0 0 0,2 1 33 0 0,0 0 14 0 0,56 8 326 0 0,-23-3-115 0 0,-32-7-218 0 0,1 0 4 0 0,15 0-9 0 0,-15 0 38 0 0,-1 0-27 0 0,11-3 10 0 0,-11 3-4 0 0,1 0-6 0 0,13 0-2 0 0,-13 0-10 0 0,14-4 90 0 0,-15 3-92 0 0,10 0 24 0 0,-10 1-1 0 0,0 0-16 0 0,33-2 145 0 0,-34 2-90 0 0,2 0-40 0 0,8-2-5 0 0,-1 1 0 0 0,0-2 0 0 0,0 0 0 0 0,13-4-1 0 0,-23 6-28 0 0,1 0-1 0 0,29-20 40 0 0,-30 20-55 0 0,28-21 46 0 0,-23 16-50 0 0,6-7-37 0 0,-12 11 42 0 0,30-40-29 0 0,-30 40 7 0 0,2 0-19 0 0,-1 0 1 0 0,1-1-1 0 0,-1 0 0 0 0,0 1 1 0 0,1-1-1 0 0,-1 0 0 0 0,-1 0 1 0 0,1 0-1 0 0,0 0 1 0 0,-1-1-1 0 0,1 1 0 0 0,-1 0 1 0 0,0-1-1 0 0,0 1 0 0 0,0 0 1 0 0,0-7-1 0 0,6-9-2 0 0,-1 10-10 0 0,-25 66 193 0 0,-31 97 645 0 0,40-122-689 0 0,-1-1 1 0 0,-20 35 0 0 0,11-22-26 0 0,12-25-60 0 0,-37 72 128 0 0,14-27-114 0 0,29-63-1 0 0,-1 6-242 0 0,3-7 133 0 0,1 1 0 0 0,-1-1 0 0 0,0 1 0 0 0,0-1 0 0 0,0 0 0 0 0,0 1 0 0 0,-1-1 0 0 0,1 1 1 0 0,0-1-1 0 0,0 1 0 0 0,0-1 0 0 0,0 1 0 0 0,0-1 0 0 0,-1 0 0 0 0,1 1 0 0 0,0-1 0 0 0,0 1 1 0 0,-1-1-1 0 0,1 0 0 0 0,0 1 0 0 0,-1-1 0 0 0,1 0 0 0 0,0 1 0 0 0,-1-1 0 0 0,1 0 1 0 0,0 1-1 0 0,-1-1 0 0 0,1 0 0 0 0,-1 0 0 0 0,1 0 0 0 0,0 1 0 0 0,-1-1 0 0 0,1 0 0 0 0,-1 0 1 0 0,1 0-1 0 0,-1 0 0 0 0,1 0 0 0 0,-1 0 0 0 0,1 0 0 0 0,-1 0 0 0 0,1 0 0 0 0,0 0 0 0 0,-1 0 1 0 0,1 0-1 0 0,-1 0 0 0 0,1 0 0 0 0,-1 0 0 0 0,0-1 0 0 0,-22-13-807 0 0,22 13 584 0 0,0 0 0 0 0,-1 0 1 0 0,1 0-1 0 0,0 0 0 0 0,0-1 1 0 0,0 1-1 0 0,0 0 0 0 0,0-1 1 0 0,0 1-1 0 0,0-1 0 0 0,0 1 1 0 0,1-1-1 0 0,-2-2 0 0 0,1-2-4468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48.9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108 79 540 0 0,'0'0'146'0'0,"0"0"0"0"0,0-1-1 0 0,0 1 1 0 0,0 0 0 0 0,0 0 0 0 0,0 0-1 0 0,0-1 1 0 0,0 1 0 0 0,1 0 0 0 0,-1 0-1 0 0,0-1 293 0 0,0 1-293 0 0,1 0 1 0 0,-1 0 0 0 0,0 0 0 0 0,0 0-1 0 0,0 0 1 0 0,1-1 0 0 0,-1 1 0 0 0,0 0-1 0 0,0 0 1 0 0,0 0 0 0 0,1 0 0 0 0,-1 0-1 0 0,0 0 1 0 0,0 0 0 0 0,0 0 0 0 0,1 0-1 0 0,-1 0 1 0 0,0 0 0 0 0,0 0 0 0 0,1 0-1 0 0,-1 0 1 0 0,0 0 0 0 0,0 0 0 0 0,0 0-1 0 0,1 0 1 0 0,-1 0 0 0 0,0 0 0 0 0,0 1-1 0 0,1-1 1 0 0,-1 0 0 0 0,0 0 0 0 0,1 1 583 0 0,-1-1-584 0 0,0 0 1 0 0,0 1 0 0 0,3 17 1650 0 0,-9 23-1389 0 0,-1-25 163 0 0,-15 26 0 0 0,15-31-364 0 0,1 1 0 0 0,0 0 0 0 0,-4 14 0 0 0,4-8 34 0 0,-2 0 0 0 0,0-1 1 0 0,-1 0-1 0 0,-12 17 0 0 0,20-33-111 0 0,-1 7-67 0 0,1-7-10 0 0,2-5 270 0 0,1-4-319 0 0,2-12 6 0 0,2 0 0 0 0,15-38 0 0 0,42-52 26 0 0,-52 94-35 0 0,0 1 0 0 0,1 0 0 0 0,1 0 0 0 0,23-19 0 0 0,-25 26 24 0 0,0 1 0 0 0,0 1 0 0 0,1 0 0 0 0,0 0 0 0 0,0 1 1 0 0,1 1-1 0 0,-1 0 0 0 0,25-4 0 0 0,-33 7 33 0 0,1 3-17 0 0,18 4 10 0 0,-20-4-36 0 0,-1-1 0 0 0,1 1 0 0 0,-1-1 0 0 0,1 1 1 0 0,-1 0-1 0 0,0 0 0 0 0,0 0 0 0 0,0 0 0 0 0,0 0 1 0 0,0 1-1 0 0,0-1 0 0 0,0 1 0 0 0,-1-1 0 0 0,0 1 1 0 0,1-1-1 0 0,-1 1 0 0 0,0 0 0 0 0,0 0 0 0 0,0-1 1 0 0,0 1-1 0 0,0 5 0 0 0,2 3 22 0 0,-1-4-15 0 0,0 0 1 0 0,0 0-1 0 0,-1 1 1 0 0,0-1-1 0 0,0 1 1 0 0,-1-1-1 0 0,0 1 1 0 0,0-1-1 0 0,-3 11 1 0 0,0-4 17 0 0,0 1-1 0 0,-1-1 1 0 0,-13 27 0 0 0,15-35-27 0 0,-1 1-1 0 0,-1-1 1 0 0,1 0 0 0 0,-1 0 0 0 0,0 0 0 0 0,-1 0 0 0 0,-9 10-1 0 0,12-15 8 0 0,2-1-18 0 0,0 0 0 0 0,0-1-1 0 0,0 1 1 0 0,0 0 0 0 0,0 0 0 0 0,0 0-1 0 0,0 0 1 0 0,0-1 0 0 0,0 1 0 0 0,-1 0-1 0 0,1 0 1 0 0,0 0 0 0 0,0 0 0 0 0,0 0-1 0 0,0-1 1 0 0,0 1 0 0 0,0 0 0 0 0,0 0-1 0 0,-1 0 1 0 0,1 0 0 0 0,0 0 0 0 0,0 0-1 0 0,0 0 1 0 0,0 0 0 0 0,-1 0 0 0 0,1 0-1 0 0,0 0 1 0 0,0 0 0 0 0,0-1 0 0 0,0 1-1 0 0,-1 0 1 0 0,1 0 0 0 0,0 0 0 0 0,0 0-1 0 0,0 1 1 0 0,0-1 0 0 0,-1 0 0 0 0,1 0-1 0 0,0 0 1 0 0,0 0 0 0 0,0 0 0 0 0,0 0-1 0 0,-1 0 1 0 0,1 0 0 0 0,0 0 0 0 0,0 0-1 0 0,0 0 1 0 0,0 0 0 0 0,0 1 0 0 0,-1-1-1 0 0,1 0 1 0 0,0 0 0 0 0,0 0 0 0 0,0 0-1 0 0,0 0 1 0 0,0 0 0 0 0,0 1 0 0 0,0-1-1 0 0,0 0 1 0 0,0 0 0 0 0,-1 0 0 0 0,1 0-1 0 0,0 1 1 0 0,1-10-6 0 0,-2 6 4 0 0,2 0 0 0 0,-1 0-1 0 0,0 0 1 0 0,0 0 0 0 0,1-1 0 0 0,0 1 0 0 0,0 0-1 0 0,0 0 1 0 0,0 0 0 0 0,0 1 0 0 0,0-1 0 0 0,4-5-1 0 0,-1 2-1 0 0,12-21-13 0 0,30-37 0 0 0,-39 56 14 0 0,0 1-1 0 0,0-1 1 0 0,1 2-1 0 0,0-1 1 0 0,0 1-1 0 0,0 0 1 0 0,1 0-1 0 0,16-7 0 0 0,-12 8 23 0 0,0-1 0 0 0,0 2 0 0 0,1 0-1 0 0,-1 1 1 0 0,1 0 0 0 0,0 1 0 0 0,0 0-1 0 0,0 1 1 0 0,0 1 0 0 0,20 2 0 0 0,18 14 191 0 0,-50-15-190 0 0,1 0 1 0 0,-1 1-1 0 0,0-1 0 0 0,0 1 0 0 0,1-1 0 0 0,-1 1 1 0 0,0 0-1 0 0,-1 0 0 0 0,1 0 0 0 0,0 0 1 0 0,0 0-1 0 0,-1 0 0 0 0,1 1 0 0 0,1 3 0 0 0,-1-1 42 0 0,0 0-1 0 0,0-1 1 0 0,0 1-1 0 0,0 0 1 0 0,-1 1-1 0 0,1 9 1 0 0,-3 92 901 0 0,-1-88-863 0 0,0 0 1 0 0,-1 0 0 0 0,-8 25 0 0 0,9-33-164 0 0,-3 4-411 0 0,0-1 0 0 0,-13 24 0 0 0,-7 23-3575 0 0,17-43 1959 0 0,1-8-2726 0 0,-4 4 1611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51.4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160 96 380 0 0,'0'0'787'0'0,"2"-2"-404"0"0,-1 1-188 0 0,-1-1 1 0 0,1 1-1 0 0,0-1 0 0 0,0 1 1 0 0,-1-1-1 0 0,1 0 0 0 0,-1 1 1 0 0,0-1-1 0 0,1 0 0 0 0,-1 1 0 0 0,0-1 1 0 0,0 0-1 0 0,0 1 0 0 0,0-1 1 0 0,0 0-1 0 0,0 1 0 0 0,-1-1 1 0 0,1 0-1 0 0,0 1 0 0 0,-1-1 1 0 0,0 1-1 0 0,1-1 0 0 0,-1 1 0 0 0,0-1 1 0 0,0 1-1 0 0,1-1 0 0 0,-1 1 1 0 0,0 0-1 0 0,-1-1 0 0 0,1 1 1 0 0,0 0-1 0 0,0 0 0 0 0,0 0 0 0 0,-1 0 1 0 0,1 0-1 0 0,0 0 0 0 0,-1 0 1 0 0,1 0-1 0 0,-1 1 0 0 0,1-1 1 0 0,-3 0-1 0 0,1-1 187 0 0,2 2-290 0 0,1-1-1 0 0,-1 1 1 0 0,1-1 0 0 0,-1 1-1 0 0,1-1 1 0 0,-1 1-1 0 0,0-1 1 0 0,1 1 0 0 0,-1 0-1 0 0,0-1 1 0 0,1 1 0 0 0,-1 0-1 0 0,0 0 1 0 0,1-1 0 0 0,-1 1-1 0 0,0 0 1 0 0,0 0 0 0 0,1 0-1 0 0,-1 0 1 0 0,0 0 0 0 0,0 0-1 0 0,1 0 1 0 0,-1 0 0 0 0,0 0-1 0 0,0 0 1 0 0,1 0 0 0 0,-2 1-1 0 0,-3 0-51 0 0,1 1 0 0 0,-1 0 0 0 0,1 0 0 0 0,-1 0 0 0 0,1 0-1 0 0,0 1 1 0 0,0-1 0 0 0,0 1 0 0 0,0 0 0 0 0,0 1 0 0 0,1-1 0 0 0,-1 1 0 0 0,1-1-1 0 0,0 1 1 0 0,-3 5 0 0 0,-2 4 48 0 0,1 1-1 0 0,0 1 1 0 0,2 0-1 0 0,-1-1 1 0 0,2 2-1 0 0,0-1 1 0 0,1 0 0 0 0,0 1-1 0 0,1 0 1 0 0,1-1-1 0 0,0 1 1 0 0,4 31-1 0 0,-3-43-61 0 0,1 1-1 0 0,0 0 0 0 0,1 0 0 0 0,-1 0 0 0 0,1 0 1 0 0,0-1-1 0 0,0 1 0 0 0,0-1 0 0 0,1 1 0 0 0,0-1 1 0 0,0 0-1 0 0,0 0 0 0 0,0 0 0 0 0,0 0 1 0 0,1-1-1 0 0,4 4 0 0 0,-3-3 3 0 0,2 0-1 0 0,-1-1 1 0 0,0 0 0 0 0,1 0 0 0 0,-1 0-1 0 0,1-1 1 0 0,0 1 0 0 0,0-2 0 0 0,0 1-1 0 0,8 0 1 0 0,9-1 48 0 0,-1-1 1 0 0,1 0-1 0 0,-1-2 1 0 0,1-1-1 0 0,40-11 0 0 0,-41 9-1 0 0,-1-1 0 0 0,0-1 0 0 0,-1-1-1 0 0,0-1 1 0 0,0-1 0 0 0,-1-1 0 0 0,23-16-1 0 0,-39 24-30 0 0,0 0 0 0 0,-1-1 0 0 0,1 1 0 0 0,-1-1-1 0 0,1 0 1 0 0,-1 0 0 0 0,0 0 0 0 0,-1 0 0 0 0,1-1-1 0 0,-1 1 1 0 0,0-1 0 0 0,0 0 0 0 0,0 1 0 0 0,-1-1-1 0 0,1 0 1 0 0,-1 0 0 0 0,0 0 0 0 0,-1 0-1 0 0,1 0 1 0 0,-1 0 0 0 0,0 0 0 0 0,0 0 0 0 0,-1 0-1 0 0,1 0 1 0 0,-1 0 0 0 0,0 0 0 0 0,-1 0 0 0 0,1 0-1 0 0,-1 1 1 0 0,-4-10 0 0 0,-4-3 99 0 0,0 1 0 0 0,-1 0 0 0 0,-25-28 0 0 0,31 37-101 0 0,-2 1 0 0 0,1 0 1 0 0,-1 0-1 0 0,0 1 0 0 0,0 0 1 0 0,-1 0-1 0 0,1 0 0 0 0,-1 1 1 0 0,0 0-1 0 0,-13-4 0 0 0,15 7 5 0 0,2-1-68 0 0,1 1 1 0 0,-1 0-1 0 0,1 0 0 0 0,-1 1 1 0 0,1-1-1 0 0,-1 1 0 0 0,0 0 1 0 0,1 0-1 0 0,-1 0 1 0 0,0 0-1 0 0,1 0 0 0 0,-1 1 1 0 0,1 0-1 0 0,-1 0 0 0 0,-4 1 1 0 0,2 1-35 0 0,5-3 26 0 0,-1 0 1 0 0,1 0-1 0 0,0 0 0 0 0,0 1 0 0 0,0-1 0 0 0,0 1 0 0 0,0-1 0 0 0,0 1 0 0 0,0-1 0 0 0,0 1 0 0 0,0-1 0 0 0,0 1 0 0 0,0 0 0 0 0,0 0 1 0 0,0 0-1 0 0,0-1 0 0 0,1 1 0 0 0,-2 1 0 0 0,-1 2-89 0 0,-2 0-150 0 0,0 1 0 0 0,0-1-1 0 0,1 1 1 0 0,0 0 0 0 0,0 1 0 0 0,0-1 0 0 0,0 0-1 0 0,1 1 1 0 0,0 0 0 0 0,-4 10 0 0 0,-6 36-4575 0 0,12-36 1108 0 0,4-4 286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51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23 76 0 0,'0'0'1553'0'0,"15"6"10617"0"0,-14-5-12193 0 0,0-1-1 0 0,0 0 1 0 0,-1 0 0 0 0,1 0 0 0 0,0 0 0 0 0,0 0 0 0 0,-1 0 0 0 0,1 0 0 0 0,0 0 0 0 0,0 0 0 0 0,-1 0 0 0 0,1 0 0 0 0,0-1 0 0 0,0 1 0 0 0,-1 0 0 0 0,1-1 0 0 0,0 1 0 0 0,-1 0 0 0 0,1-1-1 0 0,0 1 1 0 0,-1-1 0 0 0,1 1 0 0 0,0-1 0 0 0,0-1-265 0 0,0 1-1 0 0,0 0 0 0 0,0-1 0 0 0,-1 1 1 0 0,1-1-1 0 0,-1 1 0 0 0,1-1 1 0 0,-1 1-1 0 0,1-1 0 0 0,-1 1 1 0 0,0-1-1 0 0,0 1 0 0 0,0-1 1 0 0,0-2-1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52.2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34 900 0 0,'0'-1'596'0'0,"0"0"0"0"0,0 0 0 0 0,0 0 0 0 0,1 0 0 0 0,-1 0 0 0 0,0 1 0 0 0,0-1 0 0 0,1 0 0 0 0,-1 0 0 0 0,1 0 0 0 0,-1 0 0 0 0,1 0 0 0 0,-1 0 0 0 0,1 1 0 0 0,-1-1 0 0 0,1 0 0 0 0,0 0 0 0 0,4 15 3277 0 0,1 11-3735 0 0,-3-14 140 0 0,1-1 0 0 0,0 1 0 0 0,0-1 0 0 0,1 0 0 0 0,0-1 0 0 0,1 1 0 0 0,0-1 0 0 0,1 0 0 0 0,0 0 0 0 0,14 13 0 0 0,-19-19-234 0 0,1-1 0 0 0,0 1 0 0 0,-1-1 0 0 0,1 0 0 0 0,0 0 0 0 0,0 0 0 0 0,0-1 0 0 0,0 1 0 0 0,0-1-1 0 0,0 1 1 0 0,1-1 0 0 0,-1 0 0 0 0,1-1 0 0 0,-1 1 0 0 0,0 0 0 0 0,1-1 0 0 0,-1 0 0 0 0,1 0 0 0 0,-1 0 0 0 0,1 0 0 0 0,5-1 0 0 0,-8 1-43 0 0,5-1 25 0 0,1 0-1 0 0,0-1 0 0 0,-1 1 0 0 0,1-1 0 0 0,-1-1 1 0 0,0 1-1 0 0,0-1 0 0 0,0 0 0 0 0,0-1 0 0 0,0 1 1 0 0,8-8-1 0 0,-5 1 5 0 0,0 0 0 0 0,0-1 0 0 0,-1 0 0 0 0,-1-1 0 0 0,0 0 0 0 0,-1 0 0 0 0,0 0 0 0 0,0-1 0 0 0,4-17 1 0 0,-9 26 231 0 0,5-20-558 0 0,-4 20 3547 0 0,-2 17-3128 0 0,0 29 738 0 0,10 82 0 0 0,6 9-54 0 0,-3-20-887 0 0,4-4-3931 0 0,-18-81 1452 0 0,1-3-3530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52.9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0 141 348 0 0,'2'-2'625'0'0,"26"-18"2086"0"0,1 1 0 0 0,55-28-1 0 0,-70 40-2111 0 0,6-4 571 0 0,0 1 0 0 0,35-12 0 0 0,-51 21-887 0 0,1 1 0 0 0,0-1 0 0 0,-1 1-1 0 0,1-1 1 0 0,0 1 0 0 0,-1 1 0 0 0,1-1 0 0 0,7 2 0 0 0,-10-1-378 0 0,1 0 177 0 0,0 0 0 0 0,0 0 0 0 0,1 1-1 0 0,-1 0 1 0 0,0-1 0 0 0,0 1 0 0 0,-1 0 0 0 0,1 1 0 0 0,0-1 0 0 0,-1 0 0 0 0,1 1 0 0 0,-1 0 0 0 0,0-1 0 0 0,0 1 0 0 0,0 0 0 0 0,2 3 0 0 0,1 4 39 0 0,1 0 1 0 0,-2 0 0 0 0,0 0 0 0 0,0 1 0 0 0,-1-1 0 0 0,0 1 0 0 0,0 0 0 0 0,-1 0 0 0 0,-1 0 0 0 0,0 0-1 0 0,-1 17 1 0 0,-1-19-86 0 0,1 0-1 0 0,-2 0 1 0 0,0 0-1 0 0,0 0 1 0 0,0-1-1 0 0,-1 1 1 0 0,-1-1-1 0 0,1 1 1 0 0,-1-1-1 0 0,-1 0 1 0 0,1 0-1 0 0,-1-1 0 0 0,-1 1 1 0 0,-7 8-1 0 0,-31 34 29 0 0,40-47-74 0 0,-1 1 0 0 0,1-1 0 0 0,-1 0-1 0 0,0 0 1 0 0,0-1 0 0 0,0 1 0 0 0,0-1-1 0 0,-1 0 1 0 0,-8 1 0 0 0,10-2 2 0 0,0-3-45 0 0,2 0 49 0 0,-1 1 1 0 0,1-1-1 0 0,-1 1 0 0 0,1-1 0 0 0,0 0 0 0 0,-1 0 1 0 0,1 1-1 0 0,0-2 0 0 0,0 1 0 0 0,1 0 1 0 0,-1 0-1 0 0,0-1 0 0 0,1 1 0 0 0,-1-1 0 0 0,1 1 1 0 0,0-1-1 0 0,-1-3 0 0 0,1 2 16 0 0,1 1 0 0 0,0 0 0 0 0,1 0 0 0 0,-1 0 0 0 0,0-1 0 0 0,1 1 1 0 0,0 0-1 0 0,0 0 0 0 0,0 0 0 0 0,0 0 0 0 0,0 0 0 0 0,0 0 0 0 0,1 0 0 0 0,0 1 0 0 0,-1-1 0 0 0,1 0 0 0 0,0 1 0 0 0,4-4 0 0 0,-4 4 49 0 0,0 1 0 0 0,0 0-1 0 0,0 0 1 0 0,0 0 0 0 0,0 0-1 0 0,0 0 1 0 0,1 0-1 0 0,-1 0 1 0 0,0 1 0 0 0,0-1-1 0 0,1 1 1 0 0,-1 0 0 0 0,0 0-1 0 0,4 0 1 0 0,44 4 951 0 0,-23-1-419 0 0,233 17 1978 0 0,-231-18-2668 0 0,-1 0 0 0 0,33-3 0 0 0,-43-1-983 0 0,0 0 0 0 0,24-7 0 0 0,-5-6-2959 0 0,-13 0-3105 0 0,-7 2 1810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59.8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1 180 0 0,'0'0'4168'0'0,"-3"6"-5616"0"0,-9 17 348 0 0,9-18 84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51.9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362 189 232 0 0,'0'0'167'0'0,"1"1"0"0"0,-1 0-1 0 0,0-1 1 0 0,1 1 0 0 0,-1 0 0 0 0,1-1 0 0 0,-1 1-1 0 0,1-1 1 0 0,-1 1 0 0 0,1-1 0 0 0,-1 1 0 0 0,1-1-1 0 0,0 1 1 0 0,-1-1 0 0 0,1 0 0 0 0,0 1 0 0 0,-1-1 0 0 0,1 0-1 0 0,0 1 1 0 0,0-1 0 0 0,-1 0 0 0 0,2 0 0 0 0,12 1 5852 0 0,-13-4-5793 0 0,5-11-1 0 0,-5 10 392 0 0,-2 3-578 0 0,0 0-1 0 0,0-1 0 0 0,0 1 0 0 0,1 0 0 0 0,-1 0 1 0 0,0-1-1 0 0,0 1 0 0 0,1-1 0 0 0,-2-2 0 0 0,1 1 129 0 0,-7-12 201 0 0,7 13-310 0 0,-2-5 116 0 0,0-1 0 0 0,-1 2 0 0 0,0-1 1 0 0,0 0-1 0 0,-1 1 0 0 0,-7-8 1 0 0,-3-16 303 0 0,1 13-182 0 0,12 15-247 0 0,0 0 10 0 0,-4-1-20 0 0,1-1-1 0 0,-1 1 1 0 0,0 0-1 0 0,0 1 1 0 0,0-1-1 0 0,0 1 1 0 0,-12-2-1 0 0,-48-4 115 0 0,65 8-150 0 0,-3-1 19 0 0,-1 1-11 0 0,1 1-7 0 0,-1-1 1 0 0,1 0-1 0 0,-1 0 1 0 0,1 0-1 0 0,0 0 1 0 0,-1-1-1 0 0,1 0 1 0 0,-8-2-1 0 0,11 4-3 0 0,0 0-1 0 0,-1 0 1 0 0,1-1 0 0 0,0 1-1 0 0,-1-1 1 0 0,1 0 0 0 0,-1 1-1 0 0,1-1 1 0 0,-1 0 0 0 0,1 0-1 0 0,-1 0 1 0 0,-2 0 0 0 0,2 0 1 0 0,-2 1 13 0 0,-1-1-7 0 0,0 1 0 0 0,1 0 0 0 0,-1 0 0 0 0,1 0 0 0 0,-1 0 0 0 0,1 0 0 0 0,-1 1 0 0 0,1 0 0 0 0,0 0 0 0 0,-1 0-1 0 0,1 1 1 0 0,1-1 0 0 0,-1 1 0 0 0,0 0 0 0 0,0 0 0 0 0,1 0 0 0 0,0 1 0 0 0,0-1 0 0 0,0 1 0 0 0,0-1 0 0 0,0 1 0 0 0,1 0 0 0 0,-1 0 0 0 0,1 1 0 0 0,-2 6 0 0 0,3-7-5 0 0,0 1 1 0 0,0-1-1 0 0,0 1 1 0 0,1-1-1 0 0,0 0 1 0 0,0 1-1 0 0,0-1 1 0 0,1 1-1 0 0,-1-1 1 0 0,1 0-1 0 0,0 1 1 0 0,4 7-1 0 0,1 3 22 0 0,1 0-1 0 0,10 16 1 0 0,-9-17 0 0 0,-4-7-17 0 0,1-1 0 0 0,0 0 0 0 0,0-1 1 0 0,0 1-1 0 0,1-1 0 0 0,0 0 0 0 0,0 0 1 0 0,0-1-1 0 0,0 0 0 0 0,1 0 0 0 0,0 0 1 0 0,0-1-1 0 0,0 0 0 0 0,0 0 0 0 0,0-1 1 0 0,0 0-1 0 0,1 0 0 0 0,9 1 0 0 0,-7-3 7 0 0,1 1-1 0 0,17-3 0 0 0,-26 2-18 0 0,2-1 9 0 0,0 0 1 0 0,0 0-1 0 0,0 0 1 0 0,0 0-1 0 0,-1 0 0 0 0,1-1 1 0 0,0 0-1 0 0,-1 0 1 0 0,1 0-1 0 0,-1 0 0 0 0,0 0 1 0 0,0-1-1 0 0,0 1 1 0 0,0-1-1 0 0,5-5 0 0 0,-3 3 2 0 0,1-2 3 0 0,1-1 0 0 0,-1 0 0 0 0,0 0 0 0 0,-1 0 0 0 0,1-1 0 0 0,-2 1 0 0 0,1-1 0 0 0,4-16 0 0 0,-3 12-12 0 0,-4 4 2 0 0,-1 7 0 0 0,0 1 1 0 0,-1-1-1 0 0,1 0 1 0 0,0 1-1 0 0,1-1 1 0 0,-1 1-1 0 0,0 0 1 0 0,0-1-1 0 0,0 1 1 0 0,1 0-1 0 0,2-3 1 0 0,6-6 25 0 0,0 10 3842 0 0,-15 224-1816 0 0,7-98-1376 0 0,1-83-472 0 0,-2-30-115 0 0,0-1-1 0 0,-1 1 0 0 0,-2 16 1 0 0,2-25-62 0 0,-1 0 1 0 0,1 0-1 0 0,0 0 0 0 0,1 0 1 0 0,-1 0-1 0 0,2 6 1 0 0,1 12 117 0 0,0-8 755 0 0,-1-10-2093 0 0,-7-27-8321 0 0,-1-4 2986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52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50 584 0 0,'0'0'14203'0'0,"5"1"-13975"0"0,17 3-17 0 0,-17-3 175 0 0,-2-3-232 0 0,-2 1-164 0 0,2 0 118 0 0,-1 0 0 0 0,0 0 0 0 0,0 0 0 0 0,1-1 0 0 0,-1 1 0 0 0,0-1 0 0 0,0 1 0 0 0,0-1 0 0 0,-1 0 0 0 0,1 0 0 0 0,0 0 0 0 0,-1 0 0 0 0,1 0 0 0 0,0-3 0 0 0,-2 4 34 0 0,0 0 0 0 0,0 0 0 0 0,0 0 0 0 0,0 0 0 0 0,0 0 0 0 0,0 0 0 0 0,0 0 0 0 0,-1-1 0 0 0,1 1 0 0 0,-1 0 0 0 0,1 0 0 0 0,0 0 0 0 0,-1 0 0 0 0,0 0 0 0 0,1 1 0 0 0,-1-1 0 0 0,0 0-1 0 0,1 0 1 0 0,-1 0 0 0 0,0 0 0 0 0,0 1 0 0 0,0-1 0 0 0,-1-1 0 0 0,-1 0 1624 0 0,-4 5-1494 0 0,-23 7-25 0 0,22-8-18 0 0,-6 4 892 0 0,8-2-2161 0 0,19-3-6919 0 0,26-2 4150 0 0,-24-9-4645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52.9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0 190 696 0 0,'4'-7'909'0'0,"-1"-1"-1"0"0,1 1 1 0 0,0 0-1 0 0,1 0 1 0 0,0 1-1 0 0,10-11 1 0 0,15-22 1468 0 0,13-23 1225 0 0,-21 32 3984 0 0,-21 36-7176 0 0,0 12 14 0 0,0 0 1 0 0,-1 1 0 0 0,-1-1 0 0 0,-6 34 0 0 0,-1 40 430 0 0,7-2-333 0 0,2 97-1743 0 0,3-114-4464 0 0,-1-62 3410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53.3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21 684 0 0,'-3'-21'16237'0'0,"-2"31"-15855"0"0,1-2-1960 0 0,-2 5 1867 0 0,1 1-1 0 0,1-1 0 0 0,0 1 0 0 0,0 0 0 0 0,2 1 0 0 0,0-1 0 0 0,0 0 0 0 0,1 1 0 0 0,2 21 0 0 0,-1-30-221 0 0,0-1 0 0 0,0 1 0 0 0,1 0 0 0 0,0 0-1 0 0,0-1 1 0 0,0 1 0 0 0,0-1 0 0 0,1 1 0 0 0,0-1 0 0 0,0 1-1 0 0,1-1 1 0 0,-1 0 0 0 0,1 0 0 0 0,0 0 0 0 0,1 0-1 0 0,-1-1 1 0 0,1 0 0 0 0,0 1 0 0 0,0-1 0 0 0,0 0 0 0 0,1-1-1 0 0,-1 1 1 0 0,1-1 0 0 0,0 0 0 0 0,0 0 0 0 0,0 0-1 0 0,10 3 1 0 0,-8-5-41 0 0,-1 0 0 0 0,1 0-1 0 0,0-1 1 0 0,0 0-1 0 0,-1 0 1 0 0,1-1 0 0 0,0 1-1 0 0,-1-2 1 0 0,1 1 0 0 0,-1-1-1 0 0,1 0 1 0 0,-1 0 0 0 0,0 0-1 0 0,1-1 1 0 0,-1 0 0 0 0,-1-1-1 0 0,11-6 1 0 0,3-4 41 0 0,-1 0 1 0 0,0-2-1 0 0,29-32 1 0 0,-42 43-35 0 0,-1 0 1 0 0,0 0 0 0 0,0 0 0 0 0,0-1 0 0 0,-1 0-1 0 0,1 0 1 0 0,-2 0 0 0 0,1 0 0 0 0,-1 0 0 0 0,1 0 0 0 0,-2-1-1 0 0,1 1 1 0 0,1-14 0 0 0,-4 18-6 0 0,1 0 0 0 0,-1-1 0 0 0,0 1 1 0 0,1 0-1 0 0,-1 0 0 0 0,0 0 0 0 0,0 1 0 0 0,-1-1 0 0 0,1 0 0 0 0,0 0 1 0 0,-1 1-1 0 0,1-1 0 0 0,-1 0 0 0 0,1 1 0 0 0,-1 0 0 0 0,0-1 0 0 0,1 1 1 0 0,-4-2-1 0 0,-34-18 287 0 0,29 17-216 0 0,-1 1-1 0 0,0 0 1 0 0,0 0-1 0 0,0 1 1 0 0,-20-1 0 0 0,-64 5 397 0 0,89-2-478 0 0,-48 11-731 0 0,52-10 285 0 0,-8 1-2433 0 0,5-1 489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54.0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176 287 8 0 0,'0'0'729'0'0,"2"-3"-11"0"0,35-53 5084 0 0,-34 50-5410 0 0,-1 0 0 0 0,0 0-1 0 0,0 0 1 0 0,-1 0 0 0 0,1 0-1 0 0,-1 0 1 0 0,-1 0 0 0 0,1-1 0 0 0,-1 1-1 0 0,0 0 1 0 0,-1 0 0 0 0,1-1-1 0 0,-3-5 1 0 0,3 11-323 0 0,0-6 111 0 0,-1 1 0 0 0,0 0 1 0 0,-1 1-1 0 0,0-1 0 0 0,1 0 0 0 0,-2 0 1 0 0,1 1-1 0 0,-1-1 0 0 0,0 1 0 0 0,0 0 0 0 0,0 0 1 0 0,-8-9-1 0 0,5 8 69 0 0,0 1 0 0 0,0 0-1 0 0,0 0 1 0 0,-1 1 0 0 0,0-1 0 0 0,0 1 0 0 0,0 1-1 0 0,0-1 1 0 0,-13-2 0 0 0,18 4-202 0 0,-1 2 0 0 0,0-1 0 0 0,0 0-1 0 0,0 0 1 0 0,0 1 0 0 0,0 0 0 0 0,0 0 0 0 0,0 0 0 0 0,0 0-1 0 0,0 0 1 0 0,-1 0 0 0 0,1 1 0 0 0,0-1 0 0 0,1 1 0 0 0,-1 0 0 0 0,0 0-1 0 0,0 0 1 0 0,0 0 0 0 0,0 1 0 0 0,1-1 0 0 0,-1 1 0 0 0,1 0 0 0 0,-1-1-1 0 0,1 1 1 0 0,0 0 0 0 0,-1 1 0 0 0,1-1 0 0 0,0 0 0 0 0,0 0 0 0 0,1 1-1 0 0,-1-1 1 0 0,-2 6 0 0 0,1-2-24 0 0,0-1 0 0 0,0 1-1 0 0,1 0 1 0 0,0 0 0 0 0,0 0 0 0 0,0 0-1 0 0,1 0 1 0 0,0 0 0 0 0,0 0 0 0 0,0 1-1 0 0,1-1 1 0 0,0 0 0 0 0,0 1 0 0 0,1-1-1 0 0,-1 0 1 0 0,2 0 0 0 0,-1 0 0 0 0,1 1-1 0 0,-1-1 1 0 0,2-1 0 0 0,-1 1 0 0 0,4 7-1 0 0,-4-10-31 0 0,1 0-1 0 0,-1-1 0 0 0,1 1 0 0 0,-1-1 0 0 0,1 0 0 0 0,0 1 0 0 0,0-1 0 0 0,0 0 0 0 0,0-1 0 0 0,5 3 0 0 0,-5-2-28 0 0,0-1-9 0 0,4 0 14 0 0,-1-1 0 0 0,1 1 0 0 0,-1-1 1 0 0,9-1-1 0 0,-10 1 1 0 0,-2-2 2 0 0,6-3 12 0 0,-1 2-17 0 0,-1-1 0 0 0,0 0 0 0 0,0 0 1 0 0,-1-1-1 0 0,9-7 0 0 0,-11 9 33 0 0,0 0 1 0 0,0 0-1 0 0,-1 0 0 0 0,2 1 1 0 0,-1 0-1 0 0,8-4 0 0 0,-10 5 275 0 0,1 4-75 0 0,4 4 7 0 0,-1 1 0 0 0,0 0 1 0 0,0 0-1 0 0,-1 0 0 0 0,0 1 0 0 0,0-1 1 0 0,-1 1-1 0 0,0 1 0 0 0,-1-1 0 0 0,4 16 1 0 0,3 17 781 0 0,4 47 0 0 0,-13-84-910 0 0,1 22 225 0 0,-2 1 0 0 0,0-1-1 0 0,-8 45 1 0 0,2-5-1987 0 0,5-59 724 0 0,0-1 0 0 0,-1 1 0 0 0,0 0 0 0 0,-3 8 0 0 0,-9 13-8603 0 0,8-21 4512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2.3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391 0 200 0 0,'-4'0'281'0'0,"-18"1"206"0"0,0 1 1 0 0,0 1-1 0 0,1 1 0 0 0,0 0 1 0 0,-23 9-1 0 0,11-4 117 0 0,-44 16 1926 0 0,74-24-1700 0 0,-5 0-418 0 0,-4 4 2769 0 0,3-2-2501 0 0,10 2 1086 0 0,13 7 564 0 0,-10-9-2971 0 0,21 11 1285 0 0,9-5-301 0 0,-11-4-97 0 0,-9-1-83 0 0,1-1-1 0 0,1-1 1 0 0,-1 0-1 0 0,30-1 0 0 0,65-11 498 0 0,-9 0-114 0 0,2-1 100 0 0,-42 3-177 0 0,-40 3 419 0 0,-33 2 780 0 0,-33-1-796 0 0,45 4-924 0 0,-47-1 204 0 0,-79 8-1 0 0,67-1-83 0 0,-147 20 107 0 0,54-6-36 0 0,108-16-462 0 0,41-4 231 0 0,11 2-260 0 0,5 2 324 0 0,1-1 1 0 0,0-1-1 0 0,25 1 0 0 0,-4-2 0 0 0,51-5-1 0 0,-10-1 32 0 0,70-10 26 0 0,-71 5 3 0 0,-20 4-4 0 0,105-14 96 0 0,-129 18-96 0 0,-27 2 7 0 0,0 0 1 0 0,0 0-1 0 0,-1 0 1 0 0,1-1-1 0 0,0 0 0 0 0,0 1 1 0 0,6-3-1 0 0,-8 2 675 0 0,-14 3-665 0 0,-82 13 42 0 0,-177 4 53 0 0,171-17-141 0 0,95-2 4 0 0,-13-3-69 0 0,15 2 20 0 0,12-3-151 0 0,18-6 172 0 0,1 1 1 0 0,0 1-1 0 0,1 1 0 0 0,37-3 1 0 0,52-3-913 0 0,-99 10-774 0 0,0-1 0 0 0,0 0-1 0 0,35-15 1 0 0,-47 15-2524 0 0,-2 0 2190 0 0,-3 1 465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10.2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0 700 0 0,'0'0'3634'0'0,"5"1"-2914"0"0,22 6 6864 0 0,-24-7-6777 0 0,13 4 10718 0 0,-17-1-11426 0 0,-1 0-869 0 0,0 0 3284 0 0,1 0-4137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11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183 110 632 0 0,'0'0'1851'0'0,"2"-4"-960"0"0,5-5-1 0 0,0 1 0 0 0,0-1 0 0 0,1 1 1 0 0,10-8-1 0 0,-2 4 1334 0 0,34-18-1 0 0,-42 27-1743 0 0,0 1 0 0 0,0-1 0 0 0,17 0 0 0 0,-18 2-427 0 0,-3 0 147 0 0,10 7 40 0 0,-12-5-206 0 0,1 0 1 0 0,-1-1-1 0 0,1 1 0 0 0,-1 0 1 0 0,0 1-1 0 0,0-1 0 0 0,1 0 1 0 0,-1 1-1 0 0,0-1 0 0 0,0 1 1 0 0,0 0-1 0 0,0 0 0 0 0,-1 0 1 0 0,1 0-1 0 0,0 0 1 0 0,-1 0-1 0 0,1 0 0 0 0,-1 0 1 0 0,0 0-1 0 0,0 1 0 0 0,0-1 1 0 0,0 1-1 0 0,1 3 0 0 0,1 9 90 0 0,-1-1-1 0 0,0 1 1 0 0,0 15-1 0 0,-2-24-95 0 0,0-1-1 0 0,-1 0 1 0 0,0 0-1 0 0,0 0 1 0 0,0 0 0 0 0,0 0-1 0 0,-1 0 1 0 0,1 0-1 0 0,-1 0 1 0 0,-1 0-1 0 0,1-1 1 0 0,-5 7 0 0 0,-29 50 378 0 0,18-42-48 0 0,-24 22 1 0 0,41-41-354 0 0,0 2 152 0 0,0-2-157 0 0,1 0 0 0 0,-1 0 1 0 0,1 0-1 0 0,-1 0 0 0 0,1 0 0 0 0,-1 0 0 0 0,1 0 1 0 0,0 0-1 0 0,-1 0 0 0 0,1 0 0 0 0,-1 1 0 0 0,1-1 0 0 0,0 0 1 0 0,-1 0-1 0 0,1 1 0 0 0,-1-1 0 0 0,1 0 0 0 0,0 0 1 0 0,-1 1-1 0 0,1-1 0 0 0,0 0 0 0 0,0 1 0 0 0,-1-1 1 0 0,1 1-1 0 0,0-1 0 0 0,0 0 0 0 0,-1 1 0 0 0,1-1 1 0 0,0 1-1 0 0,0-1 0 0 0,0 0 0 0 0,0 1 0 0 0,0 0 1 0 0,9 15-24 0 0,1-1 0 0 0,1 0 0 0 0,20 20 0 0 0,-16-17 26 0 0,0 0-1 0 0,13 21 0 0 0,-26-33-1 0 0,1 0 0 0 0,-1 0 0 0 0,-1 0 0 0 0,1 0 0 0 0,-1 0 0 0 0,0 1 0 0 0,-1 9 0 0 0,1-11 2 0 0,-3 10 28 0 0,0-8-28 0 0,-1 0 0 0 0,0-1 1 0 0,-1 1-1 0 0,0-1 0 0 0,0 0 1 0 0,0 0-1 0 0,-1 0 0 0 0,0 0 0 0 0,0-1 1 0 0,0 0-1 0 0,0 0 0 0 0,-13 8 0 0 0,-5 3 52 0 0,-1-2-1 0 0,-28 13 0 0 0,38-20-35 0 0,0-2 0 0 0,-1 1 0 0 0,0-2 0 0 0,1 0 0 0 0,-1-1 0 0 0,-1-1 0 0 0,1 0 0 0 0,0-1 0 0 0,-23-1 0 0 0,34 0-49 0 0,1 0 0 0 0,-1-1 0 0 0,0 1 1 0 0,1-1-1 0 0,-1 0 0 0 0,1 0 0 0 0,-5-2 0 0 0,-6-3-239 0 0,-11-8-1227 0 0,18 10 820 0 0,5 2-221 0 0,-3-7-747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11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1 987 176 0 0,'0'0'6604'0'0,"10"-6"-5956"0"0,1-2-404 0 0,1 0 0 0 0,-1 0 1 0 0,-1-1-1 0 0,0 0 0 0 0,0-1 0 0 0,11-14 1 0 0,13-27 710 0 0,31-58 0 0 0,-20 31-417 0 0,45-97 377 0 0,-15 26-277 0 0,-16 31-32 0 0,-39 74 104 0 0,45-70 0 0 0,-28 56 286 0 0,-36 57-878 0 0,1-2 84 0 0,-2 3-174 0 0,0 0-1 0 0,0 0 1 0 0,0 0 0 0 0,0-1-1 0 0,0 1 1 0 0,0 0 0 0 0,0 0-1 0 0,0 0 1 0 0,0 0 0 0 0,0-1-1 0 0,0 1 1 0 0,0 0-1 0 0,0 0 1 0 0,0 0 0 0 0,1 0-1 0 0,-1-1 1 0 0,0 1 0 0 0,0 0-1 0 0,0 0 1 0 0,0 0 0 0 0,0 0-1 0 0,0 0 1 0 0,1 0 0 0 0,-1-1-1 0 0,0 1 1 0 0,0 0-1 0 0,0 0 1 0 0,0 0 0 0 0,0 0-1 0 0,1 0 1 0 0,-1 0 0 0 0,0 0-1 0 0,0 0 1 0 0,0 0 0 0 0,1 0-1 0 0,-1 0 1 0 0,0 0 0 0 0,0 0-1 0 0,0 0 1 0 0,0 0-1 0 0,1 0 1 0 0,-1 0 0 0 0,0 0-1 0 0,0 0 1 0 0,0 0 0 0 0,0 0-1 0 0,1 0 1 0 0,-1 0 0 0 0,0 0-1 0 0,0 0 1 0 0,0 0 0 0 0,0 0-1 0 0,1 0 1 0 0,-1 1-1 0 0,0-1 1 0 0,0 0 0 0 0,0 0-1 0 0,10 17 237 0 0,-8-9 1 0 0,-10 62 856 0 0,-2 54 630 0 0,10-122-1667 0 0,0-1-65 0 0,1 1 1 0 0,-1 0-1 0 0,1-1 0 0 0,0 1 0 0 0,0 0 0 0 0,0-1 0 0 0,0 1 0 0 0,0-1 0 0 0,0 1 0 0 0,1-1 0 0 0,-1 0 1 0 0,0 1-1 0 0,1-1 0 0 0,-1 0 0 0 0,1 0 0 0 0,-1 0 0 0 0,1 0 0 0 0,0 0 0 0 0,2 0 0 0 0,-1 0 7 0 0,3-2-7 0 0,6-3-26 0 0,0-1 0 0 0,-1 0 0 0 0,0-1 0 0 0,0 0 0 0 0,0 0 0 0 0,14-12 0 0 0,-10 4-21 0 0,0-1 0 0 0,-1 0 1 0 0,-1 0-1 0 0,20-30 0 0 0,29-34-9 0 0,-61 77 85 0 0,-1 2-39 0 0,0 0 0 0 0,0 0 0 0 0,0-1 0 0 0,0 1 0 0 0,0 0 0 0 0,0 0 0 0 0,0 0 0 0 0,1 0 1 0 0,-1-1-1 0 0,0 1 0 0 0,0 0 0 0 0,0 0 0 0 0,0 0 0 0 0,0-1 0 0 0,0 1 0 0 0,0 0 0 0 0,1 0 0 0 0,-1 0 1 0 0,0 0-1 0 0,0 0 0 0 0,0 0 0 0 0,0-1 0 0 0,1 1 0 0 0,-1 0 0 0 0,0 0 0 0 0,0 0 0 0 0,0 0 0 0 0,0 0 1 0 0,1 0-1 0 0,-1 0 0 0 0,0 0 0 0 0,0 0 0 0 0,0 0 0 0 0,1 0 0 0 0,-1 0 0 0 0,0 0 0 0 0,0 0 0 0 0,0 0 1 0 0,1 0-1 0 0,-1 0 0 0 0,0 0 0 0 0,0 0 0 0 0,0 0 0 0 0,1 0 0 0 0,-1 0 0 0 0,0 0 0 0 0,0 0 0 0 0,0 1 1 0 0,0-1-1 0 0,1 0 0 0 0,-1 0 0 0 0,0 0 0 0 0,0 0 0 0 0,0 0 0 0 0,0 0 0 0 0,0 1 0 0 0,1-1 0 0 0,-1 0 1 0 0,0 0-1 0 0,0 0 0 0 0,0 1 0 0 0,0-1 0 0 0,0 0 0 0 0,0 0 0 0 0,0 0 0 0 0,0 0 0 0 0,0 1 0 0 0,4 56 376 0 0,-3-29-101 0 0,1 1 1 0 0,2-1-1 0 0,0 0 1 0 0,17 54-1 0 0,-19-77-257 0 0,-1-1-324 0 0,0-1 0 0 0,1 1 0 0 0,-1-1 1 0 0,1 1-1 0 0,0-1 0 0 0,0 0 1 0 0,0 0-1 0 0,1 0 0 0 0,-1 0 0 0 0,5 4 1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03.3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37 162 224 0 0,'0'0'16824'0'0,"-1"-3"-17032"0"0,0 1 208 0 0,1 1 0 0 0,0-1 0 0 0,0 1-1 0 0,0-1 1 0 0,0 0 0 0 0,0 1 0 0 0,0-1 0 0 0,0 1-1 0 0,0-1 1 0 0,0 1 0 0 0,1-1 0 0 0,-1 1 0 0 0,2-3 0 0 0,-1 2-14 0 0,2-10-21 0 0,1 0 1 0 0,9-20 0 0 0,-12 29 29 0 0,1-1-17 0 0,0 0 1 0 0,0 1-1 0 0,-1-1 0 0 0,1 0 1 0 0,-1 0-1 0 0,0-1 0 0 0,-1 1 1 0 0,1 0-1 0 0,0-5 1 0 0,1 5-21 0 0,-2 4 39 0 0,1 0 1 0 0,-1-1-1 0 0,0 1 0 0 0,0 0 1 0 0,1 0-1 0 0,-1 0 0 0 0,0-1 1 0 0,0 1-1 0 0,1 0 0 0 0,-1-1 0 0 0,0 1 1 0 0,0 0-1 0 0,0 0 0 0 0,1-1 1 0 0,-1 1-1 0 0,0 0 0 0 0,0-1 1 0 0,0 1-1 0 0,0 0 0 0 0,0-1 1 0 0,0 1-1 0 0,0 0 0 0 0,0-1 1 0 0,0 1-1 0 0,0-1 0 0 0,-1-15 16 0 0,-2 33 199 0 0,0 2-206 0 0,-10 32 311 0 0,2-7-41 0 0,10-38-241 0 0,0 0 1 0 0,0 0-1 0 0,0 0 0 0 0,-1 0 0 0 0,-5 9 1 0 0,5-8-12 0 0,-1-1 1 0 0,1 1 0 0 0,1 0-1 0 0,-1 0 1 0 0,1 0 0 0 0,0 0-1 0 0,0 11 1 0 0,-1 10 81 0 0,-3 45 103 0 0,1-16-21 0 0,0-27-10 0 0,-3 28 200 0 0,7-55-283 0 0,0-1-71 0 0,0 7 1 0 0,0-7-25 0 0,0-1-7 0 0,0-1 8 0 0,0 1-1 0 0,0-1 1 0 0,0 0-1 0 0,0 1 0 0 0,1-1 1 0 0,-1 1-1 0 0,0-1 1 0 0,0 0-1 0 0,0 1 0 0 0,0-1 1 0 0,1 1-1 0 0,-1-1 1 0 0,0 0-1 0 0,0 1 0 0 0,1-1 1 0 0,-1 0-1 0 0,0 1 1 0 0,0-1-1 0 0,1 0 0 0 0,-1 1 1 0 0,0-1-1 0 0,1 0 1 0 0,-1 0-1 0 0,1 1 0 0 0,-1-1 1 0 0,0 0-1 0 0,1 0 1 0 0,-1 0-1 0 0,1 0 0 0 0,-1 1 1 0 0,0-1-1 0 0,1 0 1 0 0,-1 0-1 0 0,1 0 0 0 0,-1 0 1 0 0,1 0-1 0 0,-1 0 1 0 0,0 0-1 0 0,1 0 0 0 0,0-1 1 0 0,25-4-9 0 0,-20 4 8 0 0,-1 0-5 0 0,54-12 12 0 0,1 3-1 0 0,73-3 1 0 0,-65 10-169 0 0,-66 2 145 0 0,0 1 0 0 0,1-1-1 0 0,-1 1 1 0 0,0-1 0 0 0,0 0 0 0 0,0 0 0 0 0,0 0 0 0 0,0 0-1 0 0,0 0 1 0 0,0-1 0 0 0,2-1 0 0 0,0 0-31 0 0,-2 1 3 0 0,2 2-6 0 0,10-1-14 0 0,-10 1 24 0 0,-4-1 39 0 0,0 1 0 0 0,0 0 0 0 0,0-1 0 0 0,0 1 0 0 0,0 0 0 0 0,0 0 0 0 0,0-1 0 0 0,0 1 0 0 0,0 0 0 0 0,0 0 0 0 0,0-1 0 0 0,0 1 0 0 0,0 0 0 0 0,0-1 0 0 0,0 1 0 0 0,0 0 0 0 0,0 0 0 0 0,1-1 0 0 0,-1 1 0 0 0,0 0 0 0 0,0 0 0 0 0,0 0 0 0 0,0-1 0 0 0,1 1 0 0 0,-1 0 0 0 0,0 0 0 0 0,0 0 0 0 0,0-1 0 0 0,1 1 0 0 0,-1 0 0 0 0,0 0 0 0 0,0 0 0 0 0,1 0 0 0 0,-1 0 0 0 0,2-1-9 0 0,0-1 0 0 0,0 1 0 0 0,0 0 0 0 0,0-1 0 0 0,0 0 0 0 0,-1 1-1 0 0,1-1 1 0 0,-1 0 0 0 0,1 1 0 0 0,-1-1 0 0 0,1 0 0 0 0,-1 0 0 0 0,0 0 0 0 0,1-3 0 0 0,2-3-1 0 0,-1 0 0 0 0,1 0 1 0 0,-1-1-1 0 0,-1 1 0 0 0,0-1 0 0 0,0 1 1 0 0,1-15-1 0 0,-3-61-24 0 0,-1 41 5 0 0,-5-43-1 0 0,6 83 54 0 0,-1 3-19 0 0,0-1 0 0 0,1 1 0 0 0,-1-1-1 0 0,1 0 1 0 0,-1 1 0 0 0,1-1 0 0 0,0 0 0 0 0,-1 1-1 0 0,1-1 1 0 0,0 0 0 0 0,-1 0 0 0 0,1 1 0 0 0,0-1-1 0 0,0 0 1 0 0,0 0 0 0 0,0-1 0 0 0,-3-6 253 0 0,3 8-238 0 0,0 0-1 0 0,0 0 1 0 0,0 1 0 0 0,0-1 0 0 0,0 0-1 0 0,0 0 1 0 0,0 0 0 0 0,0 0 0 0 0,0 0 0 0 0,0 0-1 0 0,0 0 1 0 0,0 0 0 0 0,0 0 0 0 0,0 0-1 0 0,0 0 1 0 0,0 0 0 0 0,0 0 0 0 0,0 0-1 0 0,0 0 1 0 0,0 0 0 0 0,0 1 0 0 0,0-1 0 0 0,0 0-1 0 0,0 0 1 0 0,0 0 0 0 0,0 0 0 0 0,0 0-1 0 0,0 0 1 0 0,0 0 0 0 0,0 0 0 0 0,0 0-1 0 0,0 0 1 0 0,-1 0 0 0 0,1 0 0 0 0,0 0 0 0 0,0 0-1 0 0,0 0 1 0 0,0 0 0 0 0,0 0 0 0 0,0 0-1 0 0,0 0 1 0 0,0 0 0 0 0,0 0 0 0 0,0 0-1 0 0,0 0 1 0 0,0 0 0 0 0,0 0 0 0 0,0 0 0 0 0,0 0-1 0 0,0 0 1 0 0,-1 0 0 0 0,1 0 0 0 0,0 0-1 0 0,0 0 1 0 0,0 0 0 0 0,0 0 0 0 0,0 0-1 0 0,0 0 1 0 0,0 0 0 0 0,0 0 0 0 0,-9 37 353 0 0,-7 68 1 0 0,-4 24 272 0 0,-26 157 788 0 0,34-126-253 0 0,12-145-1805 0 0,0 0 0 0 0,4 27 0 0 0,-3-40-146 0 0,-1 7-680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04.2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0 635 52 0 0,'0'0'11452'0'0,"3"-6"-10880"0"0,19-44 876 0 0,36-78 1224 0 0,-23 51-1827 0 0,15-27-166 0 0,-36 73-534 0 0,3-8 14 0 0,-5 19-71 0 0,-1-1 1 0 0,8-25 0 0 0,12-23 159 0 0,-5 33 363 0 0,-25 34-508 0 0,5-3-155 0 0,-5 5 96 0 0,-1 0 0 0 0,0 0 0 0 0,0 0 1 0 0,0 0-1 0 0,0 0 0 0 0,0 0 0 0 0,0 0 1 0 0,0 0-1 0 0,0 0 0 0 0,1-1 0 0 0,-1 1 0 0 0,0 0 1 0 0,0 0-1 0 0,0 0 0 0 0,0 0 0 0 0,0 0 0 0 0,0 0 1 0 0,1 0-1 0 0,-1 0 0 0 0,0 0 0 0 0,0 0 1 0 0,0 0-1 0 0,0 0 0 0 0,0 0 0 0 0,1 0 0 0 0,-1 0 1 0 0,0 0-1 0 0,0 0 0 0 0,0 0 0 0 0,0 0 1 0 0,0 0-1 0 0,0 0 0 0 0,1 0 0 0 0,-1 1 0 0 0,0-1 1 0 0,0 0-1 0 0,0 0 0 0 0,0 0 0 0 0,0 0 0 0 0,0 0 1 0 0,0 0-1 0 0,1 0 0 0 0,-1 0 0 0 0,0 0 1 0 0,0 1-1 0 0,0-1 0 0 0,0 0 0 0 0,0 0 0 0 0,0 0 1 0 0,0 0-1 0 0,0 0 0 0 0,0 0 0 0 0,0 1 0 0 0,0-1 1 0 0,0 0-1 0 0,0 0 0 0 0,0 0 0 0 0,0 0 1 0 0,0 0-1 0 0,0 1 0 0 0,0-1 0 0 0,0 0 0 0 0,-1 7 23 0 0,-1 15 435 0 0,-1 39-1 0 0,4-52-410 0 0,-1-1 0 0 0,1 1 0 0 0,1-1-1 0 0,0 1 1 0 0,0-1 0 0 0,0 0 0 0 0,1 0 0 0 0,7 14 0 0 0,-2-5-6 0 0,-7-16-120 0 0,-1 0 0 0 0,0 0 0 0 0,1 0 0 0 0,-1-1 0 0 0,1 1 0 0 0,-1 0 0 0 0,1 0-1 0 0,-1-1 1 0 0,1 1 0 0 0,-1-1 0 0 0,1 1 0 0 0,0 0 0 0 0,-1-1 0 0 0,1 1 0 0 0,0-1 0 0 0,0 1 0 0 0,-1-1 0 0 0,1 0-1 0 0,0 1 1 0 0,0-1 0 0 0,0 0 0 0 0,-1 1 0 0 0,1-1 0 0 0,0 0 0 0 0,0 0 0 0 0,2 0 0 0 0,3-1 9 0 0,-4 0 19 0 0,0 1 1 0 0,0 0-1 0 0,0-1 1 0 0,0 1-1 0 0,0-1 0 0 0,0 0 1 0 0,0 0-1 0 0,0 0 1 0 0,-1 0-1 0 0,1 0 1 0 0,0 0-1 0 0,0 0 1 0 0,-1 0-1 0 0,1-1 1 0 0,-1 1-1 0 0,1-1 1 0 0,-1 1-1 0 0,0-1 0 0 0,1 0 1 0 0,0-2-1 0 0,45-66-327 0 0,-23 26 153 0 0,-20 37 152 0 0,1 1 0 0 0,-1-1 0 0 0,1 1 1 0 0,1 0-1 0 0,-1 1 0 0 0,7-6 0 0 0,-11 10 18 0 0,-1 0-1 0 0,0 1 10 0 0,0-1 0 0 0,0 0 0 0 0,1 1 0 0 0,-1-1-1 0 0,0 1 1 0 0,0-1 0 0 0,0 0 0 0 0,0 1 0 0 0,1-1 0 0 0,-1 1-1 0 0,0-1 1 0 0,1 1 0 0 0,-1-1 0 0 0,0 1 0 0 0,1-1 0 0 0,-1 1-1 0 0,1-1 1 0 0,-1 1 0 0 0,0 0 0 0 0,1-1 0 0 0,0 0 0 0 0,-1 1 15 0 0,1 0 1 0 0,-1-1-1 0 0,0 1 1 0 0,0 0-1 0 0,0 0 1 0 0,1-1-1 0 0,-1 1 1 0 0,0 0-1 0 0,0 0 1 0 0,1-1 0 0 0,-1 1-1 0 0,0 0 1 0 0,0 0-1 0 0,1 0 1 0 0,-1-1-1 0 0,0 1 1 0 0,1 0-1 0 0,-1 0 1 0 0,0 0-1 0 0,1 0 1 0 0,-1 0-1 0 0,0 0 1 0 0,1 0 0 0 0,-1 0-1 0 0,0 0 1 0 0,1 0-1 0 0,-1 0 1 0 0,1 0-1 0 0,-1 0 1 0 0,0 0-1 0 0,1 0 1 0 0,-1 0-1 0 0,0 0 1 0 0,1 0-1 0 0,-1 0 1 0 0,0 0 0 0 0,1 1-1 0 0,3 16 309 0 0,3 34-1 0 0,-1-4 84 0 0,-3-23-217 0 0,-1-12-813 0 0,0 0-1 0 0,0-1 1 0 0,6 17-1 0 0,-7-25 416 0 0,1-1 1 0 0,0 0 0 0 0,0 0-1 0 0,0 0 1 0 0,0 0-1 0 0,0 0 1 0 0,0-1-1 0 0,0 1 1 0 0,0-1-1 0 0,1 1 1 0 0,-1-1-1 0 0,1 0 1 0 0,-1 0-1 0 0,1 0 1 0 0,-1 0-1 0 0,4 1 1 0 0,3 0-453 0 0,-1 0 1 0 0,0 0-1 0 0,15 0 1 0 0,-8-1-1412 0 0,1-2 1 0 0,-1 0 0 0 0,27-5-1 0 0,0-4-1758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57.1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179 0 356 0 0,'0'0'9306'0'0,"-4"0"-9178"0"0,-43 11-708 0 0,44-10 253 0 0,1-1-436 0 0,1 0 704 0 0,1 0-1 0 0,-1 0 1 0 0,1 1-1 0 0,-1-1 1 0 0,0 0-1 0 0,1 0 1 0 0,-1 0 0 0 0,1 1-1 0 0,-1-1 1 0 0,1 0-1 0 0,-1 0 1 0 0,1 1-1 0 0,-1-1 1 0 0,1 1-1 0 0,-1-1 1 0 0,1 0 0 0 0,0 1-1 0 0,-1-1 1 0 0,1 1-1 0 0,-1-1 1 0 0,1 1-1 0 0,0-1 1 0 0,0 1-1 0 0,-1-1 1 0 0,1 1 0 0 0,0-1-1 0 0,0 1 1 0 0,0-1-1 0 0,-1 1 1 0 0,1 0-1 0 0,0-1 1 0 0,0 1-1 0 0,0-1 1 0 0,0 1 0 0 0,0-1-1 0 0,0 1 1 0 0,0 0-1 0 0,0 2 153 0 0,-1-1 191 0 0,-3 3-450 0 0,-1-6 3294 0 0,-11-15-3108 0 0,13 12 1339 0 0,0 4-1364 0 0,-12-3 3149 0 0,12 2-3053 0 0,-11 0-65 0 0,10 1-155 0 0,-13 4-1749 0 0,13-2 1619 0 0,3-1 25 0 0,-1-1 1 0 0,1 1-1 0 0,0-1 1 0 0,0 1-1 0 0,0 0 0 0 0,-1 0 1 0 0,1 0-1 0 0,0 0 0 0 0,0 0 1 0 0,0 0-1 0 0,1 0 1 0 0,-1 0-1 0 0,0 0 0 0 0,0 0 1 0 0,0 0-1 0 0,0 2 1 0 0,-1 1-2038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6:58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14 144 0 0,'0'0'498'0'0,"2"-1"-49"0"0,8-3-50 0 0,-8 3-40 0 0,1 0-40 0 0,4 0 471 0 0,11-3-411 0 0,-7 2 7250 0 0,-15 8-8217 0 0,0-2 327 0 0,1 0-1 0 0,0 0 0 0 0,-1-1 0 0 0,1 1 0 0 0,-9 4 1 0 0,9-5-404 0 0,-1-1 0 0 0,0 0 0 0 0,0 0 0 0 0,0 0 0 0 0,-9 2 0 0 0,-10 0-2045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3.2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40 720 0 0,'-5'0'6810'0'0,"12"0"-3428"0"0,27 0-1575 0 0,53-3-1393 0 0,126-19 1933 0 0,-78 12 970 0 0,-240 7-3130 0 0,-26 2 52 0 0,-183 23 0 0 0,265-18-301 0 0,59-3 96 0 0,34 3 197 0 0,-1-2 0 0 0,45-3 0 0 0,40-9 386 0 0,-123 10-564 0 0,5 0 1175 0 0,-5 0-4679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4.0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329 1 576 0 0,'0'0'2634'0'0,"-10"2"-2180"0"0,-35 6 1113 0 0,0 3 1 0 0,-44 16 0 0 0,59-14 1545 0 0,33-12-3084 0 0,0-1-1 0 0,0 1 0 0 0,0-1 0 0 0,0 0 1 0 0,0 0-1 0 0,0 0 0 0 0,0 0 0 0 0,5-1 0 0 0,1 0 24 0 0,-4 1-5 0 0,1 0 0 0 0,-1 0 0 0 0,0 0 0 0 0,1-1 0 0 0,9-2 0 0 0,14-3 182 0 0,18-1 164 0 0,-6 0 429 0 0,65-2 1 0 0,-53 7-51 0 0,-50 2-134 0 0,-194 13 1785 0 0,31-4-1961 0 0,43 0 176 0 0,114-9-522 0 0,12 2-107 0 0,14 3 17 0 0,0-1-1 0 0,0-1 1 0 0,0-2 0 0 0,25 0-1 0 0,-23-4 33 0 0,-9 2-11 0 0,-1 0 0 0 0,31 1 0 0 0,-35 1 20 0 0,-1-1-1 0 0,19-2 1 0 0,-2 0 292 0 0,-55-22-13758 0 0,22 19 9527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5.3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1 511 452 0 0,'0'0'3222'0'0,"1"-2"-2874"0"0,80-92 3549 0 0,-79 92-3859 0 0,0 0 0 0 0,0 0 0 0 0,0 0 0 0 0,1 0 0 0 0,-1 0 0 0 0,0 0 0 0 0,5-2 0 0 0,-4 3-11 0 0,-1 0 0 0 0,0-1 0 0 0,1 1 0 0 0,-1-1 1 0 0,0 0-1 0 0,0 0 0 0 0,0 0 0 0 0,2-3 0 0 0,25-28 285 0 0,2 0 0 0 0,1 3 0 0 0,38-30-1 0 0,13-10 78 0 0,-32 20-88 0 0,-49 47-260 0 0,19-27 261 0 0,-16 19-211 0 0,0 1-1 0 0,10-15 1 0 0,-14 23-55 0 0,1-2-21 0 0,-2 4-14 0 0,0 0-1 0 0,0 0 1 0 0,0 0 0 0 0,0 0-1 0 0,1 0 1 0 0,-1 0-1 0 0,0-1 1 0 0,0 1-1 0 0,0 0 1 0 0,0 0 0 0 0,0 0-1 0 0,0 0 1 0 0,1-1-1 0 0,-1 1 1 0 0,0 0-1 0 0,0 0 1 0 0,0 0 0 0 0,0-1-1 0 0,0 1 1 0 0,0 0-1 0 0,0 0 1 0 0,0 0-1 0 0,0-1 1 0 0,0 1 0 0 0,0 0-1 0 0,0 0 1 0 0,0 0-1 0 0,0-1 1 0 0,0 1-1 0 0,0 0 1 0 0,0 0 0 0 0,0 0-1 0 0,0-1 1 0 0,-1 1-1 0 0,1 0 1 0 0,0 0-1 0 0,0 0 1 0 0,0 0 0 0 0,0-1-1 0 0,0 1 1 0 0,0 0-1 0 0,-1 0 1 0 0,1 0-1 0 0,0 0 1 0 0,0 0 0 0 0,0-1-1 0 0,-1 1 1 0 0,-11-8-7 0 0,8 7 0 0 0,0 4-52 0 0,-15 11 54 0 0,17-11 2 0 0,0-1 0 0 0,0 1 0 0 0,0 0 0 0 0,0-1 0 0 0,0 1 0 0 0,1 0 0 0 0,0 0 0 0 0,-1 1 0 0 0,1-1 0 0 0,0 0 0 0 0,0 0 0 0 0,1 0 0 0 0,-1 1 0 0 0,0 2 0 0 0,0 3 9 0 0,0-6-1 0 0,0 0 1 0 0,0 1-1 0 0,0-1 1 0 0,1 0-1 0 0,0 1 1 0 0,-1-1-1 0 0,1 0 1 0 0,1 1-1 0 0,-1-1 1 0 0,0 0-1 0 0,1 1 1 0 0,2 5-1 0 0,2 9 56 0 0,9 24 128 0 0,-13-40-177 0 0,0 1 1 0 0,1-1 0 0 0,-1 0 0 0 0,1 1 0 0 0,0-1 0 0 0,-1 0 0 0 0,1 0-1 0 0,0 0 1 0 0,0 0 0 0 0,0 0 0 0 0,1 0 0 0 0,-1-1 0 0 0,5 3-1 0 0,3 0 65 0 0,0-1-1 0 0,21 4 0 0 0,-28-7-13 0 0,2 0 2 0 0,4-2 37 0 0,0 1-1 0 0,0-1 0 0 0,0-1 0 0 0,0 0 0 0 0,0 0 1 0 0,15-9-1 0 0,-21 10-112 0 0,0 0 181 0 0,0 0 0 0 0,-1 0-1 0 0,1 0 1 0 0,0 1 0 0 0,0-1 0 0 0,0 1 0 0 0,0 0-1 0 0,4-1 1 0 0,-5 8-163 0 0,-1 0-1 0 0,-1 0 1 0 0,1 0 0 0 0,-1 0-1 0 0,0 0 1 0 0,0 0-1 0 0,0 0 1 0 0,-2 6-1 0 0,1-7 1 0 0,0 0-1 0 0,1 0 1 0 0,-1 0 0 0 0,1 0-1 0 0,1 6 1 0 0,-1-4-27 0 0,1 0 1 0 0,-1-1-1 0 0,-1 1 1 0 0,-1 7-1 0 0,2-13 2 0 0,-1 3-247 0 0,1 0 0 0 0,-1 0 0 0 0,0 0 0 0 0,1 0 1 0 0,0 0-1 0 0,0 0 0 0 0,0 0 0 0 0,1 0 0 0 0,-1 0 0 0 0,1 0 0 0 0,2 6 0 0 0,-2-7-862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5.8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0 185 288 0 0,'0'0'4070'0'0,"10"-2"-3462"0"0,8-3-30 0 0,1 0 0 0 0,-1-1 0 0 0,21-10 1 0 0,-8 0 199 0 0,-2-1 0 0 0,0-2 0 0 0,-1-1 0 0 0,36-34 0 0 0,-39 31 413 0 0,-24 21-1 0 0,2 7-938 0 0,-2-2-215 0 0,0-1 1 0 0,-1 1-1 0 0,1 0 1 0 0,-1 0-1 0 0,1-1 1 0 0,-1 1-1 0 0,0 0 0 0 0,0 0 1 0 0,0 0-1 0 0,0-1 1 0 0,0 1-1 0 0,-1 4 1 0 0,-2 2 98 0 0,0 0 0 0 0,0 0 0 0 0,-5 10 0 0 0,-3 6 113 0 0,-66 127 546 0 0,74-144-940 0 0,-1 0 0 0 0,1 0-1 0 0,1 0 1 0 0,-1 1 0 0 0,2-1 0 0 0,-3 16 0 0 0,-4 17-2016 0 0,6-31 377 0 0,1 0-3270 0 0,-3 3 1756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6.1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1 408 0 0,'-3'6'1016'0'0,"-12"23"79"0"0,8-18-216 0 0,1 0 1 0 0,1 1-1 0 0,0 0 0 0 0,-6 20 0 0 0,10-28-712 0 0,1 0 0 0 0,-1 0 0 0 0,1 0 0 0 0,-1 0 0 0 0,1 0 0 0 0,1 0 0 0 0,-1 0 0 0 0,0 0 0 0 0,1 0 0 0 0,0 0 0 0 0,0-1 0 0 0,0 1-1 0 0,1 0 1 0 0,-1 0 0 0 0,1-1 0 0 0,0 1 0 0 0,0-1 0 0 0,0 1 0 0 0,0-1 0 0 0,3 3 0 0 0,-2-2-55 0 0,0-1 0 0 0,0 0 1 0 0,1-1-1 0 0,-1 1 0 0 0,1 0 0 0 0,0-1 1 0 0,-1 0-1 0 0,1 0 0 0 0,0 0 0 0 0,0-1 1 0 0,1 1-1 0 0,-1-1 0 0 0,6 1 0 0 0,-8-1-68 0 0,0 0-1 0 0,0-1 0 0 0,0 0 1 0 0,0 1-1 0 0,0-1 0 0 0,0 0 1 0 0,0 0-1 0 0,0 0 0 0 0,0-1 1 0 0,3 1-1 0 0,1-1 48 0 0,-3 1-33 0 0,0 0 0 0 0,0 0 0 0 0,1-1 0 0 0,-1 1 0 0 0,0-1 0 0 0,0 0 0 0 0,0 0 0 0 0,0 0 0 0 0,1 0 0 0 0,3-3-1 0 0,3-1 131 0 0,-2 0-56 0 0,0 0 1 0 0,0 0-1 0 0,0-1 1 0 0,0 0-1 0 0,-1-1 1 0 0,0 0-1 0 0,0 0 1 0 0,-1-1-1 0 0,0 1 1 0 0,0-1 0 0 0,-1-1-1 0 0,0 1 1 0 0,0-1-1 0 0,6-17 1 0 0,-10 23-61 0 0,0 1 0 0 0,0-1 0 0 0,-1 1 0 0 0,1-1 0 0 0,-1 0 0 0 0,1 1 0 0 0,-1-1 0 0 0,0 0 1 0 0,0 1-1 0 0,0-1 0 0 0,0 0 0 0 0,-1 1 0 0 0,0-6 0 0 0,0 7-50 0 0,0-1 0 0 0,0 1-1 0 0,0-1 1 0 0,0 1 0 0 0,0-1 0 0 0,0 1 0 0 0,0 0 0 0 0,0-1 0 0 0,0 1-1 0 0,-1 0 1 0 0,1 0 0 0 0,0 0 0 0 0,-1 0 0 0 0,1 0 0 0 0,-1 0-1 0 0,1 0 1 0 0,-1 0 0 0 0,0 1 0 0 0,1-1 0 0 0,-1 1 0 0 0,0-1-1 0 0,-1 1 1 0 0,-1-1-20 0 0,-4-1-167 0 0,1 0 0 0 0,-1 0 0 0 0,0 1 1 0 0,1 0-1 0 0,-1 1 0 0 0,0 0 0 0 0,-8 1 0 0 0,9 1-1133 0 0,0 1-1 0 0,0 0 0 0 0,1 0 0 0 0,-9 6 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6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81 628 0 0,'0'0'6818'0'0,"5"-2"-6123"0"0,11-1-239 0 0,0 0-1 0 0,1 1 1 0 0,-1 1-1 0 0,19 1 1 0 0,-14 1-11 0 0,0-2-1 0 0,0 0 1 0 0,0-1-1 0 0,1-1 1 0 0,-2-1 0 0 0,1 0-1 0 0,38-15 1 0 0,-19 0-4178 0 0,-24 2-4254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6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214 28 96 0 0,'23'-27'12407'0'0,"-29"31"-12013"0"0,-3 2-191 0 0,-98 75 2070 0 0,96-72-2068 0 0,1 2 1 0 0,-1-1 0 0 0,2 1-1 0 0,-1 1 1 0 0,2 0 0 0 0,0 0 0 0 0,-10 19-1 0 0,12-19-71 0 0,2-1-1 0 0,-1 1 1 0 0,1 0 0 0 0,1 0-1 0 0,-4 23 1 0 0,7-31-111 0 0,0 0 1 0 0,0 0 0 0 0,0 0-1 0 0,0 0 1 0 0,1 0 0 0 0,-1 0-1 0 0,1 0 1 0 0,0 0-1 0 0,0 0 1 0 0,0-1 0 0 0,1 1-1 0 0,0 0 1 0 0,-1-1-1 0 0,1 1 1 0 0,0-1 0 0 0,1 1-1 0 0,-1-1 1 0 0,1 0 0 0 0,-1 0-1 0 0,1 0 1 0 0,0-1-1 0 0,5 5 1 0 0,-3-4 0 0 0,0 0-1 0 0,0 0 1 0 0,0-1-1 0 0,0 0 1 0 0,1 0-1 0 0,-1 0 1 0 0,1 0-1 0 0,-1-1 1 0 0,1 0 0 0 0,9 1-1 0 0,-13-2-14 0 0,0 0-1 0 0,0 0 0 0 0,0 0 1 0 0,1 0-1 0 0,-1 0 1 0 0,0 0-1 0 0,-1 0 1 0 0,1-1-1 0 0,0 1 1 0 0,0-1-1 0 0,0 0 1 0 0,0 1-1 0 0,0-1 1 0 0,0 0-1 0 0,0 0 1 0 0,-1 0-1 0 0,1 0 0 0 0,0 0 1 0 0,-1-1-1 0 0,1 1 1 0 0,-1 0-1 0 0,0-1 1 0 0,1 1-1 0 0,-1-1 1 0 0,0 1-1 0 0,0-1 1 0 0,0 0-1 0 0,0 0 1 0 0,0 1-1 0 0,0-1 1 0 0,1-4-1 0 0,-2 6-5 0 0,1-4 41 0 0,0 0-1 0 0,-1 1 0 0 0,1-1 0 0 0,-1 0 0 0 0,0 0 0 0 0,0-5 1 0 0,-1 8-34 0 0,1 0 0 0 0,0 0 0 0 0,0 0 1 0 0,-1-1-1 0 0,1 1 0 0 0,-1 0 0 0 0,1 0 1 0 0,-1 0-1 0 0,1 0 0 0 0,-1 0 0 0 0,0 0 0 0 0,1 0 1 0 0,-1 0-1 0 0,0 0 0 0 0,0 0 0 0 0,0 1 1 0 0,0-1-1 0 0,0 0 0 0 0,0 1 0 0 0,0-1 1 0 0,0 0-1 0 0,0 1 0 0 0,0-1 0 0 0,0 1 1 0 0,0-1-1 0 0,0 1 0 0 0,0 0 0 0 0,-1-1 1 0 0,-1 1-1 0 0,-40-3-136 0 0,39 3-80 0 0,-1 1-118 0 0,-15 6-116 0 0,20-7 375 0 0,-1 0 1 0 0,1 0-1 0 0,-1 0 1 0 0,1 1 0 0 0,-1-1-1 0 0,1 0 1 0 0,0 0-1 0 0,-1 1 1 0 0,1-1 0 0 0,-1 0-1 0 0,1 1 1 0 0,0-1-1 0 0,-1 0 1 0 0,1 1-1 0 0,0-1 1 0 0,0 0 0 0 0,-1 1-1 0 0,1-1 1 0 0,0 1-1 0 0,0-1 1 0 0,-1 0 0 0 0,1 1-1 0 0,0-1 1 0 0,0 1-1 0 0,0-1 1 0 0,0 1-1 0 0,0-1 1 0 0,0 1 0 0 0,0-1-1 0 0,0 1 1 0 0,0-1-1 0 0,0 1 1 0 0,0-1 0 0 0,0 1-1 0 0,0-1 1 0 0,0 0-1 0 0,0 1 1 0 0,0-1-1 0 0,0 1 1 0 0,1-1 0 0 0,-1 1-1 0 0,0-1 1 0 0,0 1-1 0 0,1-1 1 0 0,9 14-1462 0 0,-10-13 1555 0 0,26 18-6946 0 0,-12-13 2924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7.4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0 223 664 0 0,'0'0'3491'0'0,"3"-2"-2749"0"0,225-195 5072 0 0,-194 174-2622 0 0,-32 26-2862 0 0,-1-1-286 0 0,0 0-1 0 0,0 0 0 0 0,0 1 1 0 0,-1-1-1 0 0,1 0 0 0 0,-1 0 1 0 0,1 0-1 0 0,-1 0 0 0 0,0 1 1 0 0,0-1-1 0 0,1 0 0 0 0,-2 0 1 0 0,1 1-1 0 0,0-1 0 0 0,0 0 1 0 0,-1 0-1 0 0,1 0 0 0 0,-1 0 1 0 0,0 1-1 0 0,1-1 0 0 0,-1 0 1 0 0,0 0-1 0 0,-2 2 0 0 0,-22 47 699 0 0,-30 57 302 0 0,45-91-1404 0 0,0 0-1 0 0,2 0 1 0 0,0 1 0 0 0,1 0-1 0 0,1 0 1 0 0,-6 27 0 0 0,12-42-18 0 0,-1-1 1 0 0,1 1 0 0 0,0 0-1 0 0,0-1 1 0 0,0 1-1 0 0,0 0 1 0 0,0-1 0 0 0,1 1-1 0 0,-1-1 1 0 0,1 1 0 0 0,0 0-1 0 0,-1-1 1 0 0,4 5 0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7.7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71 1940 0 0,'0'0'385'0'0,"5"-1"-118"0"0,16-6 71 0 0,-15 6 4248 0 0,-6 2-4470 0 0,1 0 0 0 0,0 0 0 0 0,-1 0-1 0 0,1 1 1 0 0,-1-1 0 0 0,1 0 0 0 0,-1 0 0 0 0,1 1 0 0 0,-1-1 0 0 0,0 0 0 0 0,0 1-1 0 0,0-1 1 0 0,0 3 0 0 0,-9 53 2080 0 0,9-52-2050 0 0,1-1-1 0 0,0 1 1 0 0,0 0-1 0 0,1 0 1 0 0,0-1-1 0 0,-1 1 1 0 0,2-1-1 0 0,-1 1 1 0 0,0-1 0 0 0,1 0-1 0 0,3 5 1 0 0,-5-8-122 0 0,0 1 1 0 0,1-1 0 0 0,-1 0-1 0 0,0 1 1 0 0,0-1 0 0 0,1 0-1 0 0,-1 0 1 0 0,1 0 0 0 0,-1 0 0 0 0,1 0-1 0 0,-1 0 1 0 0,1-1 0 0 0,-1 1-1 0 0,1 0 1 0 0,0-1 0 0 0,0 1 0 0 0,2-1-1 0 0,7 3 113 0 0,-6-2-111 0 0,0 0-1 0 0,1-1 1 0 0,-1 1-1 0 0,1-1 1 0 0,-1-1 0 0 0,0 1-1 0 0,1-1 1 0 0,-1 0 0 0 0,0 0-1 0 0,0 0 1 0 0,6-3-1 0 0,4 0 21 0 0,-3 1-58 0 0,0-1 0 0 0,0-1 0 0 0,0 1 0 0 0,0-2 0 0 0,-1 0 0 0 0,1 0 0 0 0,12-11 0 0 0,-20 14 14 0 0,1 0-1 0 0,-1 0 1 0 0,0-1 0 0 0,0 0 0 0 0,0 0-1 0 0,-1 0 1 0 0,0 0 0 0 0,1-1-1 0 0,-1 1 1 0 0,-1-1 0 0 0,1 0-1 0 0,-1 0 1 0 0,0 0 0 0 0,0 0-1 0 0,0 0 1 0 0,-1 0 0 0 0,1 0-1 0 0,-1-1 1 0 0,0-5 0 0 0,-1 9 13 0 0,-1 0 1 0 0,1 0-1 0 0,0 0 1 0 0,-1-1-1 0 0,0 1 1 0 0,1 0-1 0 0,-1 0 1 0 0,0 0-1 0 0,0 0 1 0 0,0 0-1 0 0,-1 0 1 0 0,1 0-1 0 0,0 1 1 0 0,-1-1-1 0 0,1 0 1 0 0,-1 1-1 0 0,1-1 1 0 0,-1 1-1 0 0,0-1 1 0 0,1 1-1 0 0,-1 0 1 0 0,0 0-1 0 0,-3-2 1 0 0,-2 0 36 0 0,1 1-1 0 0,-1-1 1 0 0,1 1 0 0 0,-1 0 0 0 0,-12-2 0 0 0,10 3-1 0 0,0 1-1 0 0,0-1 1 0 0,0 2-1 0 0,1-1 1 0 0,-1 1 0 0 0,-10 2-1 0 0,-9 1 92 0 0,22-3-141 0 0,0 0 0 0 0,0 1 0 0 0,1-1 0 0 0,-1 1-1 0 0,0 0 1 0 0,-6 3 0 0 0,-3 2-506 0 0,5-1 366 0 0,9-5-243 0 0,1-1 1 0 0,0 1 0 0 0,-1 0 0 0 0,1-1-1 0 0,0 1 1 0 0,-1-1 0 0 0,1 1 0 0 0,0 0-1 0 0,0 0 1 0 0,0-1 0 0 0,0 1 0 0 0,-1 0-1 0 0,1-1 1 0 0,0 1 0 0 0,0 0 0 0 0,0 0 0 0 0,1-1-1 0 0,-1 1 1 0 0,0 0 0 0 0,0-1 0 0 0,0 1-1 0 0,0 0 1 0 0,1 0 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7.9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6 884 0 0,'0'0'2097'0'0,"3"-1"-1091"0"0,10-1 479 0 0,-1 1 1 0 0,1 0-1 0 0,20 1 1 0 0,34 6 695 0 0,-65-5-1781 0 0,3-1-55 0 0,15 0-42 0 0,-15 0-55 0 0,-1 0-99 0 0,10 1-103 0 0,-11 0-145 0 0,0-1-184 0 0,-2 1-407 0 0,5 3 1446 0 0,4-5-8512 0 0,11-5 4647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38.4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352 56 832 0 0,'3'-4'1100'0'0,"41"-35"3749"0"0,-42 37-4069 0 0,0 1-84 0 0,14-9 2526 0 0,-27 16-197 0 0,-24 14-1804 0 0,-16 14-569 0 0,1 3 0 0 0,-49 47 0 0 0,51-41-198 0 0,31-29-298 0 0,1 1 0 0 0,1 1 0 0 0,-18 23 0 0 0,28-31-113 0 0,-1 0 1 0 0,1 0 0 0 0,1 0-1 0 0,0 0 1 0 0,0 1 0 0 0,0 0-1 0 0,1 0 1 0 0,1 0 0 0 0,-1 0-1 0 0,-1 15 1 0 0,4-22-43 0 0,1 1 0 0 0,-1 0 0 0 0,0 0 0 0 0,1 0 0 0 0,-1 0 0 0 0,1 0 0 0 0,0 0 0 0 0,0-1 0 0 0,0 1 0 0 0,0 0 0 0 0,1-1 0 0 0,-1 1 0 0 0,1-1 0 0 0,-1 1 0 0 0,1-1 0 0 0,0 0 0 0 0,0 1 0 0 0,0-1 0 0 0,0 0 0 0 0,0-1 0 0 0,1 1 0 0 0,-1 0 0 0 0,1 0 0 0 0,-1-1 0 0 0,1 0 0 0 0,-1 1 0 0 0,1-1 0 0 0,3 1 0 0 0,4 1-59 0 0,-1 0-1 0 0,1 0 0 0 0,0-1 0 0 0,0 0 1 0 0,0 0-1 0 0,15-1 0 0 0,-15-1-10 0 0,1-1 1 0 0,-1 0-1 0 0,0-1 0 0 0,1 0 1 0 0,-1-1-1 0 0,0 0 0 0 0,0 0 1 0 0,-1-1-1 0 0,13-7 0 0 0,-16 8 38 0 0,0 0 0 0 0,-1 0 0 0 0,0-1 0 0 0,1 0-1 0 0,-1 0 1 0 0,-1-1 0 0 0,1 1 0 0 0,-1-1 0 0 0,0 0 0 0 0,0 0-1 0 0,0-1 1 0 0,-1 1 0 0 0,1-1 0 0 0,-1 0 0 0 0,2-7 0 0 0,-4 12 19 0 0,0 0 0 0 0,-1 0 0 0 0,1-1 1 0 0,-1 1-1 0 0,0 0 0 0 0,1 0 1 0 0,-1-1-1 0 0,0 1 0 0 0,0 0 1 0 0,1-1-1 0 0,-1 1 0 0 0,0 0 0 0 0,0-1 1 0 0,-1 1-1 0 0,1 0 0 0 0,0-1 1 0 0,0 1-1 0 0,-1 0 0 0 0,1 0 0 0 0,0-1 1 0 0,-1 1-1 0 0,0 0 0 0 0,1 0 1 0 0,-1 0-1 0 0,0 0 0 0 0,1 0 0 0 0,-1 0 1 0 0,0-1-1 0 0,0 2 0 0 0,0-1 1 0 0,0 0-1 0 0,0 0 0 0 0,0 0 0 0 0,0 0 1 0 0,0 1-1 0 0,0-1 0 0 0,0 0 1 0 0,-1 1-1 0 0,1-1 0 0 0,0 1 0 0 0,0-1 1 0 0,-1 1-1 0 0,1 0 0 0 0,-2-1 1 0 0,-3 1-192 0 0,-1-1 0 0 0,1 1 0 0 0,0 0 0 0 0,0 1 0 0 0,-1-1 0 0 0,-9 4 0 0 0,-49 11-3256 0 0,25-4-2023 0 0,12-3 1667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40.3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8 348 0 0,'0'0'8149'0'0,"2"-7"-8841"0"0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40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36 1 268 0 0,'-9'9'1642'0'0,"-16"17"-784"0"0,23-25-803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0.0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297 213 528 0 0,'89'-43'4122'0'0,"-87"42"-3839"0"0,1 0 0 0 0,-1 0 1 0 0,0-1-1 0 0,0 1 0 0 0,0-1 0 0 0,0 0 0 0 0,0 1 0 0 0,0-1 0 0 0,0 0 0 0 0,-1 0 0 0 0,1 0 0 0 0,-1 0 0 0 0,1-1 0 0 0,-1 1 0 0 0,0 0 0 0 0,0-1 0 0 0,0 1 0 0 0,1-5 0 0 0,-2 5-95 0 0,1-1 1 0 0,-2 1-1 0 0,1-1 1 0 0,0 1-1 0 0,0-1 1 0 0,-1 1-1 0 0,0-1 1 0 0,1 1-1 0 0,-1-1 1 0 0,0 1-1 0 0,0 0 1 0 0,0-1-1 0 0,-1 1 1 0 0,1 0-1 0 0,0 0 1 0 0,-1 0-1 0 0,1 0 1 0 0,-1 0-1 0 0,-3-2 1 0 0,-3-4 77 0 0,0 0-1 0 0,-1 1 1 0 0,0 0 0 0 0,-1 1 0 0 0,1 0 0 0 0,-1 0-1 0 0,0 1 1 0 0,-1 1 0 0 0,1 0 0 0 0,-17-5 0 0 0,15 6-42 0 0,7 1-178 0 0,0 0 1 0 0,0 1-1 0 0,-1 0 1 0 0,1 0-1 0 0,0 1 1 0 0,0-1 0 0 0,0 1-1 0 0,-1 0 1 0 0,1 0-1 0 0,0 1 1 0 0,-8 1-1 0 0,2 0 7 0 0,0 0 0 0 0,0 0-1 0 0,0 2 1 0 0,0-1 0 0 0,1 1 0 0 0,0 0-1 0 0,0 1 1 0 0,0 1 0 0 0,0-1 0 0 0,1 2-1 0 0,0-1 1 0 0,0 1 0 0 0,1 0 0 0 0,-1 1-1 0 0,2 0 1 0 0,-1 1 0 0 0,1-1 0 0 0,-8 14-1 0 0,13-19-33 0 0,1 0-1 0 0,0 0 0 0 0,-1 0 1 0 0,1 0-1 0 0,0 0 0 0 0,0 6 1 0 0,0-8-16 0 0,1 0 0 0 0,0 1 0 0 0,0-1 1 0 0,0 0-1 0 0,0 0 0 0 0,1 0 0 0 0,-1 0 1 0 0,0 1-1 0 0,0-1 0 0 0,1 0 0 0 0,-1 0 1 0 0,0 0-1 0 0,1 0 0 0 0,-1 0 0 0 0,1 0 1 0 0,-1 0-1 0 0,1 0 0 0 0,0 0 0 0 0,0 0 1 0 0,-1 0-1 0 0,1-1 0 0 0,0 1 0 0 0,0 0 1 0 0,0 0-1 0 0,0-1 0 0 0,1 2 0 0 0,3 0 5 0 0,-1-1 0 0 0,1 0-1 0 0,-1 1 1 0 0,1-2 0 0 0,8 2-1 0 0,9 1 45 0 0,-20-3-46 0 0,0 1 0 0 0,-1-1 0 0 0,1 0-1 0 0,0 0 1 0 0,-1 0 0 0 0,1 0 0 0 0,0 0-1 0 0,-1 0 1 0 0,1 0 0 0 0,0-1 0 0 0,-1 1-1 0 0,1-1 1 0 0,2 0 0 0 0,3-2 10 0 0,9 0 19 0 0,0 0-1 0 0,-1-2 1 0 0,0 0-1 0 0,0-1 1 0 0,0 0-1 0 0,-1-1 1 0 0,1-1-1 0 0,-2 0 1 0 0,1-1 0 0 0,11-10-1 0 0,-7 8 83 0 0,-17 11-1 0 0,1-1 0 0 0,0 0 1 0 0,0 0-1 0 0,-1 0 0 0 0,1 0 1 0 0,-1 0-1 0 0,1 0 0 0 0,-1 0 0 0 0,1 0 1 0 0,-1-1-1 0 0,0 1 0 0 0,0 0 1 0 0,2-4-1 0 0,2 9-38 0 0,-2-1-49 0 0,0 0 0 0 0,0 0 1 0 0,0 0-1 0 0,-1 0 0 0 0,1 1 0 0 0,-1-1 0 0 0,0 1 0 0 0,0 0 1 0 0,0 0-1 0 0,-1 0 0 0 0,1 0 0 0 0,-1 0 0 0 0,0 0 1 0 0,0 0-1 0 0,0 0 0 0 0,-1 0 0 0 0,1 7 0 0 0,7 50 355 0 0,-5-44-251 0 0,0 0 1 0 0,-1 18-1 0 0,-11 236 1331 0 0,3-147-847 0 0,7-91-454 0 0,0 1 1 0 0,7 33 0 0 0,-3-35-539 0 0,-1-23-1488 0 0,2-12-2231 0 0,7-15-1956 0 0,-11 15 6726 0 0,10-20-5706 0 0,-4 0 381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0.3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0 1276 0 0,'0'0'16250'0'0,"-10"3"-15382"0"0,-39 13 1427 0 0,67 12 651 0 0,-15-25-3086 0 0,-1-1-1 0 0,1 1 0 0 0,0-1 1 0 0,-1 0-1 0 0,1 0 0 0 0,0 0 1 0 0,0 0-1 0 0,0-1 0 0 0,1 1 1 0 0,-1-1-1 0 0,0 1 0 0 0,1-1 1 0 0,-1 0-1 0 0,0-1 0 0 0,1 1 0 0 0,-1-1 1 0 0,1 1-1 0 0,-1-1 0 0 0,6 0 1 0 0,27-6-3297 0 0,-4-3-3483 0 0,-25 7 4770 0 0,15-6-2529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1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86 616 0 0,'1'-7'1747'0'0,"-1"0"-1"0"0,1 0 1 0 0,1 0 0 0 0,3-13 0 0 0,1-1 2106 0 0,-4 5 3193 0 0,-6 19-3583 0 0,-10 21-2813 0 0,-17 60-268 0 0,6-15-76 0 0,23-63-278 0 0,0 0 1 0 0,1 1-1 0 0,-1-1 0 0 0,1 1 0 0 0,0 10 0 0 0,1-16-27 0 0,1 0 0 0 0,0 0 0 0 0,-1 0 1 0 0,1 0-1 0 0,0 0 0 0 0,0 0 0 0 0,-1 0 0 0 0,1-1 1 0 0,0 1-1 0 0,0 0 0 0 0,0-1 0 0 0,0 1 0 0 0,0 0 0 0 0,0-1 1 0 0,0 1-1 0 0,0-1 0 0 0,0 0 0 0 0,0 1 0 0 0,2-1 0 0 0,26 8 21 0 0,13-2-2 0 0,24 3-2 0 0,8 2-17 0 0,-66-9 7 0 0,5-1 0 0 0,15-2-11 0 0,65-6-375 0 0,-91 6 343 0 0,1 0-1 0 0,-1 0 1 0 0,0 0 0 0 0,0 0 0 0 0,0-1 0 0 0,0 1 0 0 0,0-1 0 0 0,0 1 0 0 0,0-1 0 0 0,0 0 0 0 0,3-3 0 0 0,-3 2-4 0 0,3-2-60 0 0,0 1-1 0 0,-1-1 1 0 0,0 0-1 0 0,0 0 1 0 0,-1-1-1 0 0,1 1 1 0 0,-1-1-1 0 0,-1 0 0 0 0,1 0 1 0 0,3-10-1 0 0,0-6-422 0 0,5-33 0 0 0,-11 54 495 0 0,1-1 0 0 0,-1 1 1 0 0,0-1-1 0 0,0 1 0 0 0,0-1 0 0 0,0 1 1 0 0,0 0-1 0 0,0-1 0 0 0,-1 1 1 0 0,1-1-1 0 0,-1-1 0 0 0,-3-17-142 0 0,3 18 361 0 0,0 0-98 0 0,-5-7 31 0 0,5 7 804 0 0,-2 9-561 0 0,-12 43 859 0 0,2 0-1 0 0,-10 86 1 0 0,11-59-576 0 0,0 9-62 0 0,0 157 1 0 0,12-235-904 0 0,1 0 0 0 0,-1 0-1 0 0,1 0 1 0 0,3 10 0 0 0,-4-17 68 0 0,1 1 0 0 0,-1-1-1 0 0,0 1 1 0 0,1-1 0 0 0,0 1-1 0 0,-1-1 1 0 0,1 1 0 0 0,0-1-1 0 0,-1 0 1 0 0,1 1-1 0 0,0-1 1 0 0,0 0 0 0 0,0 0-1 0 0,0 0 1 0 0,0 0 0 0 0,1 0-1 0 0,-1 0 1 0 0,0 0 0 0 0,0 0-1 0 0,1 0 1 0 0,-1 0 0 0 0,0-1-1 0 0,1 1 1 0 0,-1-1 0 0 0,1 1-1 0 0,-1-1 1 0 0,1 1 0 0 0,-1-1-1 0 0,3 0 1 0 0,3-3-1842 0 0,20-11-720 0 0,9-7-3318 0 0,-10 4 1018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1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24 908 0 0,'0'0'1564'0'0,"2"-3"-25"0"0,13-17 15173 0 0,-11 24-20076 0 0,12 11 1564 0 0,-13-11-1139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1.8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0 125 572 0 0,'1'-4'1392'0'0,"-1"0"-914"0"0,1-1 1 0 0,0 0-1 0 0,0 1 1 0 0,1-1-1 0 0,-1 1 1 0 0,1 0-1 0 0,0-1 1 0 0,0 1-1 0 0,0 0 1 0 0,1 0 0 0 0,0 0-1 0 0,-1 0 1 0 0,1 1-1 0 0,1-1 1 0 0,-1 1-1 0 0,0-1 1 0 0,1 1-1 0 0,0 0 1 0 0,-1 1 0 0 0,5-3-1 0 0,8-3 686 0 0,0 2 1 0 0,0 0-1 0 0,1 1 0 0 0,0 1 0 0 0,20-3 1 0 0,-31 6-1005 0 0,0 1-1 0 0,1-1 1 0 0,-1 1 0 0 0,0 1 0 0 0,0-1 0 0 0,1 1-1 0 0,-1 0 1 0 0,0 0 0 0 0,0 1 0 0 0,0 0 0 0 0,0 0-1 0 0,0 1 1 0 0,-1-1 0 0 0,1 1 0 0 0,-1 0 0 0 0,1 1 0 0 0,7 6-1 0 0,-8-5-69 0 0,-1 0 0 0 0,0 1 1 0 0,-1-1-1 0 0,1 1 0 0 0,-1-1 0 0 0,0 1 0 0 0,0 0 0 0 0,-1 0 0 0 0,0 0 0 0 0,0 1 0 0 0,2 10 0 0 0,-4-13-66 0 0,0 0 1 0 0,0 0-1 0 0,0 0 1 0 0,-1-1-1 0 0,0 1 0 0 0,1 0 1 0 0,-1-1-1 0 0,0 1 0 0 0,-1 0 1 0 0,1-1-1 0 0,-1 0 0 0 0,1 1 1 0 0,-1-1-1 0 0,0 0 0 0 0,-3 4 1 0 0,-5 5 29 0 0,0 1-1 0 0,-15 12 1 0 0,17-17-27 0 0,-10 8 31 0 0,-1-1-1 0 0,0-1 0 0 0,-40 22 1 0 0,35-22-36 0 0,22-13-30 0 0,1 0-9 0 0,0 0 0 0 0,-1 0 0 0 0,1 0 0 0 0,0 0 0 0 0,0 0 0 0 0,0 0 0 0 0,0 0 0 0 0,0 1 0 0 0,0-1 0 0 0,0 0 0 0 0,0 1 1 0 0,0-1-1 0 0,1 0 0 0 0,-1 1 0 0 0,0 2 0 0 0,0-3-14 0 0,3 2-6 0 0,6 4 19 0 0,0 0-1 0 0,0-1 0 0 0,0 0 1 0 0,1 0-1 0 0,0-1 0 0 0,0 0 0 0 0,1 0 1 0 0,13 4-1 0 0,144 62-43 0 0,-126-52 55 0 0,-31-15 14 0 0,-1 0 1 0 0,0 1-1 0 0,0 0 0 0 0,-1 0 1 0 0,1 1-1 0 0,-1 0 0 0 0,-1 1 1 0 0,9 9-1 0 0,-14-15 36 0 0,-1 1 1 0 0,0 0-1 0 0,0 0 0 0 0,0 0 0 0 0,0 0 0 0 0,0 1 0 0 0,0-1 1 0 0,-1 0-1 0 0,1 0 0 0 0,-1 0 0 0 0,0 1 0 0 0,1-1 1 0 0,-1 0-1 0 0,0 1 0 0 0,0-1 0 0 0,0 0 0 0 0,-1 0 1 0 0,1 1-1 0 0,-1-1 0 0 0,1 0 0 0 0,-1 0 0 0 0,0 1 0 0 0,1-1 1 0 0,-3 3-1 0 0,-1 3 141 0 0,-1 0-1 0 0,1-1 1 0 0,-1 1 0 0 0,-12 11-1 0 0,12-13-104 0 0,0-2 1 0 0,0 1-1 0 0,-1 0 0 0 0,0-1 0 0 0,0 0 0 0 0,0 0 0 0 0,0-1 1 0 0,-1 0-1 0 0,1 0 0 0 0,-1 0 0 0 0,-9 1 0 0 0,-4 1-125 0 0,-1-1 0 0 0,-27 1-1 0 0,45-5 12 0 0,0 1-48 0 0,0-1 0 0 0,-1 0-1 0 0,1 0 1 0 0,0-1 0 0 0,0 1 0 0 0,0 0-1 0 0,0-1 1 0 0,-6-2 0 0 0,-9-2-595 0 0,-3-1-929 0 0,18 4 622 0 0,-5 2 44 0 0,1-1-1901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2.1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 16 1396 0 0,'0'0'1592'0'0,"-4"-2"-70"0"0,-16-11 14207 0 0,31 16-19592 0 0,1 1 3324 0 0,-7-3 66 0 0,0 0 0 0 0,0 0 0 0 0,0 1 0 0 0,0 0 0 0 0,0 0 1 0 0,-1 0-1 0 0,8 6 0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2.4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1 275 308 0 0,'65'-55'7312'0'0,"26"-40"-1049"0"0,-27 4-682 0 0,-37 57 1541 0 0,-29 42-6732 0 0,-36 131 1735 0 0,-7 48-1953 0 0,38-158-2048 0 0,1 0-1 0 0,-2 37 1 0 0,8-63 1486 0 0,-1-1-1 0 0,1 1 1 0 0,0 0 0 0 0,1 0 0 0 0,-1 0-1 0 0,1 0 1 0 0,-1 0 0 0 0,1 0-1 0 0,0 0 1 0 0,0-1 0 0 0,0 1-1 0 0,0 0 1 0 0,0 0 0 0 0,1-1-1 0 0,-1 1 1 0 0,1-1 0 0 0,3 4-1 0 0,-3-4 44 0 0,0 0 0 0 0,1-1 1 0 0,-1 0-1 0 0,0 1 0 0 0,0-1 0 0 0,1 0 0 0 0,-1 0 0 0 0,1 0 0 0 0,3 1 0 0 0,9-2-5905 0 0,17-3 2371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2.8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1 305 1360 0 0,'46'-38'599'0'0,"-33"29"-98"0"0,0-1 1 0 0,-1-1-1 0 0,0 0 0 0 0,-1-1 0 0 0,0 0 1 0 0,-1 0-1 0 0,14-22 0 0 0,5-9 16329 0 0,-36 49-16262 0 0,2-3-452 0 0,0 1 1 0 0,1 0-1 0 0,-1 1 1 0 0,1-1-1 0 0,0 1 1 0 0,0 0-1 0 0,1 0 1 0 0,-1 0-1 0 0,1 1 1 0 0,0-1-1 0 0,-2 6 1 0 0,2-3 59 0 0,0 0-1 0 0,1 0 1 0 0,0-1 0 0 0,0 1-1 0 0,1 1 1 0 0,0-1 0 0 0,0 10 0 0 0,1-15-115 0 0,0 1 1 0 0,1 0-1 0 0,-1 0 1 0 0,1-1 0 0 0,0 1-1 0 0,0 0 1 0 0,0-1-1 0 0,0 1 1 0 0,1-1 0 0 0,-1 1-1 0 0,1-1 1 0 0,0 1-1 0 0,0-1 1 0 0,0 0 0 0 0,0 0-1 0 0,1 0 1 0 0,-1 0-1 0 0,1-1 1 0 0,3 3 0 0 0,-5-4-46 0 0,0 0-5 0 0,0 0 0 0 0,0 0 1 0 0,0 0-1 0 0,0 0 1 0 0,0 0-1 0 0,0-1 0 0 0,0 1 1 0 0,0 0-1 0 0,1-1 0 0 0,-1 1 1 0 0,0-1-1 0 0,0 1 1 0 0,0-1-1 0 0,1 0 0 0 0,-1 1 1 0 0,0-1-1 0 0,1 0 0 0 0,-1 0 1 0 0,0 0-1 0 0,1 0 1 0 0,-1 0-1 0 0,0 0 0 0 0,0-1 1 0 0,1 1-1 0 0,-1 0 1 0 0,3-1-1 0 0,0-1-18 0 0,0 0 0 0 0,1 1 0 0 0,-1-2 0 0 0,0 1 0 0 0,0 0 0 0 0,0-1 0 0 0,0 0 0 0 0,-1 0 1 0 0,1 0-1 0 0,-1 0 0 0 0,0 0 0 0 0,0-1 0 0 0,0 1 0 0 0,0-1 0 0 0,0 0 0 0 0,-1 0 0 0 0,4-7 0 0 0,0-7-127 0 0,-1 0 0 0 0,7-34 0 0 0,-12 43 91 0 0,1 0-1 0 0,-1 0 0 0 0,0-1 1 0 0,-1 1-1 0 0,0 0 0 0 0,-1 0 1 0 0,0 0-1 0 0,-4-10 0 0 0,4 10-1 0 0,-2 0-1 0 0,0 0 0 0 0,0 1 0 0 0,0-1 0 0 0,-9-10 0 0 0,12 16 33 0 0,-1 1-1 0 0,1 0 0 0 0,-1 0 1 0 0,0 0-1 0 0,0 0 1 0 0,0 0-1 0 0,0 0 0 0 0,-1 0 1 0 0,1 1-1 0 0,0-1 0 0 0,-1 1 1 0 0,1 0-1 0 0,-1 0 1 0 0,0 0-1 0 0,1 0 0 0 0,-1 0 1 0 0,0 0-1 0 0,1 1 0 0 0,-1-1 1 0 0,0 1-1 0 0,0 0 1 0 0,1 0-1 0 0,-1 0 0 0 0,0 0 1 0 0,-4 1-1 0 0,-3 0-29 0 0,6 0 16 0 0,0-1 1 0 0,0 1-1 0 0,1 0 1 0 0,-1 0-1 0 0,0 0 1 0 0,0 0 0 0 0,1 1-1 0 0,-1-1 1 0 0,0 1-1 0 0,1 0 1 0 0,-6 5-1 0 0,-39 34-2104 0 0,47-40 1310 0 0,-3 5-539 0 0,4-6 1310 0 0,-1 0 0 0 0,1 1 0 0 0,0-1 0 0 0,-1 0 0 0 0,1 0 0 0 0,0 0 0 0 0,0 1 0 0 0,-1-1 1 0 0,1 0-1 0 0,0 0 0 0 0,0 1 0 0 0,0-1 0 0 0,-1 0 0 0 0,1 1 0 0 0,0-1 0 0 0,0 0 0 0 0,0 0 0 0 0,0 1 1 0 0,0-1-1 0 0,0 0 0 0 0,0 1 0 0 0,-1-1 0 0 0,1 0 0 0 0,0 1 0 0 0,0-1 0 0 0,0 0 0 0 0,0 1 1 0 0,1-1-1 0 0,-1 0 0 0 0,0 1 0 0 0,0-1 0 0 0,0 0 0 0 0,0 1 0 0 0,7 10-1209 0 0,-5-9-82 0 0,1 0 0 0 0,-1 0 0 0 0,1 0-1 0 0,0 0 1 0 0,0-1 0 0 0,0 1-1 0 0,5 1 1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3.0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39 1328 0 0,'-9'-5'479'0'0,"-18"-15"14297"0"0,27 20-14711 0 0,-1 0 0 0 0,1 0-1 0 0,0-1 1 0 0,-1 1 0 0 0,1 0 0 0 0,0-1 0 0 0,0 1 0 0 0,-1-1-1 0 0,1 1 1 0 0,0 0 0 0 0,0-1 0 0 0,0 1 0 0 0,-1-1 0 0 0,1 1 0 0 0,0 0-1 0 0,0-1 1 0 0,0 1 0 0 0,0-1 0 0 0,0 1 0 0 0,0-1 0 0 0,0 0-1 0 0,8-2 4230 0 0,66 4-3101 0 0,15 6-1908 0 0,-8-5-4304 0 0,-66-2 422 0 0,-2-4 2290 0 0,-3 1 418 0 0,13-1-3156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3.5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114 165 12 0 0,'0'-5'488'0'0,"1"-1"1"0"0,-1 1-1 0 0,1-1 1 0 0,1 1-1 0 0,-1 0 1 0 0,1-1-1 0 0,0 1 1 0 0,0 0-1 0 0,0 0 0 0 0,0 0 1 0 0,1 0-1 0 0,0 1 1 0 0,0-1-1 0 0,1 1 1 0 0,-1 0-1 0 0,1 0 0 0 0,0 0 1 0 0,0 0-1 0 0,0 0 1 0 0,7-3-1 0 0,7-5 1085 0 0,0 2-1 0 0,0 0 0 0 0,37-13 0 0 0,-46 19-914 0 0,-7 4-484 0 0,1-1-1 0 0,-1 1 0 0 0,0-1 1 0 0,1 1-1 0 0,-1 0 0 0 0,0 0 1 0 0,1 0-1 0 0,-1 0 0 0 0,0 0 1 0 0,1 1-1 0 0,-1-1 0 0 0,0 1 1 0 0,0-1-1 0 0,1 1 0 0 0,3 2 1 0 0,-4-2-314 0 0,0 0 198 0 0,0 0-1 0 0,-1 0 0 0 0,0 0 1 0 0,1 0-1 0 0,-1 0 0 0 0,0 0 1 0 0,1 1-1 0 0,-1-1 0 0 0,0 0 1 0 0,0 1-1 0 0,0-1 0 0 0,0 1 1 0 0,0-1-1 0 0,0 1 0 0 0,-1 0 1 0 0,1-1-1 0 0,0 1 0 0 0,-1 0 0 0 0,1-1 1 0 0,-1 1-1 0 0,0 0 0 0 0,0 0 1 0 0,0 0-1 0 0,1-1 0 0 0,-2 1 1 0 0,1 2-1 0 0,-1 10 96 0 0,-2 0 0 0 0,1 0 0 0 0,-2 0 0 0 0,0 0 0 0 0,0-1 0 0 0,-2 1-1 0 0,-12 22 1 0 0,3-4 155 0 0,15-30-231 0 0,-2 0-3 0 0,-6 17 106 0 0,7-17-90 0 0,2 1-77 0 0,1 1-8 0 0,0 1 1 0 0,1-1-1 0 0,-1 0 0 0 0,1 0 0 0 0,0-1 0 0 0,0 1 0 0 0,0-1 0 0 0,1 1 0 0 0,-1-1 0 0 0,1 0 0 0 0,5 3 0 0 0,54 34 50 0 0,-32-22-8 0 0,-10-6-11 0 0,124 85 285 0 0,-88-45-115 0 0,-56-51-180 0 0,-1 0 0 0 0,1-1 0 0 0,-1 1-1 0 0,1-1 1 0 0,-1 1 0 0 0,1 0 0 0 0,-1-1 0 0 0,0 1 0 0 0,1 0 0 0 0,-1-1 0 0 0,0 1 0 0 0,1 0 0 0 0,-1 0-1 0 0,0 0 1 0 0,0-1 0 0 0,0 1 0 0 0,0 0 0 0 0,0 0 0 0 0,0-1 0 0 0,0 1 0 0 0,0 0 0 0 0,0 0 0 0 0,0 0 0 0 0,0-1-1 0 0,0 1 1 0 0,0 0 0 0 0,-1 0 0 0 0,1-1 0 0 0,0 1 0 0 0,-1 0 0 0 0,1 0 0 0 0,0-1 0 0 0,-1 1 0 0 0,1 0-1 0 0,-1-1 1 0 0,1 1 0 0 0,-2 0 0 0 0,-18 17 352 0 0,19-17-373 0 0,-7 4 89 0 0,-1 0 0 0 0,1-1 0 0 0,0 0 0 0 0,-1 0 0 0 0,0-1-1 0 0,-14 4 1 0 0,-58 8 123 0 0,32-8-277 0 0,-98 14-1608 0 0,31-7-2412 0 0,79-7-1333 0 0,-38 11-1 0 0,30-4-41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5.2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37 198 396 0 0,'-4'1'746'0'0,"-29"6"18618"0"0,68-8-18984 0 0,-26 0-252 0 0,1 1 1 0 0,0 1 0 0 0,-1 0 0 0 0,13 2 0 0 0,13 0 445 0 0,0-1 1 0 0,0-3-1 0 0,36-3 0 0 0,-1-1 99 0 0,-41 4-372 0 0,-11-1-82 0 0,-1 2-1 0 0,26 2 0 0 0,-31 0-115 0 0,-1-2 0 0 0,1 0 1 0 0,14-1-1 0 0,34-1 273 0 0,60 2 422 0 0,140-19 0 0 0,29-2 26 0 0,-87 12-416 0 0,124-4 86 0 0,-278 11-444 0 0,96-4 91 0 0,102-7 36 0 0,-142 3-140 0 0,61-6 46 0 0,-88 9-29 0 0,28-5 30 0 0,-76 7-32 0 0,33 0 0 0 0,11-1-4 0 0,386-27 116 0 0,-186 16-29 0 0,-145 13-3 0 0,-26 2 38 0 0,115 1 221 0 0,-103 2-186 0 0,56 1 139 0 0,93 0 207 0 0,-82 4-306 0 0,-77 0-160 0 0,-59-3-85 0 0,-25-1 0 0 0,32-1 0 0 0,-14-2 0 0 0,49 6 0 0 0,-13 0 0 0 0,284 13 0 0 0,-272-12 0 0 0,-38-2 0 0 0,0-2 0 0 0,51-5 0 0 0,63-3 0 0 0,-138 6 0 0 0,4 2 0 0 0,0-2 0 0 0,-3-2 0 0 0,-4 0 0 0 0,-4 0-159 0 0,2-3-2039 0 0,-16 4 655 0 0,-17-16-6221 0 0,4 11 3812 0 0,-23-4-2538 0 0,1 3 493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16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372 32 340 0 0,'0'0'11990'0'0,"-3"-2"-11281"0"0,-36-17 6663 0 0,31 17-7634 0 0,4 2 736 0 0,1-1-29 0 0,-5 0-278 0 0,0-1 259 0 0,0 1 0 0 0,0-1 0 0 0,0 2 0 0 0,0-1 0 0 0,-16 2 0 0 0,15 0-265 0 0,1 0 1 0 0,-1 1-1 0 0,0 0 1 0 0,1 0-1 0 0,-1 1 1 0 0,1 0-1 0 0,0 1 1 0 0,0-1-1 0 0,0 2 1 0 0,0-1-1 0 0,1 1 1 0 0,-12 9-1 0 0,8-4 81 0 0,0 1-1 0 0,0 0 1 0 0,-18 24-1 0 0,20-20-111 0 0,2-6-10 0 0,1 1 0 0 0,0-1 0 0 0,1 1-1 0 0,-1 0 1 0 0,2 1 0 0 0,0-1-1 0 0,-5 20 1 0 0,7-19-31 0 0,0 0 0 0 0,0 0 0 0 0,1 0 0 0 0,1 0 0 0 0,0 1 1 0 0,2 15-1 0 0,-1-21-61 0 0,1 1 0 0 0,0-1 1 0 0,0 0-1 0 0,0 0 0 0 0,0 0 1 0 0,1 0-1 0 0,0 0 0 0 0,0 0 1 0 0,1-1-1 0 0,0 1 0 0 0,0-1 1 0 0,4 5-1 0 0,1-1 1 0 0,1-1 0 0 0,-1-1 1 0 0,1 1-1 0 0,0-2 0 0 0,1 1 0 0 0,0-1 1 0 0,21 8-1 0 0,5-1 7 0 0,41 8 0 0 0,-71-19-33 0 0,-1 0-7 0 0,25 0 4 0 0,-19-1 2 0 0,-1-1 0 0 0,0-1 0 0 0,1 0 0 0 0,-1 0 0 0 0,12-4 0 0 0,-8-1 2 0 0,-1 1 0 0 0,0-2-1 0 0,0 0 1 0 0,0-1 0 0 0,-1 0 0 0 0,-1-1-1 0 0,1 0 1 0 0,-1-1 0 0 0,-1-1-1 0 0,0 0 1 0 0,0 0 0 0 0,15-22-1 0 0,-8 9-1 0 0,-12 18 1 0 0,-1 0-1 0 0,1 0 1 0 0,-1-1-1 0 0,-1 0 1 0 0,1 0 0 0 0,-1 0-1 0 0,-1-1 1 0 0,1 1-1 0 0,-1-1 1 0 0,-1 0 0 0 0,1 0-1 0 0,-1 0 1 0 0,1-10-1 0 0,-3 15 0 0 0,2-15-5 0 0,-2 0 0 0 0,-1-19 0 0 0,1 30 5 0 0,-1 1-1 0 0,-1 0 1 0 0,1 0 0 0 0,-1 0-1 0 0,0 0 1 0 0,0 0 0 0 0,-1 0-1 0 0,0 1 1 0 0,-5-10 0 0 0,3 8 0 0 0,-1 0 1 0 0,0 1-1 0 0,0-1 1 0 0,0 1-1 0 0,-1 1 1 0 0,0-1 0 0 0,0 1-1 0 0,0 0 1 0 0,-1 1-1 0 0,1 0 1 0 0,-1 0-1 0 0,0 1 1 0 0,-9-3-1 0 0,5 2-69 0 0,-1 1-1 0 0,1 0 0 0 0,-1 1 0 0 0,0 1 0 0 0,0 0 0 0 0,0 1 0 0 0,0 0 0 0 0,-17 3 0 0 0,13-1-17 0 0,-2 0-236 0 0,0 1-1 0 0,0 1 0 0 0,-30 10 1 0 0,42-11 14 0 0,-75 34-1616 0 0,44-15-1293 0 0,6 5-4354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25.1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59 72 0 0,'0'0'1925'0'0,"1"-3"-1712"0"0,4-13 12040 0 0,3 17-12169 0 0,31-6 12070 0 0,-66 0-12141 0 0,20 4 2430 0 0,-8-2-2447 0 0,11 2 3497 0 0,-1 3-3482 0 0,1 0-3 0 0,3-1-1 0 0,0 0 0 0 0,-1-1 0 0 0,1 1 0 0 0,-1 0 0 0 0,1-1 1 0 0,0 1-1 0 0,-1-1 0 0 0,1 0 0 0 0,-1 1 0 0 0,1-1 0 0 0,-1 0 1 0 0,1 0-1 0 0,-4 0 0 0 0,-10 0-7 0 0,11 0-37 0 0,30-23-21925 0 0,-20 19 20828 0 0,1-4-3644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26.0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1 269 232 0 0,'0'0'4426'0'0,"0"-2"-3836"0"0,0 0-462 0 0,0 1 0 0 0,0-1 0 0 0,0 1 0 0 0,0-1 0 0 0,0 1 0 0 0,1-1 1 0 0,-1 1-1 0 0,1-1 0 0 0,-1 1 0 0 0,1-1 0 0 0,0 1 0 0 0,-1 0 0 0 0,1-1 0 0 0,0 1 0 0 0,1-2 1 0 0,22-23 1720 0 0,-5 5-458 0 0,64-59 1239 0 0,-25 27-1596 0 0,-43 40-690 0 0,-12 10-287 0 0,0 0 0 0 0,0 1 1 0 0,0-1-1 0 0,-1 0 0 0 0,1-1 0 0 0,-1 1 0 0 0,3-5 0 0 0,-4 6 61 0 0,1 1 0 0 0,-1-1 0 0 0,0 1 0 0 0,0-1 0 0 0,1 1 0 0 0,-1 0 0 0 0,1-1 0 0 0,-1 1-1 0 0,1 0 1 0 0,3-2 0 0 0,-3 2-213 0 0,0 0 1600 0 0,-2 7-1319 0 0,1 16 14 0 0,-1 0-1 0 0,-1-1 1 0 0,-1 1-1 0 0,-8 39 1 0 0,-22 90 410 0 0,-19 25-17 0 0,31-121-592 0 0,-1 6-485 0 0,10-27-265 0 0,0-3-3128 0 0,16-26 2953 0 0,-1-3-1098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7:26.5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246 28 652 0 0,'0'0'932'0'0,"2"-9"495"0"0,-3 3 2980 0 0,-5-4-3866 0 0,5 8 1429 0 0,-9 6-1487 0 0,0 0-248 0 0,1 0 1 0 0,-1 1-1 0 0,1 0 0 0 0,-1 1 0 0 0,2 0 0 0 0,-1 1 1 0 0,-10 9-1 0 0,8-3 113 0 0,0-2-95 0 0,0 2 0 0 0,0-1 0 0 0,1 1 0 0 0,1 1 0 0 0,0 0 0 0 0,1 0-1 0 0,-8 20 1 0 0,-19 81 798 0 0,26-78-819 0 0,7-30-174 0 0,1 1 0 0 0,0 0 1 0 0,0 0-1 0 0,1 0 0 0 0,0 0 0 0 0,0 0 0 0 0,1 0 1 0 0,0 0-1 0 0,1 0 0 0 0,0 0 0 0 0,5 13 0 0 0,-5-14-26 0 0,1 0-1 0 0,0-1 1 0 0,0 1-1 0 0,1-1 1 0 0,0 0-1 0 0,0 0 1 0 0,0 0-1 0 0,1 0 1 0 0,0-1-1 0 0,0 0 1 0 0,0 0-1 0 0,11 8 1 0 0,-11-11-22 0 0,-1 0 0 0 0,1-1 1 0 0,-1 1-1 0 0,1-1 1 0 0,-1 0-1 0 0,1 0 1 0 0,0 0-1 0 0,0-1 0 0 0,-1 0 1 0 0,8 0-1 0 0,-8 0 20 0 0,3-2-14 0 0,-3 2-14 0 0,0-1 6 0 0,1 0 1 0 0,-1 0-1 0 0,0 0 0 0 0,1 0 1 0 0,-1-1-1 0 0,0 0 0 0 0,0 0 1 0 0,0 0-1 0 0,0 0 0 0 0,-1 0 1 0 0,1-1-1 0 0,0 0 0 0 0,-1 0 1 0 0,5-5-1 0 0,-3 3 26 0 0,-1 0 0 0 0,-1 0 1 0 0,1 0-1 0 0,-1-1 0 0 0,1 1 0 0 0,-1-1 0 0 0,-1 0 1 0 0,1 0-1 0 0,-1 0 0 0 0,-1 0 0 0 0,3-12 1 0 0,-5 15-6 0 0,0 0 0 0 0,0 0 1 0 0,0 1-1 0 0,0-1 1 0 0,-1 0-1 0 0,1 1 0 0 0,-1-1 1 0 0,0 1-1 0 0,0 0 0 0 0,0-1 1 0 0,0 1-1 0 0,0 0 1 0 0,0 0-1 0 0,-1 0 0 0 0,-3-2 1 0 0,3 2 29 0 0,-16 0 98 0 0,14 5-134 0 0,-63 29-317 0 0,61-28-102 0 0,0 0-1 0 0,1 0 1 0 0,-1 1-1 0 0,1 0 0 0 0,0 0 1 0 0,0 0-1 0 0,-9 13 1 0 0,8-4-2304 0 0,-1-2-2664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5.0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2 252 0 0,'-26'-2'5575'0'0,"24"4"-4848"0"0,-5 8 4203 0 0,7-9-4810 0 0,1 0 0 0 0,-1 0 1 0 0,0 0-1 0 0,0-1 0 0 0,0 1 1 0 0,1 0-1 0 0,-1 0 0 0 0,0 0 0 0 0,1-1 1 0 0,-1 1-1 0 0,1 0 0 0 0,-1 0 1 0 0,1-1-1 0 0,-1 1 0 0 0,1 0 0 0 0,-1-1 1 0 0,1 1-1 0 0,0 0 0 0 0,30 19 2164 0 0,35 10 676 0 0,0 1-1710 0 0,-52-25-947 0 0,1 0 0 0 0,30 8 0 0 0,9 4-4 0 0,-47-15-508 0 0,1-1 0 0 0,-1 0 0 0 0,1 0 0 0 0,15 2 0 0 0,-18-4-277 0 0,-4 1 411 0 0,1-1 0 0 0,-1 1 0 0 0,1-1 0 0 0,-1 0 0 0 0,1 1 0 0 0,-1-1 0 0 0,1 0 0 0 0,-1 0 0 0 0,1 0 0 0 0,-1 0 0 0 0,1 0 0 0 0,1-1 0 0 0,1 1-122 0 0,1 0-511 0 0,-1-1-1020 0 0,11-3 695 0 0,-14 4 905 0 0,0 0-1 0 0,-1 0 0 0 0,1 0 1 0 0,-1-1-1 0 0,1 1 1 0 0,-1 0-1 0 0,1-1 0 0 0,-1 1 1 0 0,1 0-1 0 0,-1-1 0 0 0,0 1 1 0 0,1 0-1 0 0,-1-1 0 0 0,0 1 1 0 0,1-1-1 0 0,-1 1 0 0 0,0-1 1 0 0,1 1-1 0 0,-1-1 0 0 0,0 1 1 0 0,0-1-1 0 0,1 1 0 0 0,-1-1 1 0 0,0 1-1 0 0,0-1 1 0 0,0 0-1 0 0,0 1 0 0 0,0-1 1 0 0,0 1-1 0 0,0-1 0 0 0,0 1 1 0 0,0-1-1 0 0,0 1 0 0 0,0-1 1 0 0,-1-1-1 0 0,-3-10-4132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5.2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32 824 0 0,'0'0'1147'0'0,"-5"-12"7317"0"0,8 9-8211 0 0,0 1-1 0 0,0 0 1 0 0,1 0 0 0 0,-1 0-1 0 0,1 1 1 0 0,-1-1-1 0 0,1 1 1 0 0,0 0 0 0 0,-1 0-1 0 0,1 0 1 0 0,0 0 0 0 0,6 1-1 0 0,-3-1 52 0 0,0 1-1 0 0,0 0 0 0 0,0 1 0 0 0,1 0 1 0 0,-1 0-1 0 0,0 1 0 0 0,11 3 0 0 0,70 28 1147 0 0,-70-27-2008 0 0,0-1 1 0 0,1-1-1 0 0,36 4 1 0 0,-29-10-590 0 0,-1-2-2449 0 0,9-1-425 0 0,-5-1 308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5.6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1 429 712 0 0,'93'-88'5228'0'0,"-25"27"-3188"0"0,37-29-262 0 0,-74 66-889 0 0,0-1-1 0 0,-2-1 1 0 0,45-55-1 0 0,-62 68-45 0 0,-9 11-407 0 0,9-8 402 0 0,3 2 1932 0 0,-15 8-2736 0 0,0 0-1 0 0,0 0 1 0 0,1 0-1 0 0,-1 0 1 0 0,0 0 0 0 0,0 0-1 0 0,0 0 1 0 0,0 0-1 0 0,1 0 1 0 0,-1 0-1 0 0,0 0 1 0 0,0 0 0 0 0,0 0-1 0 0,0 0 1 0 0,1 0-1 0 0,-1 0 1 0 0,0 1-1 0 0,0-1 1 0 0,0 0-1 0 0,0 0 1 0 0,0 0 0 0 0,0 0-1 0 0,0 0 1 0 0,1 0-1 0 0,-1 1 1 0 0,0-1-1 0 0,0 0 1 0 0,0 0 0 0 0,0 0-1 0 0,0 0 1 0 0,0 0-1 0 0,0 1 1 0 0,0-1-1 0 0,0 0 1 0 0,0 0 0 0 0,0 0-1 0 0,0 0 1 0 0,0 1-1 0 0,0-1 1 0 0,0 0-1 0 0,0 0 1 0 0,0 1 0 0 0,-8 24 588 0 0,5-16-604 0 0,-15 49 667 0 0,-48 101 0 0 0,56-140-588 0 0,0 0 1 0 0,-1 0-1 0 0,-17 21 0 0 0,7-6-427 0 0,3 0 0 0 0,-17 41 0 0 0,30-62-749 0 0,-1 0 1 0 0,2 0-1 0 0,-6 24 1 0 0,10-36 540 0 0,1 1 0 0 0,-1 0 0 0 0,1-1 0 0 0,-1 1 0 0 0,1 0 1 0 0,0-1-1 0 0,-1 1 0 0 0,1-1 0 0 0,0 1 0 0 0,0-1 1 0 0,0 0-1 0 0,0 1 0 0 0,0-1 0 0 0,3 2 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6.0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49 376 0 0,'-3'-2'7867'0'0,"-6"14"-7620"0"0,-46 69 2253 0 0,48-70-2080 0 0,0 1 0 0 0,1 0 0 0 0,0 1 0 0 0,1-1-1 0 0,-5 21 1 0 0,9-29-325 0 0,-2 11 395 0 0,0 0 0 0 0,1 0-1 0 0,0 21 1 0 0,2-32-413 0 0,0 0-1 0 0,1 0 1 0 0,-1 0 0 0 0,1 0-1 0 0,0 0 1 0 0,0 0 0 0 0,0 0-1 0 0,1 0 1 0 0,-1 0 0 0 0,1-1-1 0 0,0 1 1 0 0,0-1 0 0 0,0 1-1 0 0,1-1 1 0 0,-1 0 0 0 0,1 0-1 0 0,3 4 1 0 0,-4-6-50 0 0,0 0 0 0 0,0 1-1 0 0,0-1 1 0 0,0 0 0 0 0,0 0 0 0 0,0 0 0 0 0,0-1 0 0 0,0 1-1 0 0,0 0 1 0 0,1-1 0 0 0,-1 1 0 0 0,0-1 0 0 0,0 0 0 0 0,1 0 0 0 0,2 0-1 0 0,30-5 140 0 0,-28 3-180 0 0,7-1 13 0 0,-1 0 1 0 0,1-1-1 0 0,-1-1 1 0 0,0 0-1 0 0,0-1 1 0 0,-1 0-1 0 0,0-1 1 0 0,0 0-1 0 0,0-1 1 0 0,-1 0-1 0 0,0-1 1 0 0,-1-1-1 0 0,15-15 1 0 0,-17 16-12 0 0,-1-1 1 0 0,0 0-1 0 0,0 0 1 0 0,-1 0-1 0 0,0-1 1 0 0,-1 1-1 0 0,0-2 0 0 0,0 1 1 0 0,-1 0-1 0 0,-1-1 1 0 0,0 0-1 0 0,-1 0 1 0 0,0 1-1 0 0,-1-1 1 0 0,0-20-1 0 0,-1 28 22 0 0,0 0 0 0 0,-1 0-1 0 0,0 0 1 0 0,1 0 0 0 0,-1 1-1 0 0,-1-1 1 0 0,1 0 0 0 0,0 1-1 0 0,-1-1 1 0 0,0 1 0 0 0,0-1-1 0 0,0 1 1 0 0,0 0 0 0 0,-1 0-1 0 0,1 0 1 0 0,-1 0 0 0 0,1 0 0 0 0,-1 0-1 0 0,0 1 1 0 0,0 0 0 0 0,-1-1-1 0 0,1 1 1 0 0,0 0 0 0 0,-1 0-1 0 0,-4-1 1 0 0,2 1-2 0 0,1 0 1 0 0,-1 1-1 0 0,0-1 1 0 0,0 1-1 0 0,0 1 1 0 0,0-1-1 0 0,0 1 1 0 0,0 0-1 0 0,0 0 1 0 0,0 1-1 0 0,1 0 1 0 0,-1 0-1 0 0,0 0 1 0 0,0 1-1 0 0,-8 3 1 0 0,-4 3-81 0 0,0 1 1 0 0,1 1 0 0 0,0 0-1 0 0,-25 20 1 0 0,33-22-220 0 0,1-1 0 0 0,0 1 0 0 0,1 0-1 0 0,0 0 1 0 0,0 1 0 0 0,1 0 0 0 0,0 0 0 0 0,0 1 0 0 0,-7 19 0 0 0,13-29 113 0 0,-2 3-164 0 0,1 0 1 0 0,0 1-1 0 0,1-1 0 0 0,-1 0 1 0 0,0 1-1 0 0,1 4 1 0 0,3 4-5393 0 0,8 0 2277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6.5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149 107 236 0 0,'4'-7'443'0'0,"1"-1"0"0"0,0 1 0 0 0,1 0 1 0 0,-1 0-1 0 0,1 0 0 0 0,1 1 0 0 0,-1 0 0 0 0,1 1 0 0 0,0-1 0 0 0,0 1 1 0 0,1 0-1 0 0,-1 1 0 0 0,1 0 0 0 0,0 0 0 0 0,1 1 0 0 0,-1 0 0 0 0,0 0 1 0 0,1 1-1 0 0,15-2 0 0 0,-16 2-207 0 0,1 1 1 0 0,-1 0-1 0 0,0 1 1 0 0,0 0-1 0 0,0 1 1 0 0,0-1-1 0 0,0 1 1 0 0,1 1-1 0 0,8 2 1 0 0,-14-3-157 0 0,-1-1-15 0 0,1 1 0 0 0,-1-1 0 0 0,1 1 0 0 0,-1-1 0 0 0,0 1 0 0 0,1 0 0 0 0,-1 0 0 0 0,0 0 0 0 0,1 1 0 0 0,-1-1 0 0 0,0 0 0 0 0,0 1 0 0 0,0-1 0 0 0,0 1 0 0 0,-1 0 0 0 0,1 0 0 0 0,0-1 0 0 0,-1 1 0 0 0,1 0 0 0 0,-1 1 0 0 0,0-1 0 0 0,1 0 0 0 0,-1 0 0 0 0,0 0 0 0 0,0 1 0 0 0,-1-1 0 0 0,1 1 0 0 0,0 3-1 0 0,-1-2-10 0 0,0 0-1 0 0,0-1 0 0 0,-1 1 0 0 0,1 0 0 0 0,-1 0 0 0 0,0 0 1 0 0,0 0-1 0 0,0-1 0 0 0,-1 1 0 0 0,0 0 0 0 0,1-1 0 0 0,-1 1 0 0 0,0-1 1 0 0,-1 0-1 0 0,1 1 0 0 0,-5 4 0 0 0,-22 20 303 0 0,-64 49 0 0 0,59-51-120 0 0,-45 44 1 0 0,40-30-37 0 0,9-11 16 0 0,-27 37 0 0 0,48-55-142 0 0,0 0-1 0 0,2 0 1 0 0,-1 1 0 0 0,1 0 0 0 0,-9 24 0 0 0,15-33-64 0 0,0 0 1 0 0,0 0 0 0 0,1 0 0 0 0,-1 0 0 0 0,1 0 0 0 0,-1 0 0 0 0,1 0 0 0 0,0 0-1 0 0,0 0 1 0 0,1 0 0 0 0,-1 1 0 0 0,1-1 0 0 0,-1 0 0 0 0,1 0 0 0 0,0 0-1 0 0,0 0 1 0 0,0 0 0 0 0,1 0 0 0 0,-1-1 0 0 0,1 1 0 0 0,-1 0 0 0 0,1-1 0 0 0,0 1-1 0 0,0-1 1 0 0,0 1 0 0 0,0-1 0 0 0,1 0 0 0 0,-1 0 0 0 0,0 0 0 0 0,1 0-1 0 0,0-1 1 0 0,3 3 0 0 0,-3-2-7 0 0,1 0 0 0 0,0-1 0 0 0,0 1 0 0 0,-1-1 0 0 0,1 1 0 0 0,0-1 0 0 0,0 0 0 0 0,1-1 1 0 0,-1 1-1 0 0,0-1 0 0 0,7 0 0 0 0,0-1 6 0 0,0 0 1 0 0,19-6 0 0 0,-21 4-10 0 0,3-1-1 0 0,1 0 1 0 0,-1-1-1 0 0,0 0 0 0 0,-1-1 0 0 0,1-1 0 0 0,-1 0 0 0 0,10-8 1 0 0,-12 6 32 0 0,0 0 1 0 0,0 0 0 0 0,-1-1 0 0 0,-1 0 0 0 0,0-1 0 0 0,0 1-1 0 0,-1-1 1 0 0,0-1 0 0 0,-1 1 0 0 0,7-21 0 0 0,-6 14 41 0 0,-2 0 1 0 0,1 0 0 0 0,-2 0-1 0 0,-1 0 1 0 0,0-1-1 0 0,-1-28 1 0 0,-2 36-46 0 0,-1 1 0 0 0,0 0 0 0 0,0-1-1 0 0,-1 1 1 0 0,0 0 0 0 0,-1 1 0 0 0,0-1 0 0 0,0 1 0 0 0,-1-1-1 0 0,0 1 1 0 0,-1 1 0 0 0,0-1 0 0 0,-1 1 0 0 0,0 0 0 0 0,0 0 0 0 0,0 1-1 0 0,-1 0 1 0 0,0 0 0 0 0,0 1 0 0 0,-1 0 0 0 0,-17-9 0 0 0,-26-22-1065 0 0,51 36 644 0 0,-5-8-321 0 0,28 0-9966 0 0,-17 8 7430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7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3 424 0 0,'-21'-2'6391'0'0,"30"5"-5783"0"0,10 2 45 0 0,0 0 0 0 0,1-1 0 0 0,31 2 1 0 0,139-12 2456 0 0,-71-1-2081 0 0,933 27 3889 0 0,-713-2-4193 0 0,-90-7-416 0 0,-114-8-777 0 0,-76-4-4538 0 0,-65-4 3922 0 0,1 2 785 0 0,0-1 0 0 0,1 1 1 0 0,-1 0-1 0 0,0 1 0 0 0,-9-4 0 0 0,8 4-497 0 0,-1 0-1 0 0,1 0 1 0 0,0 1 0 0 0,-1 0-1 0 0,1 1 1 0 0,-11-1 0 0 0,-23 2-2694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8.2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311 118 696 0 0,'10'-8'3200'0'0,"-8"3"-3373"0"0,-4 1 1781 0 0,-5 4 3127 0 0,-7 4-4476 0 0,1 0 0 0 0,0 0 0 0 0,-1 2 0 0 0,2-1 0 0 0,-19 12 0 0 0,9-2 232 0 0,0 2 0 0 0,0 0 0 0 0,2 2 0 0 0,-23 24 0 0 0,32-30-228 0 0,1 0 0 0 0,0 0 0 0 0,1 1 1 0 0,0 1-1 0 0,1 0 0 0 0,1 0 0 0 0,0 0 0 0 0,-5 20 1 0 0,11-32-212 0 0,0 1 0 0 0,0 0 0 0 0,0 0 0 0 0,1 0 0 0 0,-1 0 0 0 0,1 0 1 0 0,0 0-1 0 0,0 0 0 0 0,1 0 0 0 0,-1 0 0 0 0,1 0 0 0 0,0 0 1 0 0,0 0-1 0 0,0 0 0 0 0,1-1 0 0 0,-1 1 0 0 0,1 0 0 0 0,0-1 0 0 0,0 1 1 0 0,0-1-1 0 0,0 0 0 0 0,5 5 0 0 0,-3-4-20 0 0,0-1-1 0 0,1 1 1 0 0,-1-1 0 0 0,1 0-1 0 0,-1 0 1 0 0,1-1-1 0 0,0 0 1 0 0,0 1 0 0 0,0-2-1 0 0,0 1 1 0 0,0 0-1 0 0,1-1 1 0 0,-1 0 0 0 0,0-1-1 0 0,1 1 1 0 0,6-1-1 0 0,2 0-44 0 0,0 0 0 0 0,-1-1 0 0 0,1-1 0 0 0,-1 0 0 0 0,0-1 0 0 0,15-5 0 0 0,-19 4-28 0 0,0 0-1 0 0,-1 0 0 0 0,1-1 1 0 0,-1 0-1 0 0,0 0 1 0 0,-1-1-1 0 0,1 0 1 0 0,-1 0-1 0 0,12-14 1 0 0,-10 8 5 0 0,-1 1 0 0 0,0-1 1 0 0,-1-1-1 0 0,0 0 0 0 0,-1 1 1 0 0,-1-2-1 0 0,0 1 0 0 0,0-1 1 0 0,3-23-1 0 0,-4 17 10 0 0,-2 0 0 0 0,0 0 1 0 0,-1 0-1 0 0,-1 0 0 0 0,-1 0 1 0 0,-5-30-1 0 0,5 43 45 0 0,-1-1 0 0 0,1 1-1 0 0,-1-1 1 0 0,-1 1 0 0 0,1 0 0 0 0,-1 0 0 0 0,-1 0-1 0 0,1 0 1 0 0,-1 1 0 0 0,0-1 0 0 0,-1 1 0 0 0,0 0 0 0 0,0 0-1 0 0,0 0 1 0 0,0 1 0 0 0,-1 0 0 0 0,-6-5 0 0 0,9 9-122 0 0,-4 5-483 0 0,2-1 493 0 0,0 0 1 0 0,1 0-1 0 0,-1 0 1 0 0,1 1-1 0 0,0 0 0 0 0,0 0 1 0 0,0 0-1 0 0,0 0 1 0 0,1 1-1 0 0,-1-1 1 0 0,-4 10-1 0 0,2-2-556 0 0,1 0 0 0 0,0 0-1 0 0,1 0 1 0 0,-4 19 0 0 0,6-22-987 0 0,1 1 0 0 0,0-1 0 0 0,1 17 0 0 0,2-5-1674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8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1 121 488 0 0,'7'4'615'0'0,"0"0"1"0"0,0 0-1 0 0,0-1 0 0 0,1 0 1 0 0,-1-1-1 0 0,1 0 0 0 0,0 0 1 0 0,0 0-1 0 0,0-1 0 0 0,9 0 1 0 0,-8-1-211 0 0,0-1 1 0 0,0 0-1 0 0,0 0 0 0 0,0-1 1 0 0,0 0-1 0 0,0 0 1 0 0,15-8-1 0 0,-7 2-492 0 0,-1 0-1 0 0,0-2 0 0 0,15-11 1 0 0,43-38-4026 0 0,-58 46 2568 0 0,-3 2-983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8.7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0 179 652 0 0,'15'-15'810'0'0,"0"1"0"0"0,1 0 0 0 0,0 1 1 0 0,1 1-1 0 0,25-15 0 0 0,-39 26-750 0 0,30-24 827 0 0,-26 19-553 0 0,1 0 0 0 0,0 1 0 0 0,0-1 0 0 0,15-6-1 0 0,20-10 5591 0 0,-44 28-5406 0 0,-5 24 241 0 0,-1 0 0 0 0,-2-1 1 0 0,-23 54-1 0 0,15-40-387 0 0,3-14 54 0 0,-17 31 1 0 0,17-34-266 0 0,-21 34 170 0 0,15-27-1733 0 0,-25 58 0 0 0,38-55-1780 0 0,7-12-3108 0 0,1-9 2325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9.1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319 1 992 0 0,'6'2'8919'0'0,"-6"-2"-8793"0"0,-9 22 1477 0 0,-21 29-810 0 0,-86 100 2913 0 0,97-128-3277 0 0,-2 4 308 0 0,0 1 0 0 0,-26 46-1 0 0,42-64-584 0 0,-6 10 120 0 0,1 1-1 0 0,1-1 1 0 0,1 1 0 0 0,-7 28 0 0 0,14-43-230 0 0,0 1 1 0 0,0-1-1 0 0,0 1 1 0 0,1-1-1 0 0,0 1 1 0 0,1-1-1 0 0,-1 0 1 0 0,1 1-1 0 0,0-1 1 0 0,1 1-1 0 0,-1-1 1 0 0,1 0-1 0 0,1 0 1 0 0,-1 0-1 0 0,1 0 1 0 0,0 0-1 0 0,0-1 1 0 0,1 1-1 0 0,6 7 1 0 0,-7-10-43 0 0,-1 0 1 0 0,1 0 0 0 0,1 0 0 0 0,-1 0-1 0 0,0-1 1 0 0,0 1 0 0 0,1-1-1 0 0,0 0 1 0 0,-1 0 0 0 0,1 0 0 0 0,0-1-1 0 0,0 1 1 0 0,0-1 0 0 0,7 1 0 0 0,-4-1-23 0 0,-1-1 0 0 0,1 1 0 0 0,-1-1 0 0 0,1-1 0 0 0,-1 0 0 0 0,1 1 0 0 0,-1-2 0 0 0,11-2 0 0 0,-3-2-40 0 0,-1 1 0 0 0,0-1 0 0 0,0-1 0 0 0,0-1 0 0 0,-1 1 0 0 0,0-2 0 0 0,19-17 0 0 0,-23 19 32 0 0,-1-1 0 0 0,1-1 0 0 0,-1 0-1 0 0,-1 0 1 0 0,0 0 0 0 0,0 0 0 0 0,-1-1 0 0 0,0 0 0 0 0,0-1 0 0 0,5-18 0 0 0,-9 24 34 0 0,0-1 0 0 0,0 1 0 0 0,0-1 0 0 0,-1 1 0 0 0,0-1 0 0 0,0 1 0 0 0,0-1 0 0 0,-1-5 0 0 0,0 8 8 0 0,0 1 1 0 0,0 0-1 0 0,0 1 0 0 0,0-1 0 0 0,0 0 0 0 0,-1 0 0 0 0,1 0 0 0 0,-1 1 0 0 0,1-1 0 0 0,-1 1 0 0 0,1-1 0 0 0,-1 1 0 0 0,0-1 0 0 0,0 1 0 0 0,0 0 1 0 0,0 0-1 0 0,0 0 0 0 0,0 0 0 0 0,0 0 0 0 0,0 1 0 0 0,0-1 0 0 0,0 1 0 0 0,0-1 0 0 0,-2 1 0 0 0,-6-1 12 0 0,1 0-1 0 0,-1 1 0 0 0,1 0 1 0 0,0 1-1 0 0,-15 3 0 0 0,1 0-500 0 0,-1 2 0 0 0,-30 12 0 0 0,52-18 278 0 0,0 1-1 0 0,0 0 1 0 0,0 0 0 0 0,1 0 0 0 0,-1 0 0 0 0,0 0-1 0 0,1 0 1 0 0,-1 0 0 0 0,1 1 0 0 0,-1-1 0 0 0,-1 3-1 0 0,0 5-5013 0 0,20 6-3207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5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1 112 644 0 0,'0'0'2205'0'0,"1"-3"-1126"0"0,7-3-344 0 0,-1 0 0 0 0,1 0 0 0 0,0 0 1 0 0,0 1-1 0 0,1 1 0 0 0,0-1 0 0 0,-1 1 0 0 0,1 0 0 0 0,10-2 0 0 0,29-14 1485 0 0,-32 14-1242 0 0,-1 0-1 0 0,1 1 1 0 0,0 1 0 0 0,22-3-1 0 0,-7 1 427 0 0,-11 4-272 0 0,0 3-194 0 0,99-3 2295 0 0,-118 2-3223 0 0,0 0 0 0 0,0 0 1 0 0,0 0-1 0 0,-1 0 0 0 0,1 0 1 0 0,0 0-1 0 0,0 0 0 0 0,-1 1 0 0 0,1-1 1 0 0,0 0-1 0 0,0 0 0 0 0,-1 1 1 0 0,1-1-1 0 0,0 0 0 0 0,-1 1 1 0 0,2 0-1 0 0,-1-1-57 0 0,-1 1 0 0 0,1-1 1 0 0,0 0-1 0 0,-1 1 0 0 0,1-1 0 0 0,-1 0 0 0 0,1 0 0 0 0,0 0 1 0 0,-1 1-1 0 0,1-1 0 0 0,0 0 0 0 0,0 0 0 0 0,-1 0 1 0 0,1 0-1 0 0,0 0 0 0 0,-1 0 0 0 0,1 0 0 0 0,0-1 0 0 0,-1 1 1 0 0,1 0-1 0 0,0 0 0 0 0,0-1 0 0 0,5 0-426 0 0,-1 0 2111 0 0,-1 1-3519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5.5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48 332 0 0,'-38'2'2728'0'0,"23"-1"618"0"0,-2 0 7452 0 0,65-6-9432 0 0,-8-1-546 0 0,72-6 1887 0 0,83-4-2365 0 0,-99 5-6013 0 0,-92 11 4018 0 0,-1-1-1182 0 0,11 0-1812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6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190 28 232 0 0,'14'-28'14444'0'0,"-16"29"-14417"0"0,-6 4 173 0 0,0 0 1 0 0,1 0 0 0 0,0 1 0 0 0,0 0-1 0 0,0 0 1 0 0,0 0 0 0 0,1 1 0 0 0,-9 13 0 0 0,-6 17 375 0 0,1 0 0 0 0,3 1 1 0 0,1 1-1 0 0,1 0 0 0 0,-14 67 1 0 0,24-78-190 0 0,2 0 0 0 0,1 0 1 0 0,1 0-1 0 0,5 51 0 0 0,-3-65-220 0 0,1-1 0 0 0,0 1-1 0 0,1 0 1 0 0,8 20 0 0 0,-9-28-113 0 0,1-1-1 0 0,-1 0 1 0 0,1 0 0 0 0,0 0 0 0 0,0 0 0 0 0,1 0 0 0 0,0-1-1 0 0,0 0 1 0 0,0 0 0 0 0,0 0 0 0 0,0 0 0 0 0,1 0 0 0 0,5 3-1 0 0,-1-3-11 0 0,-1 1-1 0 0,2-1 0 0 0,-1 0 0 0 0,0-1 0 0 0,1 0 0 0 0,0-1 1 0 0,-1 0-1 0 0,1 0 0 0 0,0-1 0 0 0,0 0 0 0 0,0-1 0 0 0,0 0 1 0 0,0-1-1 0 0,15-2 0 0 0,-14 1-23 0 0,0-1-1 0 0,0 0 1 0 0,0-1 0 0 0,0 0 0 0 0,0-1 0 0 0,-1 0-1 0 0,1-1 1 0 0,-1 0 0 0 0,-1 0 0 0 0,1-1 0 0 0,-1-1-1 0 0,9-9 1 0 0,-14 13-10 0 0,-1-1-1 0 0,0 1 1 0 0,-1-1-1 0 0,1 1 1 0 0,-1-1-1 0 0,0 0 1 0 0,0 0-1 0 0,0 0 1 0 0,-1 0-1 0 0,1-1 1 0 0,-1 1-1 0 0,-1 0 1 0 0,1-1-1 0 0,-1 1 1 0 0,0 0-1 0 0,-1-11 1 0 0,0 13 9 0 0,0 0 0 0 0,-1 0 1 0 0,1 0-1 0 0,-1 0 0 0 0,0 0 1 0 0,1 1-1 0 0,-1-1 1 0 0,0 1-1 0 0,-1-1 0 0 0,1 1 1 0 0,0 0-1 0 0,-1 0 1 0 0,1 0-1 0 0,-1 0 0 0 0,0 0 1 0 0,0 1-1 0 0,0-1 0 0 0,1 1 1 0 0,-1-1-1 0 0,-1 1 1 0 0,1 0-1 0 0,0 1 0 0 0,0-1 1 0 0,0 0-1 0 0,0 1 0 0 0,-1 0 1 0 0,1-1-1 0 0,0 1 1 0 0,-5 1-1 0 0,-6 4 21 0 0,1 1 1 0 0,-1 0-1 0 0,1 1 1 0 0,0 1-1 0 0,1 0 0 0 0,0 1 1 0 0,-15 13-1 0 0,21-16-51 0 0,-4 3 13 0 0,1 0-1 0 0,-14 18 0 0 0,21-24-102 0 0,-1 1 0 0 0,1-1 0 0 0,0 1 0 0 0,1 0 0 0 0,-1 0 1 0 0,0-1-1 0 0,1 1 0 0 0,0 0 0 0 0,0 1 0 0 0,0-1 0 0 0,1 0 0 0 0,-1 6 1 0 0,1-9 32 0 0,1 0 0 0 0,-1 0 0 0 0,1 0 0 0 0,-1 0 0 0 0,1 0-1 0 0,-1 0 1 0 0,1 0 0 0 0,-1 0 0 0 0,1-1 0 0 0,0 1 0 0 0,0 0 0 0 0,-1 0 0 0 0,1-1 0 0 0,0 1 0 0 0,0 0 0 0 0,2 0 0 0 0,-1 1-137 0 0,1 0-1 0 0,0 0 1 0 0,0 1-1 0 0,1-1 1 0 0,-1-1-1 0 0,0 1 1 0 0,1 0-1 0 0,0-1 0 0 0,-1 0 1 0 0,1 0-1 0 0,0 0 1 0 0,0 0-1 0 0,-1-1 0 0 0,1 1 1 0 0,0-1-1 0 0,5 0 1 0 0,2-1-495 0 0,1 0 1 0 0,-1 0 0 0 0,16-5 0 0 0,-10 2-86 0 0,0-2 1 0 0,-1 0 0 0 0,1-1-1 0 0,21-13 1 0 0,-22 10-2326 0 0,28-22-1 0 0,-14 3-410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6.3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66 660 0 0,'-6'-2'1085'0'0,"-1"-1"-1"0"0,1-1 1 0 0,-1 1-1 0 0,-9-8 3040 0 0,16 11-4085 0 0,1 0 0 0 0,-1 0 0 0 0,1 0 1 0 0,-1 0-1 0 0,1 0 0 0 0,-1 0 0 0 0,0-1 0 0 0,1 1 0 0 0,-1 0 0 0 0,1 0 0 0 0,-1 0 0 0 0,1-1 0 0 0,-1 1 0 0 0,0 0 0 0 0,1 0 1 0 0,-1-1-1 0 0,0 1 0 0 0,1 0 0 0 0,-1-1 0 0 0,0 1 0 0 0,1 0 0 0 0,-1-1 0 0 0,1 0 0 0 0,11-10 905 0 0,-1 7-412 0 0,0-1-1 0 0,1 1 0 0 0,-1 1 1 0 0,1 0-1 0 0,0 1 1 0 0,0 0-1 0 0,0 1 0 0 0,23 0 1 0 0,-22 2-195 0 0,0 0 1 0 0,0 1-1 0 0,0 0 1 0 0,0 1-1 0 0,0 1 1 0 0,0 0-1 0 0,-1 0 1 0 0,22 12-1 0 0,-29-13-270 0 0,0 0-1 0 0,0 0 0 0 0,0 0 0 0 0,0 1 0 0 0,0-1 0 0 0,-1 1 0 0 0,1 0 1 0 0,-1 1-1 0 0,0-1 0 0 0,-1 1 0 0 0,1 0 0 0 0,-1-1 0 0 0,6 11 0 0 0,-6-6 27 0 0,1 0-1 0 0,-1 1 1 0 0,-1-1-1 0 0,1 1 0 0 0,-2-1 1 0 0,1 1-1 0 0,-1 17 1 0 0,-2 6 186 0 0,-2 0-1 0 0,-1-1 1 0 0,-17 62 0 0 0,12-56-114 0 0,1-3-497 0 0,-23 61 0 0 0,29-91-257 0 0,0 0 0 0 0,1 0 0 0 0,-1 0 1 0 0,0 10-1 0 0,2-13-544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6.5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1 179 84 0 0,'0'0'4035'0'0,"0"-10"-2021"0"0,5 6 1989 0 0,87-16-223 0 0,61-17-58 0 0,-43 10-1846 0 0,-9 3-667 0 0,22-10-1553 0 0,-88 26-872 0 0,-29 7 482 0 0,0-1 0 0 0,-1 0 0 0 0,1 0 0 0 0,0 0 0 0 0,5-4 0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7.0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4 816 0 0,'8'-3'18624'0'0,"-19"55"-16206"0"0,8-44-2124 0 0,1 0 0 0 0,0 1 0 0 0,0-1 0 0 0,1 0 0 0 0,0 1 0 0 0,1 0 0 0 0,-1-1 0 0 0,2 1 0 0 0,-1-1 0 0 0,1 1 0 0 0,4 14 0 0 0,-3-17-201 0 0,0 1 0 0 0,0-1 0 0 0,1 0 0 0 0,0 0 0 0 0,0 0-1 0 0,0-1 1 0 0,1 1 0 0 0,0-1 0 0 0,0 1 0 0 0,0-1 0 0 0,1-1-1 0 0,-1 1 1 0 0,1 0 0 0 0,0-1 0 0 0,8 4 0 0 0,31 21 280 0 0,-20-12-188 0 0,1-1 1 0 0,33 15-1 0 0,-28-17-81 0 0,-15-7-22 0 0,0 0-1 0 0,16 5 0 0 0,-1 4 105 0 0,-29-15-176 0 0,0-1 0 0 0,-1 1 0 0 0,1 0 1 0 0,0-1-1 0 0,-1 1 0 0 0,1 0 1 0 0,0-1-1 0 0,-1 1 0 0 0,1 0 1 0 0,-1 0-1 0 0,1 0 0 0 0,-1 0 0 0 0,1-1 1 0 0,-1 1-1 0 0,0 0 0 0 0,1 0 1 0 0,-1 0-1 0 0,0 0 0 0 0,0 0 1 0 0,0 0-1 0 0,0 0 0 0 0,0 0 1 0 0,0 1-1 0 0,-4 19 150 0 0,-1-14-154 0 0,1-1 0 0 0,-1 0 0 0 0,0 0 0 0 0,-1-1 0 0 0,1 0 0 0 0,-1 0 1 0 0,0 0-1 0 0,-12 7 0 0 0,0 1-144 0 0,9-6-105 0 0,-1 0-1 0 0,1-1 0 0 0,-1 0 1 0 0,0-1-1 0 0,0 0 0 0 0,-1-1 0 0 0,0 0 1 0 0,-18 5-1 0 0,20-8-243 0 0,0 0 0 0 0,1 0-1 0 0,-1-1 1 0 0,0 0 0 0 0,1 0-1 0 0,-1-1 1 0 0,0 0 0 0 0,1-1-1 0 0,-1 0 1 0 0,1 0 0 0 0,-16-7 0 0 0,13 3-886 0 0,0-1 1 0 0,1 0-1 0 0,-1 0 1 0 0,-10-11-1 0 0,0 1-3682 0 0,-1-3 162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7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1 174 188 0 0,'4'-6'1189'0'0,"0"1"0"0"0,1 0 0 0 0,0 0 0 0 0,0 0 0 0 0,1 0 1 0 0,-1 1-1 0 0,10-5 0 0 0,-3 2 344 0 0,1 1 0 0 0,21-7 1 0 0,25-1 1154 0 0,-48 12-2336 0 0,0 0-1 0 0,0-1 1 0 0,11-4 0 0 0,61-18 931 0 0,-55 18-1018 0 0,29-12 0 0 0,-54 17-435 0 0,44-15 53 0 0,-16 12-4685 0 0,-20 7 634 0 0,1 5 2228 0 0,-8-5 557 0 0,1 0-2906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7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2016 0 0,'0'0'9872'0'0,"3"14"-5068"0"0,0-8-3824 0 0,0 0 1 0 0,1 1-1 0 0,0-1 0 0 0,0-1 0 0 0,0 1 0 0 0,1-1 1 0 0,0 1-1 0 0,0-1 0 0 0,0-1 0 0 0,10 8 1 0 0,-13-11-116 0 0,5 4-296 0 0,-3-3-313 0 0,-3-1 255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9:28:48.2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48 283 796,'0'0'1185,"-4"0"-53,-12-1-61,12 0 1546,0 1-1908,-11 0-111,11 0 2592,9-5-2927,68-77 809,-56 62-814,15-15 623,57-48 1,-74 71-187,33-18-1,-35 22-51,6 3 2729,-15 28-2061,-3-20-1234,0-1 0,0 1 0,-1 0 1,1 0-1,-1 0 0,0 0 1,0 0-1,-1 5 0,-7 32 838,-19 54-1,-2 9-21,9-34-530,14-50-666,0 0 0,1 1-1,-3 33 1,7-44-81,0-7 146,1 0 1,0 1-1,-1-1 0,1 1 1,0-1-1,0 0 1,1 1-1,-1-1 0,0 1 1,1-1-1,-1 0 1,1 1-1,0-1 1,0 0-1,0 0 0,0 1 1,0-1-1,0 0 1,1 0-1,1 2 0,-2-4 126,-1 1 0,1-1 0,0 0 0,0 1 0,-1-1 0,1 0 0,0 1 0,0-1 0,0 0 0,-1 0 1,1 0-1,0 0 0,0 0 0,0 0 0,1 0 0,1 0-2119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9:28:48.5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1 131 740,'8'-7'2059,"7"-6"5847,-12 19-6927,2 3-691,4 9 1336,17 24 1,-22-36-1334,0-1 1,1 0 0,0 0 0,-1 0-1,2 0 1,-1-1 0,0 0 0,12 7-1,-12-9-128,-1 1 0,2-1 0,-1 0 0,0 0 0,0-1 0,1 1 0,-1-1 0,1 0 0,-1-1-1,1 1 1,6-1 0,-7-1-100,0 0-1,0 0 1,-1-1 0,1 1-1,0-1 1,-1 0 0,0 0-1,1-1 1,-1 1-1,0-1 1,0 0 0,-1 0-1,7-6 1,-3 2 2,-1 0 0,0 0 0,0-1 0,0 0 0,-1 0 0,0 0 0,-1 0 0,4-11 0,-6 14-28,0-1 0,0 0 1,-1 0-1,0 0 0,0 0 0,0 0 1,-1 0-1,0 0 0,0 0 1,-1 0-1,1 0 0,-1 0 0,-3-9 1,3 12-12,0 1 0,0 0 1,0-1-1,0 1 1,0 0-1,-1 0 0,1 0 1,-1 0-1,0 0 1,0 0-1,1 0 0,-1 0 1,0 1-1,-1-1 1,1 1-1,0-1 0,0 1 1,0 0-1,-4-1 1,0 0 65,-1 0 1,1 1-1,0 0 1,-1 0-1,1 0 1,-8 1-1,9 0-66,1 1 1,0-1-1,-1 1 0,1 0 0,0 0 1,-1 0-1,1 1 0,0 0 1,0-1-1,0 1 0,-6 5 0,-1 1-142,1 0-1,-14 15 0,7-6-719,15-16 639,1 0-1,0 1 0,0-1 1,0 1-1,0-1 0,0 1 0,0 0 1,0-1-1,1 1 0,-1 0 1,1 0-1,-1-1 0,1 1 0,-1 3 1,1-4-15,0 2-929,0 10-511,0-9-675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8.9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68 156 0 0,'0'0'1323'0'0,"5"-15"6861"0"0,-4 13-7918 0 0,0 1 1 0 0,1 0-1 0 0,-1 0 1 0 0,0 0 0 0 0,0 0-1 0 0,0 0 1 0 0,1 0-1 0 0,-1 0 1 0 0,1 0-1 0 0,-1 0 1 0 0,0 1-1 0 0,1-1 1 0 0,-1 1-1 0 0,1-1 1 0 0,2 0-1 0 0,32-5 1860 0 0,-9 1-1029 0 0,96-19 2030 0 0,-120 24-2981 0 0,20-2 327 0 0,-6 2-3979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49.3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93 436 0 0,'1'-5'441'0'0,"1"0"0"0"0,0 0 0 0 0,1 0 0 0 0,-1 1 1 0 0,1-1-1 0 0,0 1 0 0 0,0 0 0 0 0,0 0 0 0 0,0 0 0 0 0,1 0 0 0 0,0 0 0 0 0,0 1 1 0 0,0 0-1 0 0,0-1 0 0 0,0 2 0 0 0,1-1 0 0 0,-1 0 0 0 0,1 1 0 0 0,0 0 0 0 0,0 0 0 0 0,0 0 1 0 0,5-1-1 0 0,0 1 145 0 0,1-1 0 0 0,-1 1 0 0 0,17-1 0 0 0,-21 3-393 0 0,-3 0 658 0 0,5 1-461 0 0,59 6 730 0 0,-55-3-749 0 0,-11-3-35 0 0,2 2-29 0 0,0-1-234 0 0,0 1 0 0 0,-1 0 0 0 0,1 0 1 0 0,-1 0-1 0 0,0 0 0 0 0,0 0 1 0 0,0 0-1 0 0,-1 1 0 0 0,1-1 0 0 0,-1 0 1 0 0,1 1-1 0 0,-1-1 0 0 0,0 1 1 0 0,-1 0-1 0 0,1-1 0 0 0,-1 1 1 0 0,1 0-1 0 0,-1 4 0 0 0,0-2 2 0 0,-1 0 0 0 0,1-1 1 0 0,-1 1-1 0 0,0-1 0 0 0,0 1 0 0 0,-1-1 0 0 0,0 1 0 0 0,0-1 0 0 0,0 0 1 0 0,-1 0-1 0 0,1 0 0 0 0,-5 6 0 0 0,-7 26 746 0 0,19-32-814 0 0,0-1-1 0 0,1 1 1 0 0,-1-1 0 0 0,1 0 0 0 0,0 0 0 0 0,1-1-1 0 0,8 4 1 0 0,5 2 22 0 0,118 58 546 0 0,-121-60-385 0 0,-16-6-142 0 0,0-1 1 0 0,0 0-1 0 0,0 0 0 0 0,0 1 1 0 0,-1-1-1 0 0,1 0 0 0 0,0 1 1 0 0,0-1-1 0 0,0 1 0 0 0,0 0 1 0 0,-1-1-1 0 0,1 1 0 0 0,0-1 1 0 0,0 1-1 0 0,-1 0 0 0 0,1 0 1 0 0,-1-1-1 0 0,1 1 0 0 0,-1 0 1 0 0,1 0-1 0 0,-1 0 0 0 0,1 0 1 0 0,-1-1-1 0 0,0 1 0 0 0,1 0 1 0 0,-1 0-1 0 0,0 0 0 0 0,0 0 1 0 0,0 0-1 0 0,0 0 0 0 0,1 0 1 0 0,-1 0-1 0 0,-1 0 0 0 0,1 0 1 0 0,0 0-1 0 0,0 0 0 0 0,0 0 1 0 0,0 0-1 0 0,-1 0 0 0 0,0 1 1 0 0,0 1 49 0 0,-1 0 0 0 0,0 0 0 0 0,-1 0 1 0 0,1-1-1 0 0,-1 1 0 0 0,1 0 1 0 0,-1-1-1 0 0,-3 3 0 0 0,-7 4-45 0 0,0-1 0 0 0,0 0 0 0 0,0-1 0 0 0,-1-1 0 0 0,-16 6 0 0 0,-75 18-2247 0 0,75-22 989 0 0,-35 8-3476 0 0,25-7-3027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56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1954 0 40 0 0,'0'0'833'0'0,"3"4"-622"0"0,1 0-83 0 0,1 3-38 0 0,2-1 2998 0 0,-9-2-2944 0 0,-15 37 9163 0 0,12-26-9192 0 0,-9 31 554 0 0,13-44-575 0 0,-11 21 267 0 0,7-8 22 0 0,-8 3 25 0 0,11-16-272 0 0,1 0-78 0 0,-4 5 8 0 0,-1 0 1 0 0,0-1 0 0 0,-1 1-1 0 0,1-1 1 0 0,-1-1 0 0 0,0 1 0 0 0,-1-1-1 0 0,1 0 1 0 0,-11 4 0 0 0,15-7-29 0 0,2-2-33 0 0,1 0 0 0 0,-1 0 0 0 0,0 1 0 0 0,0-1 0 0 0,1 0 1 0 0,-1 1-1 0 0,0-1 0 0 0,0 0 0 0 0,1 1 0 0 0,-1-1 0 0 0,0 1 1 0 0,1-1-1 0 0,-1 1 0 0 0,0 0 0 0 0,0 0 0 0 0,0 0 0 0 0,0 1 0 0 0,0-1 1 0 0,0 0-1 0 0,0-1 0 0 0,0 1 0 0 0,-1 0 0 0 0,1 0 0 0 0,0 0 0 0 0,0-1 0 0 0,-1 1 0 0 0,1-1 1 0 0,0 1-1 0 0,-1-1 0 0 0,-2 1 0 0 0,-12 3 22 0 0,-14 2 36 0 0,10-5-34 0 0,-14-3-7 0 0,17 3 4 0 0,-48 5 8 0 0,48-5-42 0 0,14 0 8 0 0,-1 0 18 0 0,0-2-28 0 0,-1 2 7 0 0,-1-1 0 0 0,-17-10 0 0 0,21 9 31 0 0,-5 0-31 0 0,0-1 0 0 0,1 1 0 0 0,-1-1 1 0 0,1 0-1 0 0,-1 0 0 0 0,1-1 0 0 0,-12-6 0 0 0,16 8 4 0 0,1-1-3 0 0,0 0 0 0 0,0 1 0 0 0,0 0 0 0 0,-1-1 0 0 0,1 1 1 0 0,0 0-1 0 0,-1-1 0 0 0,1 1 0 0 0,-1 0 0 0 0,1 0 0 0 0,-1 0 0 0 0,-1-1 0 0 0,-13-11-20 0 0,-10-30-2 0 0,25 42-10 0 0,-7-15 28 0 0,-13-26 16 0 0,15 36-18 0 0,0-3-1 0 0,5 6 13 0 0,0 2 5 0 0,0-1 5 0 0,0 0 10 0 0,-1 0 0 0 0,1 0-1 0 0,-1 0 1 0 0,1 1 0 0 0,-1-1-1 0 0,1 1 1 0 0,-1-1 0 0 0,0 1-1 0 0,0-1 1 0 0,0 1 0 0 0,0 0-1 0 0,-2-1 1 0 0,3 1 14 0 0,0 1-1 0 0,0 0 1 0 0,-1 0-1 0 0,1 0 1 0 0,0 0 0 0 0,0 0-1 0 0,0 1 1 0 0,0-1-1 0 0,-1 0 1 0 0,1 1-1 0 0,0-1 1 0 0,0 0-1 0 0,0 1 1 0 0,0-1 0 0 0,0 1-1 0 0,0 0 1 0 0,0-1-1 0 0,0 1 1 0 0,0 0-1 0 0,-1 1 1 0 0,-2 1-23 0 0,-14 28 7 0 0,-3 2-9 0 0,9-13 40 0 0,-5 8 33 0 0,14-22-78 0 0,0 0-1 0 0,-1 0 1 0 0,0 0 0 0 0,0 0 0 0 0,0-1 0 0 0,-11 10 0 0 0,11-12 9 0 0,-33 21 7 0 0,26-16-21 0 0,-1 1 38 0 0,9-7-32 0 0,-1 1 0 0 0,-1-1 0 0 0,1 0 0 0 0,0 0 0 0 0,0 0 0 0 0,-1-1 0 0 0,1 1 0 0 0,-1-1 0 0 0,-6 1 0 0 0,-31 2-60 0 0,37-4 66 0 0,1 0-4 0 0,-15 0 2 0 0,15 0-10 0 0,0-1-12 0 0,-48-11-26 0 0,50 11 22 0 0,-2 0-1 0 0,-10-4 14 0 0,11 4 10 0 0,1-1 3 0 0,0 1-12 0 0,1 1 0 0 0,-1 0-1 0 0,1-1 1 0 0,0 1 0 0 0,-1-1-1 0 0,1 1 1 0 0,0-1 0 0 0,-1 0-1 0 0,1 1 1 0 0,0-1-1 0 0,0 0 1 0 0,0 0 0 0 0,-1 0-1 0 0,1 0 1 0 0,-1-1 0 0 0,-54-41 31 0 0,55 42-25 0 0,-11-7-59 0 0,11 7 53 0 0,1 0 0 0 0,-1 0 1 0 0,0 0-1 0 0,0 0 1 0 0,0 1-1 0 0,0-1 0 0 0,0 0 1 0 0,0 0-1 0 0,0 1 1 0 0,0-1-1 0 0,0 1 0 0 0,0-1 1 0 0,0 1-1 0 0,-2-1 1 0 0,-4-4-9 0 0,4 2 9 0 0,0 1 3 0 0,1 2-32 0 0,-3-2 29 0 0,-4-13-63 0 0,7 10 47 0 0,-6-32-38 0 0,8 35 38 0 0,0 1 13 0 0,-1 0-1 0 0,1 0 0 0 0,0 0 0 0 0,-1 1 1 0 0,1-1-1 0 0,0 0 0 0 0,-1 0 0 0 0,1 0 1 0 0,0 0-1 0 0,0 0 0 0 0,0 0 1 0 0,0 0-1 0 0,0 0 0 0 0,0-1 0 0 0,7-25 5 0 0,-5 25-12 0 0,-1 0-31 0 0,4-5 92 0 0,0-1 31 0 0,-5 8-85 0 0,0 0 0 0 0,0 0 1 0 0,0 1-1 0 0,0-1 0 0 0,0 0 1 0 0,0 0-1 0 0,0 0 0 0 0,0 0 1 0 0,0 0-1 0 0,0 0 0 0 0,0 0 1 0 0,0 0-1 0 0,0 0 0 0 0,0 0 0 0 0,0 0 1 0 0,0 1-1 0 0,0-1 0 0 0,0 0 1 0 0,0 0-1 0 0,0 0 0 0 0,0 0 1 0 0,0 0-1 0 0,0 0 0 0 0,0 0 0 0 0,0 0 1 0 0,0 0-1 0 0,0 0 0 0 0,0 0 1 0 0,0 0-1 0 0,0 0 0 0 0,0 1 1 0 0,0-1-1 0 0,0 0 0 0 0,0 0 1 0 0,0 0-1 0 0,1 0 0 0 0,-1 0 0 0 0,0 0 1 0 0,0 0-1 0 0,0 0 0 0 0,0 0 1 0 0,0 0-1 0 0,0 0 0 0 0,0 0 1 0 0,0 0-1 0 0,0 0 0 0 0,0 0 1 0 0,0 0-1 0 0,0 0 0 0 0,1 0 0 0 0,-1 0 1 0 0,0 0-1 0 0,0 0 0 0 0,0 0 1 0 0,-3 29-7 0 0,3-25 11 0 0,-1 0-1 0 0,0-1 1 0 0,0 1-1 0 0,0 0 1 0 0,0-1-1 0 0,-1 1 1 0 0,0-1-1 0 0,-3 6 1 0 0,-2 5-16 0 0,5-7 9 0 0,0 0 1 0 0,-1 0-1 0 0,0-1 1 0 0,0 1 0 0 0,-1-1-1 0 0,1 0 1 0 0,-9 9-1 0 0,11-13 0 0 0,-7 11-12 0 0,1-5 16 0 0,0 0-1 0 0,0 0 0 0 0,-1-1 0 0 0,0-1 0 0 0,-1 1 0 0 0,0-1 1 0 0,0-1-1 0 0,-14 7 0 0 0,-61 34 118 0 0,82-45-120 0 0,-2 0 5 0 0,-43 18 3 0 0,17-5-4 0 0,-64 30 44 0 0,92-43-58 0 0,-2 0-36 0 0,-8 2 41 0 0,8-2 12 0 0,-10 6 68 0 0,5-1-88 0 0,7-5 30 0 0,-3-1-26 0 0,-13-2 38 0 0,13 2 20 0 0,1-1-67 0 0,-52-26 48 0 0,49 23-20 0 0,1-1 0 0 0,-1 0 0 0 0,-8-9 0 0 0,6 7-1 0 0,0-1-4 0 0,0-1 0 0 0,0 0 0 0 0,0-1 0 0 0,1 0 0 0 0,-6-11 0 0 0,-5-1-18 0 0,-15-17-43 0 0,27 32 61 0 0,-1-2-11 0 0,2-6-5 0 0,4 10 25 0 0,-4-2-6 0 0,-19-26-35 0 0,23 31 16 0 0,2 0 16 0 0,-3-7-1 0 0,-1-2-23 0 0,0 1 0 0 0,-11-18 1 0 0,15 27 20 0 0,-1-1 29 0 0,-1-2-35 0 0,1-1 0 0 0,0 1-1 0 0,-1 0 1 0 0,1 0 0 0 0,-1 0 0 0 0,-1 0 0 0 0,1 0-1 0 0,0 1 1 0 0,-5-6 0 0 0,6 8 100 0 0,1-1-108 0 0,-2-7 14 0 0,2 6 1 0 0,-4-10 202 0 0,4 13-289 0 0,0-1 0 0 0,-1 1 0 0 0,1-1 1 0 0,0 1-1 0 0,0 0 0 0 0,0-1 0 0 0,0 1 1 0 0,0-1-1 0 0,0 1 0 0 0,0-1 0 0 0,0 1 0 0 0,0 0 1 0 0,0-1-1 0 0,0 1 0 0 0,0-1 0 0 0,0 1 1 0 0,0-1-1 0 0,0 1 0 0 0,0 0 0 0 0,0-1 1 0 0,1 1-1 0 0,-1-1 0 0 0,0 1 0 0 0,0 0 1 0 0,1-1-1 0 0,-1 1 0 0 0,0 0 0 0 0,0-1 0 0 0,1 1 1 0 0,-1 0-1 0 0,0-1 0 0 0,1 1 0 0 0,-1 0 1 0 0,0 0-1 0 0,1-1 0 0 0,18 0-170 0 0,-15 1-18 0 0,0-1-1354 0 0,24-9-131 0 0,-25 9 1359 0 0,0 0-1276 0 0,9-1 1487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56.9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120 37 292 0 0,'-3'-1'329'0'0,"-25"-7"3722"0"0,25 7-1943 0 0,-16-3 482 0 0,14 5-2345 0 0,-14 0-12 0 0,15-1 825 0 0,1 1-922 0 0,-2 1 48 0 0,1 0 0 0 0,0 0-1 0 0,0 0 1 0 0,0 0 0 0 0,1 1 0 0 0,-7 5 0 0 0,8-7-126 0 0,9-4-61 0 0,20-10 7 0 0,-20 10 54 0 0,-7 0-51 0 0,0-8 2 0 0,0 8 31 0 0,-1-6 637 0 0,0 6-1777 0 0,3 38-8775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17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5 256 0 0,'0'0'278'0'0,"19"-4"15375"0"0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27.5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6 395 64 0 0,'0'0'3371'0'0,"-3"-1"-2971"0"0,3 2-362 0 0,0-1 1 0 0,0 0-1 0 0,0 0 0 0 0,0 0 0 0 0,0 0 1 0 0,0 0-1 0 0,-1 0 0 0 0,1 0 0 0 0,0 0 1 0 0,0 0-1 0 0,0-1 0 0 0,0 1 1 0 0,0 0-1 0 0,0 0 0 0 0,0 0 0 0 0,0 0 1 0 0,0 0-1 0 0,-1 0 0 0 0,1 0 0 0 0,0 0 1 0 0,0 0-1 0 0,0 0 0 0 0,0 0 1 0 0,0 0-1 0 0,0 0 0 0 0,0 0 0 0 0,0 0 1 0 0,0 0-1 0 0,0 0 0 0 0,0-1 0 0 0,0 1 1 0 0,0 0-1 0 0,0 0 0 0 0,0 0 1 0 0,0 0-1 0 0,0 0 0 0 0,0 0 0 0 0,-1 0 1 0 0,1 0-1 0 0,0 0 0 0 0,0-1 0 0 0,0 1 1 0 0,0 0-1 0 0,0 0 0 0 0,1 0 0 0 0,-1 0 1 0 0,0 0-1 0 0,0 0 0 0 0,0 0 1 0 0,0 0-1 0 0,0 0 0 0 0,0-1 0 0 0,0 1 1 0 0,0 0-1 0 0,0 0 0 0 0,0 0 0 0 0,0 0 1 0 0,0 0-1 0 0,0 0 0 0 0,10-4 993 0 0,30-5-1033 0 0,2 0 211 0 0,418-143 1496 0 0,-437 143-1651 0 0,78-27 196 0 0,93-31 166 0 0,-135 47-289 0 0,91-25 222 0 0,-86 31-147 0 0,0 3 0 0 0,96-3 0 0 0,-118 15-114 0 0,-38-1-58 0 0,0 0 12 0 0,-26 1 4043 0 0,-24 3-4051 0 0,-57 13 1 0 0,16 5 15 0 0,-199 57 29 0 0,-56 17-37 0 0,35-44 1 0 0,263-46-61 0 0,42-6 3 0 0,0 0 1 0 0,0 0-1 0 0,0 0 0 0 0,1 1 0 0 0,-1-1 1 0 0,0 1-1 0 0,0-1 0 0 0,0 1 1 0 0,1 0-1 0 0,-1 0 0 0 0,0 0 0 0 0,1 0 1 0 0,-3 1-1 0 0,3 0-30 0 0,5 1-37 0 0,13 8 55 0 0,0-1 0 0 0,1 0 0 0 0,1-1 0 0 0,29 10 0 0 0,88 22-1217 0 0,-98-31 412 0 0,46 11-1621 0 0,-28-10-2803 0 0,-28-8 2367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18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85 1 368 0 0,'-2'53'1796'0'0,"-18"98"1"0"0,19-143-1662 0 0,-4 27 328 0 0,2-13-58 0 0,-8 33-1 0 0,3-22-78 0 0,-4 36 0 0 0,4-22-233 0 0,1-4-230 0 0,3 0 0 0 0,1 0 0 0 0,2 1 0 0 0,2-1 0 0 0,2 0 0 0 0,12 61 0 0 0,-9-59-195 0 0,0 84 0 0 0,-1-4 73 0 0,-1 37 692 0 0,-4-123-148 0 0,-4 145 1207 0 0,-3-1-952 0 0,1 47-1938 0 0,17-121-304 0 0,-7-72 12 0 0,0-8 455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5:18.9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 56 0 0,'3'49'770'0'0,"-2"1"-1"0"0,-3-1 1 0 0,-11 69 0 0 0,3-28 399 0 0,8-44-695 0 0,-2 21 89 0 0,-3-7 31 0 0,1 93 1 0 0,5-77-665 0 0,3 129-828 0 0,1-58 332 0 0,5 19 226 0 0,-3 63 787 0 0,-11-133-150 0 0,-4 170 314 0 0,13-217-905 0 0,-1-27-1239 0 0,-1 30 1 0 0,-2-36 40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6T09:28:29.4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4 1236,'-51'-4'10744,"47"5"-9869,-13 4-139,13-3 618,-2 6-1486,7-1-2591,6 7 1509,-5-11-833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29.7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1 303 232 0 0,'81'-77'4073'0'0,"-39"36"-2349"0"0,1 2 0 0 0,66-46 1 0 0,-48 47-497 0 0,-22 16 390 0 0,-39 22-1567 0 0,0 0 0 0 0,0 0 1 0 0,0 0-1 0 0,0 0 1 0 0,0 0-1 0 0,0-1 0 0 0,0 1 1 0 0,0 0-1 0 0,1 0 0 0 0,-1 0 1 0 0,0 0-1 0 0,0 0 0 0 0,0 0 1 0 0,0 0-1 0 0,0 0 0 0 0,0 0 1 0 0,0 0-1 0 0,0 0 0 0 0,1 0 1 0 0,-1 0-1 0 0,0 0 0 0 0,0 0 1 0 0,0 0-1 0 0,0 0 0 0 0,0 0 1 0 0,0 0-1 0 0,0 0 0 0 0,0 1 1 0 0,0-1-1 0 0,1 0 0 0 0,-1 0 1 0 0,0 0-1 0 0,0 0 0 0 0,0 0 1 0 0,0 0-1 0 0,0 0 0 0 0,0 0 1 0 0,0 0-1 0 0,0 0 1 0 0,0 0-1 0 0,0 0 0 0 0,0 1 1 0 0,0-1-1 0 0,0 0 0 0 0,0 0 1 0 0,0 0-1 0 0,0 0 0 0 0,0 0 1 0 0,1 0-1 0 0,-1 0 0 0 0,0 0 1 0 0,0 1-1 0 0,0-1 0 0 0,0 0 1 0 0,0 0-1 0 0,0 0 0 0 0,-1 0 1 0 0,1 0-1 0 0,0 0 0 0 0,0 0 1 0 0,0 1-1 0 0,-2 11 546 0 0,-7 14-650 0 0,-8 11 566 0 0,-1-1 1 0 0,-37 53-1 0 0,-2 5 121 0 0,-28 38 175 0 0,16-30-807 0 0,63-91-270 0 0,1-1 1 0 0,0 1-1 0 0,0 0 1 0 0,-4 17-1 0 0,7-21-700 0 0,1 1 0 0 0,-1 0 0 0 0,1 15-1 0 0,4-19-123 0 0,5-2-642 0 0,0 0-1 0 0,0 0 1 0 0,14 0-1 0 0,-1-3-1524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30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43 176 324 0 0,'60'-83'11247'0'0,"-68"90"-11005"0"0,0 0 0 0 0,1 0 0 0 0,0 1-1 0 0,0 0 1 0 0,0 0 0 0 0,-5 10 0 0 0,7-9 115 0 0,0 0 1 0 0,1 1-1 0 0,1-1 0 0 0,-5 16 0 0 0,7-22-271 0 0,1 1 0 0 0,-1-1 0 0 0,1 0 0 0 0,0 1 0 0 0,0-1-1 0 0,0 1 1 0 0,1-1 0 0 0,-1 1 0 0 0,1-1 0 0 0,-1 0 0 0 0,1 1-1 0 0,0-1 1 0 0,1 0 0 0 0,-1 0 0 0 0,0 0 0 0 0,4 6 0 0 0,-2-7-58 0 0,0 0 1 0 0,-1 0 0 0 0,1 0 0 0 0,0-1 0 0 0,1 1 0 0 0,-1-1 0 0 0,0 1 0 0 0,0-1 0 0 0,1 0 0 0 0,-1 0 0 0 0,0-1 0 0 0,5 1 0 0 0,-2 0-2 0 0,0 1-40 0 0,-1-2 1 0 0,1 1 0 0 0,-1-1-1 0 0,1 0 1 0 0,0 0-1 0 0,0 0 1 0 0,-1-1-1 0 0,1 0 1 0 0,-1 0 0 0 0,1 0-1 0 0,-1-1 1 0 0,1 0-1 0 0,-1 0 1 0 0,0 0-1 0 0,0 0 1 0 0,0-1 0 0 0,0 0-1 0 0,7-6 1 0 0,-6 5-1 0 0,-1 0 0 0 0,0 0 0 0 0,-1-1 1 0 0,1 0-1 0 0,-1 0 0 0 0,0 0 1 0 0,0 0-1 0 0,0-1 0 0 0,-1 1 0 0 0,0-1 1 0 0,0 0-1 0 0,0 0 0 0 0,-1 0 0 0 0,0 0 1 0 0,2-8-1 0 0,-3 10 32 0 0,-1 0 1 0 0,0-1 0 0 0,0 1-1 0 0,0-1 1 0 0,0 1-1 0 0,-1-1 1 0 0,1 1 0 0 0,-1 0-1 0 0,0-1 1 0 0,0 1-1 0 0,-1 0 1 0 0,0 0 0 0 0,1 0-1 0 0,-1 0 1 0 0,-1 0-1 0 0,1 0 1 0 0,0 0 0 0 0,-1 1-1 0 0,0-1 1 0 0,0 1-1 0 0,0 0 1 0 0,0 0-1 0 0,-5-4 1 0 0,-2 1 82 0 0,0-1 0 0 0,0 1 0 0 0,0 1 0 0 0,-1 0 0 0 0,0 0 0 0 0,0 1 0 0 0,-20-5 0 0 0,-55-7-607 0 0,82 15 23 0 0,1 1-985 0 0,-11 0 428 0 0,10 0-329 0 0,11-14-3716 0 0,-5 11 3785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30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75 1228 0 0,'6'-12'1236'0'0,"3"5"-76"0"0,2-1 1081 0 0,25-7-1209 0 0,-13 9-56 0 0,3 2-96 0 0,2 2-88 0 0,1-7-96 0 0,3 7-136 0 0,13-4-120 0 0,-15 6-228 0 0,-6 4-268 0 0,20-12-1160 0 0,-14 10-4021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8:30.7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314 55 908 0 0,'12'-9'1070'0'0,"-8"5"-706"0"0,0 1 0 0 0,0 0 0 0 0,0 0 0 0 0,1 0 0 0 0,0 0 0 0 0,0 1 0 0 0,-1-1 0 0 0,1 1 0 0 0,1 1 0 0 0,-1-1 1 0 0,0 1-1 0 0,6-1 0 0 0,56-10 1649 0 0,-63 11-1849 0 0,1 1 0 0 0,0 0 0 0 0,-1 0 0 0 0,1 0 0 0 0,0 0-1 0 0,-1 1 1 0 0,1-1 0 0 0,-1 1 0 0 0,1 0 0 0 0,6 3 0 0 0,-9-3-124 0 0,1-1 16 0 0,-1 1-1 0 0,0-1 1 0 0,1 1-1 0 0,-1 0 1 0 0,0 0-1 0 0,0 0 1 0 0,0 0 0 0 0,0 0-1 0 0,0 0 1 0 0,0 1-1 0 0,0-1 1 0 0,0 1-1 0 0,0-1 1 0 0,-1 1 0 0 0,1 0-1 0 0,-1 0 1 0 0,1-1-1 0 0,-1 1 1 0 0,1 0-1 0 0,-1 0 1 0 0,0 0 0 0 0,0 1-1 0 0,0-1 1 0 0,0 0-1 0 0,-1 0 1 0 0,1 1 0 0 0,-1-1-1 0 0,1 0 1 0 0,-1 1-1 0 0,0-1 1 0 0,0 0-1 0 0,0 1 1 0 0,0-1 0 0 0,0 0-1 0 0,0 1 1 0 0,-1-1-1 0 0,1 0 1 0 0,-1 1-1 0 0,-1 3 1 0 0,-2 5 32 0 0,-1 0-1 0 0,0 0 1 0 0,-1-1 0 0 0,0 0-1 0 0,0 0 1 0 0,-12 12 0 0 0,7-8 10 0 0,5-6-45 0 0,0 0 0 0 0,0 0-1 0 0,-1-1 1 0 0,0 0 0 0 0,0 0-1 0 0,-1-1 1 0 0,0 0 0 0 0,0 0 0 0 0,-17 8-1 0 0,-2 3 54 0 0,24-14-52 0 0,0-3-54 0 0,0 1 1 0 0,0 0-1 0 0,1 0 0 0 0,-1 0 1 0 0,0 0-1 0 0,1 1 1 0 0,-5 2-1 0 0,6-3-11 0 0,-2 0-37 0 0,9 1-312 0 0,2 0 361 0 0,1 1 0 0 0,-1 0 1 0 0,-1 1-1 0 0,1 0 1 0 0,0 0-1 0 0,-1 1 0 0 0,0 0 1 0 0,0 0-1 0 0,7 7 1 0 0,2 4 102 0 0,27 33 1 0 0,-38-41-68 0 0,0 0 0 0 0,0 0 1 0 0,0 0-1 0 0,-1 0 1 0 0,0 1-1 0 0,-1-1 0 0 0,3 13 1 0 0,-5-19-7 0 0,-1 0 0 0 0,0 0 0 0 0,0 0 1 0 0,0 0-1 0 0,0 0 0 0 0,0 0 1 0 0,-1 0-1 0 0,1 0 0 0 0,0 0 0 0 0,-1 0 1 0 0,0 0-1 0 0,1-1 0 0 0,-1 1 1 0 0,0 0-1 0 0,0 0 0 0 0,0-1 0 0 0,0 1 1 0 0,0 0-1 0 0,0-1 0 0 0,-1 1 1 0 0,1-1-1 0 0,0 0 0 0 0,-1 1 0 0 0,1-1 1 0 0,-1 0-1 0 0,0 0 0 0 0,-2 2 1 0 0,-4 1 70 0 0,-1 1 0 0 0,1-2 1 0 0,-1 1-1 0 0,-10 2 1 0 0,18-6-85 0 0,-17 5 74 0 0,0-1 1 0 0,-1-1 0 0 0,1 0-1 0 0,0-2 1 0 0,-1 0 0 0 0,-20-2-1 0 0,-113-18-1195 0 0,122 14 543 0 0,-34-10-2537 0 0,28 5-1674 0 0,8 3 933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04.3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1 260 0 0,'0'0'8939'0'0,"11"1"-8670"0"0,-3-1-247 0 0,3-1 135 0 0,-1 2-1 0 0,0-1 0 0 0,1 2 1 0 0,-1-1-1 0 0,17 5 0 0 0,-22-4-26 0 0,1 0 0 0 0,0 0-1 0 0,0-1 1 0 0,-1 0-1 0 0,7 0 1 0 0,-5 0-66 0 0,11 2 364 0 0,33 2-1 0 0,11 3 124 0 0,-42-6-327 0 0,0 0-1 0 0,0-1 1 0 0,21-1-1 0 0,-37-1-130 0 0,0 1 2 0 0,12 0-7 0 0,-12 0 248 0 0,-1 0-214 0 0,12 0-8 0 0,-12 0 680 0 0,0 1-769 0 0,10 1-19 0 0,-10-1-51 0 0,-9 3-2342 0 0,1-2 2382 0 0,-29 16-1666 0 0,-5-2-3939 0 0,21-12 2501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05.0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44 0 0,'0'0'13984'0'0,"9"2"-13759"0"0,14 5 249 0 0,39 5 0 0 0,-60-12-313 0 0,15-1 103 0 0,30 3 1 0 0,-14-1-74 0 0,-32-1-184 0 0,0 0 0 0 0,-1 0-1 0 0,1 0 1 0 0,0 0 0 0 0,0 0-1 0 0,-1 0 1 0 0,1 0 0 0 0,0 0-1 0 0,0 0 1 0 0,-1 0 0 0 0,1 0-1 0 0,0 1 1 0 0,0-1 0 0 0,-1 0 0 0 0,1 1-1 0 0,0-1 1 0 0,-1 0 0 0 0,2 2-1 0 0,-1-2 1 0 0,0 1-1 0 0,-1-1 1 0 0,1 1-1 0 0,0-1 1 0 0,0 0-1 0 0,-1 1 1 0 0,1-1-1 0 0,0 0 1 0 0,0 1-1 0 0,0-1 0 0 0,0 0 1 0 0,-1 0-1 0 0,1 0 1 0 0,0 0-1 0 0,0 0 1 0 0,0 0-1 0 0,0 0 1 0 0,1 0-1 0 0,48 3 176 0 0,-45-2-143 0 0,0-1 0 0 0,1 0 0 0 0,-1 0 0 0 0,0 0 0 0 0,6-1 0 0 0,3-1 93 0 0,2 1-104 0 0,-12 1 26 0 0,13 5 105 0 0,-14-4-147 0 0,10 0 1 0 0,-10-1-1 0 0,1 1-16 0 0,10 0 17 0 0,-10-1 12 0 0,-2 1-29 0 0,9 1-52 0 0,5 1-130 0 0,-7-3-4366 0 0,-13 9 2650 0 0,4-9 1708 0 0,0 1 0 0 0,0-1 0 0 0,0 0 0 0 0,0 1 0 0 0,0-1 0 0 0,0 0-1 0 0,-1 1 1 0 0,1-1 0 0 0,0 1 0 0 0,0-1 0 0 0,0 0 0 0 0,0 1 0 0 0,0-1 0 0 0,-1 0-1 0 0,1 1 1 0 0,0-1 0 0 0,0 0 0 0 0,0 0 0 0 0,-1 1 0 0 0,1-1 0 0 0,0 0 0 0 0,0 1-1 0 0,-1-1 1 0 0,0 0 0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19.7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318 2 276 0 0,'-21'-1'873'0'0,"16"0"-32"0"0,1 2-40 0 0,-1-1-529 0 0,0 1 1 0 0,0 0-1 0 0,0 0 0 0 0,0 1 0 0 0,0-1 1 0 0,0 1-1 0 0,1 0 0 0 0,-1 0 1 0 0,1 1-1 0 0,-1-1 0 0 0,1 1 1 0 0,0 0-1 0 0,-7 7 0 0 0,0 5 157 0 0,1 1 0 0 0,0 0-1 0 0,2 0 1 0 0,0 1 0 0 0,0 0-1 0 0,2 1 1 0 0,0 0 0 0 0,-4 23-1 0 0,-16 43 836 0 0,24-78-1175 0 0,0-1 1 0 0,1 1-1 0 0,0-1 0 0 0,0 1 0 0 0,0 0 0 0 0,0 0 1 0 0,1 0-1 0 0,0 0 0 0 0,0-1 0 0 0,1 1 0 0 0,-1 0 1 0 0,1 0-1 0 0,3 8 0 0 0,-3-11-56 0 0,1 0 0 0 0,-1 1-1 0 0,1-1 1 0 0,0 0 0 0 0,-1 0 0 0 0,1 0 0 0 0,1-1-1 0 0,-1 1 1 0 0,0 0 0 0 0,1-1 0 0 0,-1 1-1 0 0,1-1 1 0 0,0 0 0 0 0,0 0 0 0 0,0 0-1 0 0,0 0 1 0 0,0-1 0 0 0,0 1 0 0 0,0-1-1 0 0,1 0 1 0 0,-1 0 0 0 0,1 0 0 0 0,-1 0-1 0 0,5 0 1 0 0,-3-1-22 0 0,1 0 0 0 0,0-1 0 0 0,0 0 1 0 0,0 0-1 0 0,-1 0 0 0 0,1-1 0 0 0,0 0 0 0 0,-1 0 0 0 0,1 0 0 0 0,-1-1 0 0 0,0 0 0 0 0,7-5 0 0 0,4-1 5 0 0,-1-2 0 0 0,-1 0 0 0 0,1-1 1 0 0,-2 0-1 0 0,0-1 0 0 0,0 0 0 0 0,-1-1 0 0 0,-1 0 0 0 0,0-1 0 0 0,-2-1 0 0 0,14-25 0 0 0,-19 32-6 0 0,2-1 3 0 0,-2 0 0 0 0,1 0 0 0 0,-1-1 0 0 0,2-12 0 0 0,-5 20-10 0 0,0-1 0 0 0,-1 1 0 0 0,0-1-1 0 0,0 1 1 0 0,0-1 0 0 0,0 1 0 0 0,0-1-1 0 0,-1 0 1 0 0,0 1 0 0 0,1-1 0 0 0,-1 1 0 0 0,0 0-1 0 0,-1-1 1 0 0,1 1 0 0 0,-1 0 0 0 0,1 0 0 0 0,-5-5-1 0 0,1 1 0 0 0,0 1 0 0 0,-1 0 0 0 0,0 1 1 0 0,-1-1-1 0 0,1 1 0 0 0,-1 0 0 0 0,0 1 0 0 0,0 0 0 0 0,-1 0 0 0 0,1 0 0 0 0,-1 1 0 0 0,0 0 0 0 0,1 0 0 0 0,-2 1 0 0 0,1 0 0 0 0,0 1 0 0 0,0 0 0 0 0,0 0 1 0 0,-1 0-1 0 0,-12 2 0 0 0,1 0-18 0 0,0 1 1 0 0,0 1 0 0 0,0 0 0 0 0,1 2-1 0 0,-1 0 1 0 0,1 2 0 0 0,-27 12 0 0 0,37-15-108 0 0,-1 1 1 0 0,1 0 0 0 0,1 1-1 0 0,-13 10 1 0 0,18-13-42 0 0,0-1 0 0 0,0 1-1 0 0,1 0 1 0 0,-1 0 0 0 0,1 0-1 0 0,0 0 1 0 0,0 0 0 0 0,0 1 0 0 0,0-1-1 0 0,0 1 1 0 0,1-1 0 0 0,0 1 0 0 0,-1 0-1 0 0,0 4 1 0 0,2-5-214 0 0,0-1 1 0 0,0 1-1 0 0,1-1 0 0 0,-1 1 1 0 0,0-1-1 0 0,1 1 0 0 0,0-1 1 0 0,-1 0-1 0 0,1 1 0 0 0,0-1 1 0 0,0 0-1 0 0,0 0 0 0 0,1 1 0 0 0,-1-1 1 0 0,0 0-1 0 0,4 3 0 0 0,5 5-2258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19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0 776 0 0,'6'10'11950'0'0,"-6"-7"-12282"0"0,0 10-48 0 0,0-10-153 0 0,3-1-144 0 0,10 9-508 0 0,-1-5-3876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20.4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264 68 608 0 0,'2'-4'506'0'0,"-1"0"0"0"0,1 1 0 0 0,-1-1 0 0 0,0 0 0 0 0,0 0-1 0 0,0 0 1 0 0,-1 0 0 0 0,1 0 0 0 0,-1 0 0 0 0,0 0 0 0 0,0 0 0 0 0,-1-7 2822 0 0,-2 7-2521 0 0,0-2-472 0 0,-5 7 3469 0 0,3 1-3720 0 0,-1-1 46 0 0,0 1 0 0 0,0 0 0 0 0,0 1 0 0 0,1-1 0 0 0,-1 1 0 0 0,1 0 0 0 0,0 1 0 0 0,-6 4 0 0 0,-5 9 267 0 0,1 0 0 0 0,1 1 0 0 0,0 1 0 0 0,-15 28 0 0 0,-36 84 764 0 0,55-109-986 0 0,6-13-91 0 0,1 0 1 0 0,0 1 0 0 0,0-1-1 0 0,-1 12 1 0 0,-3 11 117 0 0,4-25-175 0 0,1 1 0 0 0,1-1 0 0 0,-1 0 0 0 0,1 1 0 0 0,0-1 0 0 0,1 1 0 0 0,0-1 0 0 0,0 1 0 0 0,1-1 0 0 0,0 1 1 0 0,0-1-1 0 0,0 0 0 0 0,1 1 0 0 0,0-1 0 0 0,1 0 0 0 0,0 0 0 0 0,0 0 0 0 0,0-1 0 0 0,1 1 0 0 0,0-1 0 0 0,8 11 1 0 0,-10-15-59 0 0,0 0 1 0 0,0 0-1 0 0,0-1 1 0 0,0 1-1 0 0,1 0 1 0 0,-1-1-1 0 0,0 1 1 0 0,1-1-1 0 0,-1 0 1 0 0,1 0-1 0 0,0 0 1 0 0,-1 0-1 0 0,1 0 1 0 0,0-1-1 0 0,-1 1 1 0 0,1-1-1 0 0,0 0 1 0 0,5 0-1 0 0,1 0-68 0 0,0-1-1 0 0,0-1 1 0 0,0 1-1 0 0,0-1 0 0 0,9-4 1 0 0,-9 3 7 0 0,-1 0 1 0 0,1-1-1 0 0,-1 0 1 0 0,0 0-1 0 0,0-1 1 0 0,15-11 0 0 0,-19 12 47 0 0,0 0 1 0 0,0 0 0 0 0,-1 0-1 0 0,1 0 1 0 0,-1 0 0 0 0,0-1 0 0 0,0 1-1 0 0,0-1 1 0 0,-1 0 0 0 0,1 0 0 0 0,-1 0-1 0 0,-1 0 1 0 0,3-10 0 0 0,-3 14 41 0 0,-1-1 0 0 0,0 0 0 0 0,0 1 0 0 0,0-1 0 0 0,0 0 0 0 0,0 1 0 0 0,0-1 0 0 0,0 0 1 0 0,-1 1-1 0 0,1-1 0 0 0,-1 0 0 0 0,1 1 0 0 0,-1-1 0 0 0,1 0 0 0 0,-1 1 0 0 0,0-1 0 0 0,0 1 1 0 0,0 0-1 0 0,0-1 0 0 0,0 1 0 0 0,0 0 0 0 0,0-1 0 0 0,0 1 0 0 0,-1 0 0 0 0,1 0 0 0 0,0 0 0 0 0,-1 0 1 0 0,1 0-1 0 0,-1 0 0 0 0,1 1 0 0 0,-1-1 0 0 0,0 0 0 0 0,1 1 0 0 0,-4-1 0 0 0,0-1 24 0 0,-1 1-1 0 0,0 0 0 0 0,0 0 1 0 0,1 0-1 0 0,-1 1 1 0 0,0 0-1 0 0,-9 1 0 0 0,3 2 1 0 0,1 1-1 0 0,0 0 0 0 0,-1 0 0 0 0,2 1 1 0 0,-1 1-1 0 0,1 0 0 0 0,-1 0 0 0 0,2 1 1 0 0,-11 9-1 0 0,11-10-24 0 0,4-2-184 0 0,-1 0-1 0 0,1 0 1 0 0,0 1 0 0 0,0 0 0 0 0,0 0 0 0 0,1 0 0 0 0,-1 1 0 0 0,-3 7 0 0 0,7-13 101 0 0,1 1 1 0 0,0-1 0 0 0,0 1 0 0 0,-1-1-1 0 0,1 1 1 0 0,0-1 0 0 0,0 1 0 0 0,0-1 0 0 0,0 1-1 0 0,0-1 1 0 0,0 1 0 0 0,0-1 0 0 0,0 1-1 0 0,0-1 1 0 0,0 1 0 0 0,0-1 0 0 0,0 1-1 0 0,0 0 1 0 0,0-1 0 0 0,0 0 0 0 0,1 1 0 0 0,-1-1-1 0 0,0 1 1 0 0,0-1 0 0 0,1 1 0 0 0,-1-1-1 0 0,0 1 1 0 0,1-1 0 0 0,-1 0 0 0 0,0 1-1 0 0,1-1 1 0 0,-1 1 0 0 0,0-1 0 0 0,1 0 0 0 0,0 1-1 0 0,20 6-3852 0 0,-10-6 174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20.7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 1036 0 0,'3'-3'472'0'0,"0"-1"1"0"0,0 0-1 0 0,0 1 0 0 0,0 0 0 0 0,0 0 1 0 0,1 0-1 0 0,-1 0 0 0 0,1 0 1 0 0,0 1-1 0 0,0-1 0 0 0,0 1 0 0 0,0 0 1 0 0,0 0-1 0 0,1 1 0 0 0,6-2 1 0 0,-7 1-190 0 0,26-10 1142 0 0,-26 11-1006 0 0,-1 1-15 0 0,12 0-22 0 0,-12 0 320 0 0,2 0-370 0 0,15 2-9 0 0,-15-2-10 0 0,9 6 284 0 0,0 3-126 0 0,-2 11 113 0 0,-5 15-57 0 0,-7-30-504 0 0,1 5 49 0 0,-1 0 0 0 0,0 1 0 0 0,0-1 0 0 0,-1 0 0 0 0,0 0 1 0 0,-1-1-1 0 0,0 1 0 0 0,-1 0 0 0 0,-5 13 0 0 0,-6 8 80 0 0,-25 43 1 0 0,16-33-139 0 0,9-19-371 0 0,-21 29 1 0 0,-2 2-2107 0 0,23-34-4672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20.9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1 149 132 0 0,'1'-2'1060'0'0,"16"-27"3765"0"0,-16 27-3939 0 0,3 1-44 0 0,20-7-68 0 0,1 2-1 0 0,-1 1 0 0 0,1 1 0 0 0,0 1 0 0 0,42 0 0 0 0,10-9-262 0 0,-51 8-834 0 0,0 0 0 0 0,-1-2 0 0 0,37-13 0 0 0,24-6-2170 0 0,-79 25 2033 0 0,-6 0 222 0 0,0 0 0 0 0,0 0 0 0 0,0 0 0 0 0,0 0 0 0 0,0 0 0 0 0,0 0 0 0 0,0 0 0 0 0,0 0 0 0 0,-1 0 0 0 0,1 0 0 0 0,0-1 0 0 0,0 1 0 0 0,0 0 0 0 0,0-1 0 0 0,0 1 0 0 0,1-2 0 0 0,16-9-2350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21.2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255 0 496 0 0,'0'0'8750'0'0,"-5"5"-8106"0"0,-15 14-42 0 0,17-15-389 0 0,1-1-1 0 0,0 0 0 0 0,0 1 0 0 0,0-1 1 0 0,0 1-1 0 0,0-1 0 0 0,1 1 0 0 0,-1 0 0 0 0,1 0 1 0 0,0 0-1 0 0,0 0 0 0 0,1 0 0 0 0,-1 7 1 0 0,0-1-56 0 0,0-5-52 0 0,1-1 0 0 0,0 1 0 0 0,0 0 0 0 0,0 0-1 0 0,1-1 1 0 0,-1 1 0 0 0,1 0 0 0 0,0 0 0 0 0,3 7 0 0 0,19 38 490 0 0,-23-49-581 0 0,34 47 360 0 0,-9 14 51 0 0,-21-51-379 0 0,-3-8-31 0 0,0 0 1 0 0,0 1-1 0 0,-1-1 0 0 0,0 0 0 0 0,1 0 0 0 0,-1 0 1 0 0,0 1-1 0 0,0-1 0 0 0,-1 0 0 0 0,1 0 1 0 0,-1 1-1 0 0,0-1 0 0 0,0 0 0 0 0,0 0 0 0 0,0 0 1 0 0,0 0-1 0 0,-1 0 0 0 0,1 0 0 0 0,-1 0 0 0 0,-2 3 1 0 0,-1 0-25 0 0,0 0 1 0 0,1-1-1 0 0,-2 0 1 0 0,1 0-1 0 0,0 0 1 0 0,-1 0 0 0 0,-12 6-1 0 0,5-4-275 0 0,0-1-1 0 0,0-1 0 0 0,-1 0 1 0 0,1 0-1 0 0,-1-2 1 0 0,0 0-1 0 0,-15 2 0 0 0,22-6-263 0 0,0-1-1 0 0,0 1 1 0 0,0-1-1 0 0,1 0 1 0 0,-1-1-1 0 0,0 0 1 0 0,1 0-1 0 0,-11-6 1 0 0,-2-1-2988 0 0,0 0 369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21.4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1 195 64 0 0,'4'-6'810'0'0,"0"0"0"0"0,1 0 0 0 0,-1 1 0 0 0,1 0 0 0 0,1 0 0 0 0,-1 0 0 0 0,1 0 0 0 0,8-4 0 0 0,53-30 2076 0 0,-57 34-2443 0 0,6-2 100 0 0,0 0-1 0 0,21-6 1 0 0,26-11 611 0 0,-40 15-968 0 0,-1 1 1 0 0,2 0 0 0 0,24-4 0 0 0,-16 4-810 0 0,-28 7 339 0 0,0 1 1 0 0,0-1 0 0 0,0 1 0 0 0,-1 0 0 0 0,1 0 0 0 0,0 0 0 0 0,0 0-1 0 0,0 1 1 0 0,0 0 0 0 0,6 1 0 0 0,7 4-5008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29.2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9 916 204 0 0,'0'0'13083'0'0,"-1"-7"-12837"0"0,0-151 791 0 0,3 109-843 0 0,-1-5-19 0 0,-10-148 551 0 0,8 183-683 0 0,1 1 0 0 0,1-1 1 0 0,0 1-1 0 0,2 0 0 0 0,0 0 1 0 0,1 0-1 0 0,1 0 0 0 0,1 0 1 0 0,11-25-1 0 0,-16 41-31 0 0,-1 1-4 0 0,0 0 0 0 0,0 0 0 0 0,0 1 0 0 0,0-1 0 0 0,0 0 0 0 0,0 0 0 0 0,0 0 0 0 0,1 1 0 0 0,-1-1 0 0 0,0 0 0 0 0,0 0 0 0 0,1 0 0 0 0,-1 1 0 0 0,0-1 0 0 0,1 0 0 0 0,-1 1 0 0 0,1-1 0 0 0,-1 0 0 0 0,1 1 0 0 0,0-2 0 0 0,0 2 5 0 0,-1 0 0 0 0,1 0 0 0 0,-1 0-1 0 0,1 0 1 0 0,0 0 0 0 0,-1 0 0 0 0,1 0-1 0 0,-1 0 1 0 0,1 0 0 0 0,-1 0 0 0 0,1 0 0 0 0,-1 0-1 0 0,1 0 1 0 0,-1 0 0 0 0,1 1 0 0 0,-1-1-1 0 0,1 0 1 0 0,-1 0 0 0 0,1 1 0 0 0,-1-1 0 0 0,1 1-1 0 0,21 20 258 0 0,-20-19-324 0 0,1 2 82 0 0,1 0-1 0 0,-1 1 1 0 0,0-1 0 0 0,0 1-1 0 0,4 9 1 0 0,5 10 88 0 0,-1-6-33 0 0,-2 0 0 0 0,0 1 0 0 0,7 23 0 0 0,8 20 87 0 0,-2-7-92 0 0,-18-42-64 0 0,1 1 0 0 0,1-1-1 0 0,0 0 1 0 0,13 19 0 0 0,-16-27-8 0 0,-1 0 1 0 0,1-1-1 0 0,-1 1 1 0 0,0 0-1 0 0,3 8 1 0 0,-1 0 7 0 0,11 9 11 0 0,-2-4-29 0 0,21 44 23 0 0,-27-44-10 0 0,-7-17-33 0 0,0 0 0 0 0,1 0 1 0 0,-1 0-1 0 0,0 0 0 0 0,1 0 0 0 0,-1 0 1 0 0,1 0-1 0 0,-1 0 0 0 0,1 0 0 0 0,-1 0 1 0 0,1 0-1 0 0,0 0 0 0 0,-1 0 1 0 0,1 0-1 0 0,0 0 0 0 0,0-1 0 0 0,-1 1 1 0 0,2 1-1 0 0,2-8-1 0 0,0-2 32 0 0,0 0 0 0 0,-1-1 0 0 0,0 1 0 0 0,0-1 0 0 0,3-17 0 0 0,5-21 22 0 0,-5 22-13 0 0,-1 1 1 0 0,0-1-1 0 0,0-37 1 0 0,-4 36 0 0 0,2 1 1 0 0,0-1-1 0 0,13-46 1 0 0,0-15 35 0 0,-6 22-24 0 0,-3 30-9 0 0,-4 13-9 0 0,2 1 0 0 0,12-38 0 0 0,-8 20-323 0 0,-9 37 97 0 0,1 1-1 0 0,0-1 1 0 0,0 0-1 0 0,-1 0 1 0 0,1 1 0 0 0,-1-1-1 0 0,0 0 1 0 0,1 0-1 0 0,-1 0 1 0 0,0 0-1 0 0,0 0 1 0 0,0 1-1 0 0,0-1 1 0 0,-1 0 0 0 0,1 0-1 0 0,0 0 1 0 0,-1 0-1 0 0,1 0 1 0 0,-1 1-1 0 0,0-1 1 0 0,0 0-1 0 0,1 1 1 0 0,-1-1 0 0 0,-1-1-1 0 0,1 2-188 0 0,0 0 1 0 0,0 0-1 0 0,0 0 0 0 0,0 1 0 0 0,0-1 0 0 0,0 0 1 0 0,0 0-1 0 0,0 1 0 0 0,0-1 0 0 0,0 1 0 0 0,0-1 1 0 0,0 1-1 0 0,0 0 0 0 0,-2-1 0 0 0,-15-2-2923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30.8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58 148 0 0,'0'-13'339'0'0,"0"10"618"0"0,0 0-682 0 0,-1-10-4 0 0,0 10 13 0 0,0 1-20 0 0,0 0-57 0 0,-6-9-59 0 0,1 3 5352 0 0,6 15-5222 0 0,-1 0-128 0 0,1 1 0 0 0,0-1 0 0 0,1 1 0 0 0,0-1 0 0 0,0 1 0 0 0,4 13 1 0 0,41 79 1401 0 0,-34-80-996 0 0,-10-18-506 0 0,0 1 0 0 0,0 0 0 0 0,-1-1 0 0 0,1 1 0 0 0,-1 0 0 0 0,1 0 0 0 0,0 4 0 0 0,0-3-2 0 0,0-1-1 0 0,-1 0 1 0 0,2 0-1 0 0,-1 0 1 0 0,0 0-1 0 0,1 0 0 0 0,-1 0 1 0 0,1-1-1 0 0,0 1 1 0 0,0-1-1 0 0,6 4 0 0 0,-1 0 141 0 0,1 1-84 0 0,1-1 0 0 0,-1 0 0 0 0,1 0 0 0 0,0-1 0 0 0,0-1 0 0 0,0 0 0 0 0,1 0 0 0 0,0-1 1 0 0,0 0-1 0 0,-1-1 0 0 0,18 2 0 0 0,121 0 771 0 0,-107-4-687 0 0,165-3 593 0 0,170 4 145 0 0,-109 3-222 0 0,-245-4-651 0 0,148 3 295 0 0,103-3 164 0 0,92 13-35 0 0,-284-8-348 0 0,90 15 146 0 0,-41-4-18 0 0,-31-15-128 0 0,-15 0-35 0 0,-79-1-85 0 0,1 0-1 0 0,-1 0 0 0 0,1-1 0 0 0,-1 0 0 0 0,7-2 1 0 0,-6 2 6 0 0,-1 0 1 0 0,1 0-1 0 0,0 0 1 0 0,12 1-1 0 0,-13 0-9 0 0,27 5 38 0 0,-29-5-15 0 0,-1 1 10 0 0,12 0-31 0 0,-12-1 3 0 0,14 5 52 0 0,2 8 33 0 0,-16-12-44 0 0,2 15 206 0 0,-2-3-148 0 0,-1 1 0 0 0,0-1 0 0 0,-1 0 0 0 0,0 1 0 0 0,-1-1 0 0 0,-3 25 0 0 0,-21 84 326 0 0,5-35-145 0 0,13-52-190 0 0,2-8 40 0 0,-14 53-1 0 0,10-51-12 0 0,-9 62 0 0 0,5-22 12 0 0,-47 240 260 0 0,40-200-315 0 0,10-14-79 0 0,-8 65-476 0 0,15-115-164 0 0,2-43 562 0 0,0 1-80 0 0,0 1 153 0 0,0 0-13 0 0,0-1-30 0 0,0-1-11 0 0,-1 37-76 0 0,0-36 116 0 0,2-12-1677 0 0,1-2 1213 0 0,-1-1 0 0 0,0 1 0 0 0,0 0 0 0 0,-1-1 0 0 0,-1 1 0 0 0,0-1 0 0 0,-3-13 0 0 0,-7-24-7617 0 0,7 24 3423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0:08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607 1 584 0 0,'0'0'11072'0'0,"-26"16"-10886"0"0,-82 52-16 0 0,-5 13 285 0 0,101-73-454 0 0,-82 66 640 0 0,-78 65 493 0 0,143-112-914 0 0,23-20-180 0 0,0-1 66 0 0,3-3-84 0 0,1 0-1 0 0,-1 0 0 0 0,1 0 0 0 0,-1 1 0 0 0,1-1 0 0 0,-3 6 1 0 0,0 0 5 0 0,0-2 105 0 0,4 2-59 0 0,-6 24 2 0 0,5-25 74 0 0,8 4-103 0 0,20 37-2 0 0,-14-31 3 0 0,-6-11-34 0 0,-3-4-1 0 0,-1 0-1 0 0,1 0 0 0 0,0 0 0 0 0,0 0 1 0 0,0-1-1 0 0,0 1 0 0 0,0-1 0 0 0,1 0 1 0 0,3 2-1 0 0,31 20 33 0 0,-28-18-6 0 0,1-2-3 0 0,33 11 12 0 0,-33-11 20 0 0,2 0-43 0 0,38 11-27 0 0,-38-11-102 0 0,-4-1-553 0 0,28 7 64 0 0,-28-7-215 0 0,40 25-10010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41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319 1 228 0 0,'0'0'7441'0'0,"-19"14"-7059"0"0,-56 44-8 0 0,49-37-3 0 0,18-14-249 0 0,4-3-22 0 0,0 0-1 0 0,-1 0 1 0 0,2 1-1 0 0,-1-1 0 0 0,-4 8 1 0 0,-20 27 549 0 0,11-12-363 0 0,13-21 204 0 0,2 3-288 0 0,-1-1-118 0 0,1-5 16 0 0,1 0 1 0 0,0 0-1 0 0,0 0 1 0 0,0 0-1 0 0,1 0 1 0 0,-1 1-1 0 0,1-1 1 0 0,-1 5-1 0 0,11 2-4 0 0,28 27-14 0 0,-28-28 214 0 0,14-14-249 0 0,74-16 2 0 0,-73 16 46 0 0,-14-3-67 0 0,31-25 2 0 0,-31 24 22 0 0,-8 2-28 0 0,10-22-2 0 0,-10 21 55 0 0,-2-1-45 0 0,0-37 1047 0 0,-29 59-995 0 0,-86 41-12 0 0,86-41 76 0 0,26-9-134 0 0,0 0 1 0 0,0-1-1 0 0,-1 1 0 0 0,1-1 0 0 0,-1 0 0 0 0,-5 5 0 0 0,1 0 3 0 0,2-1 121 0 0,4 2-114 0 0,0 24-4 0 0,0-25 46 0 0,31-22-62 0 0,86-44 15 0 0,-87 44-11 0 0,-24 6-2 0 0,15-26-2 0 0,-15 26 9 0 0,-2 0 6 0 0,10-26 18 0 0,-10 26 945 0 0,-15-2-868 0 0,-36-28-4 0 0,36 28 191 0 0,-17 28-197 0 0,-90 58-20 0 0,118-75-82 0 0,-9 4 17 0 0,0 1-1 0 0,1 1 1 0 0,0-1 0 0 0,0 2 0 0 0,1-1 0 0 0,0 1 0 0 0,0 0-1 0 0,-8 12 1 0 0,7-8 28 0 0,-1-1-36 0 0,-4 6-3 0 0,0 1 1 0 0,-16 30-1 0 0,14-21-173 0 0,12-20-122 0 0,4 3-124 0 0,-2 32-143 0 0,2-31-132 0 0,6-1-1161 0 0,30 45-1611 0 0,-20-30-122 0 0,-12-19 274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42.1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314 62 56 0 0,'0'0'3992'0'0,"-12"-7"-3453"0"0,-1-2-308 0 0,-8-4-22 0 0,-3 0 3055 0 0,21 12-3206 0 0,0-1-1 0 0,0 1 1 0 0,0 0 0 0 0,1 0 0 0 0,-1 0 0 0 0,-1 0-1 0 0,1 1 1 0 0,0-1 0 0 0,-3 1 0 0 0,3-1-4 0 0,0 1-1 0 0,-1 0 1 0 0,1-1 0 0 0,0 0-1 0 0,0 0 1 0 0,0 0 0 0 0,0 0-1 0 0,1 0 1 0 0,-4-2 1001 0 0,-8 15-721 0 0,-40 38-15 0 0,50-47-261 0 0,0 0 0 0 0,0 0-1 0 0,1 1 1 0 0,-1-1 0 0 0,1 1 0 0 0,0 0 0 0 0,0 0 0 0 0,-4 7 0 0 0,2-2 44 0 0,-22 32 453 0 0,23-35-307 0 0,0 3-19 0 0,-13 24-27 0 0,12-25 148 0 0,3 0-210 0 0,-6 21-13 0 0,6-22 814 0 0,29-21-910 0 0,84-44-4 0 0,-83 44 1 0 0,6-21 14 0 0,-27 28 44 0 0,-2 1-28 0 0,14-19 28 0 0,-14 19 1325 0 0,-1 83-1116 0 0,-2-53-242 0 0,-2 6 105 0 0,-1-18-101 0 0,-6 40 333 0 0,-8 30-139 0 0,-18 113 335 0 0,32-187-513 0 0,1-3-57 0 0,0-1 1 0 0,0 1-1 0 0,-1-1 0 0 0,0 1 0 0 0,-1 6 1 0 0,-1-2 2 0 0,2 0 223 0 0,33-20-232 0 0,99-34 0 0 0,-91 29-10 0 0,-10-3 10 0 0,-22 14-14 0 0,2-2 8 0 0,3 0-1 0 0,-6 4-11 0 0,-1-1 0 0 0,0 0 0 0 0,0 0 0 0 0,0 0 0 0 0,9-10 0 0 0,8-7-127 0 0,-17 16-86 0 0,3 0-1050 0 0,28-15 620 0 0,-28 14-131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42.5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0 166 848 0 0,'0'0'996'0'0,"9"-10"-45"0"0,27-28-54 0 0,-28 28-53 0 0,-1 4-63 0 0,18-18-51 0 0,-18 18-47 0 0,1 0-26 0 0,26-16-35 0 0,-25 17 515 0 0,1 2-619 0 0,28-10-28 0 0,-28 10 1188 0 0,2 0-1338 0 0,40-10-29 0 0,-40 10 1693 0 0,0 13-1854 0 0,35 31-27 0 0,-35-31-10 0 0,-12-4-79 0 0,0 0 0 0 0,-1 1-1 0 0,0-1 1 0 0,-2 8 0 0 0,1-2-3 0 0,0-2 145 0 0,-6 4-91 0 0,-23 41 10 0 0,30-51-84 0 0,-1-1 0 0 0,0 1 1 0 0,0-1-1 0 0,0 0 0 0 0,0 1 0 0 0,0-1 1 0 0,-1 0-1 0 0,1-1 0 0 0,-4 5 1 0 0,-1-2 11 0 0,3 1 47 0 0,-2 0 7 0 0,-15 21 10 0 0,16-20 327 0 0,0-1-372 0 0,-15 20-11 0 0,15-20 1206 0 0,23 0-1063 0 0,56 17-21 0 0,-55-17-7 0 0,-11-6-106 0 0,1 0 0 0 0,0 1 0 0 0,0 0 0 0 0,10 3 0 0 0,-2 0-2 0 0,-3-3 78 0 0,3 2 8 0 0,2 1-94 0 0,-9-2-9 0 0,0 0 1 0 0,1-1-1 0 0,-1 0 0 0 0,13 0 0 0 0,55-1-236 0 0,-62 0-92 0 0,0 1-721 0 0,50 3 230 0 0,-50-3-232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43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0 357 320 0 0,'0'0'10205'0'0,"36"-3"-9831"0"0,104-11-30 0 0,-104 10-18 0 0,0-1 92 0 0,-25 2-183 0 0,1 1 1 0 0,0 1 0 0 0,13-1-1 0 0,43-3-9 0 0,-51 4 238 0 0,-5 2-368 0 0,-1-1 1 0 0,1-1-1 0 0,18-2 0 0 0,-10 1-21 0 0,-3 1 159 0 0,-1-1 12 0 0,77-9 198 0 0,-42 6-224 0 0,-38 4-18 0 0,6-2-4 0 0,90-14 208 0 0,-30 4-71 0 0,14-2-37 0 0,0 3-51 0 0,1-3-34 0 0,-77 11-181 0 0,-1 1 14 0 0,-1 1 1 0 0,25-2 0 0 0,47-2 129 0 0,5-2-40 0 0,-77 6-121 0 0,-6 0 6 0 0,-1 0 1 0 0,1 1-1 0 0,15 0 0 0 0,87 0 81 0 0,-74-1-50 0 0,-18-1-31 0 0,56-5 78 0 0,18 3 15 0 0,-75 5-91 0 0,-3 1 12 0 0,0-1-1 0 0,27-4 0 0 0,49-6 103 0 0,7 1-16 0 0,-79 8-102 0 0,59-7 98 0 0,-58 5-97 0 0,0-1 7 0 0,0 2 0 0 0,21-1-1 0 0,56-2 66 0 0,3 0-17 0 0,-3-1-12 0 0,-77 3-52 0 0,56-3 50 0 0,24 3 45 0 0,0 1-90 0 0,12-1 4 0 0,-94 3-15 0 0,57-6 28 0 0,-16-2-9 0 0,-44 6-8 0 0,5 1-11 0 0,56-3-13 0 0,-42 1 19 0 0,-17 0-9 0 0,-4 1-1 0 0,0 0 0 0 0,1 0 0 0 0,14 1 0 0 0,29-1 9 0 0,-43 1 11 0 0,8 0-3 0 0,100-7 9 0 0,-36 1 1 0 0,-21 3-32 0 0,-48 3 14 0 0,-2 0-7 0 0,44-1-19 0 0,-44 1 27 0 0,104-8-5 0 0,-35 3-22 0 0,-24 0 22 0 0,-45 4 46 0 0,1 2-75 0 0,4-1-225 0 0,9 0 226 0 0,-14 1-4288 0 0,3 0-3884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45.2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0 456 0 0,'0'0'11522'0'0,"-8"24"-11223"0"0,-36 103 239 0 0,40-118-456 0 0,2-6-41 0 0,0 1 0 0 0,1 0 0 0 0,-1 0 0 0 0,1 0 1 0 0,0-1-1 0 0,0 1 0 0 0,1 1 0 0 0,-1 4 0 0 0,-4 22 163 0 0,4-24-18 0 0,2 3 10 0 0,2 31-44 0 0,-2-30 99 0 0,2-3-144 0 0,10 25-14 0 0,-10-24 116 0 0,5-5-151 0 0,25 16-7 0 0,-25-16 255 0 0,15-15-274 0 0,68-35-5 0 0,-89 45-25 0 0,0 0 1 0 0,1 0-1 0 0,-1 0 0 0 0,0 0 1 0 0,0 0-1 0 0,0-1 1 0 0,0 1-1 0 0,0-1 1 0 0,0 1-1 0 0,0-1 1 0 0,2-2-1 0 0,2-2 7 0 0,-4 3-2 0 0,1 1 0 0 0,-1-1 0 0 0,0 0 0 0 0,0 0 0 0 0,0 0-1 0 0,2-4 1 0 0,0 0-1 0 0,-1 0 0 0 0,-1 0 0 0 0,1 0 0 0 0,1-8-1 0 0,0 2 1 0 0,-3 9-3 0 0,1 1-1 0 0,-1 0 1 0 0,0-1 0 0 0,0 1 0 0 0,0-1-1 0 0,0 0 1 0 0,-1 1 0 0 0,1-1-1 0 0,-1-4 1 0 0,0 0 3 0 0,1 0 16 0 0,-3-36 36 0 0,2 35 54 0 0,-6-2-117 0 0,-18-31 10 0 0,18 31 65 0 0,-22 24-2131 0 0,-83 38 1412 0 0,83-38-102 0 0,26-4-3130 0 0,-5 25 772 0 0,6-25 237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45.5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0 380 0 0,'0'0'10511'0'0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46.1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60 672 0 0,'0'0'4416'0'0,"7"-10"-3905"0"0,1-1-339 0 0,16-28 6935 0 0,-23 64-6942 0 0,5 74-2 0 0,-5-75 120 0 0,2-14-168 0 0,-1 1-75 0 0,-1-7-7 0 0,-1 0-1 0 0,1 0 1 0 0,0 0 0 0 0,0 0-1 0 0,1 0 1 0 0,-1 0 0 0 0,1 0-1 0 0,0-1 1 0 0,3 6 0 0 0,11 19 37 0 0,-12-21 104 0 0,2-1-124 0 0,20 17-4 0 0,-20-17 178 0 0,90-6-142 0 0,-83-11-97 0 0,38-34-12 0 0,-38 34-1 0 0,-9 3-10 0 0,13-21-6 0 0,-12 21 1 0 0,-2 0 7 0 0,8-24 15 0 0,-8 24-13 0 0,-2 0-38 0 0,3-27 64 0 0,-3 27 2262 0 0,-3 36-2101 0 0,-8 86-21 0 0,5-46 72 0 0,5-60-118 0 0,0 4-24 0 0,0 32-37 0 0,0-32-82 0 0,2-3-120 0 0,3 26-154 0 0,-3-26-143 0 0,-1-1-186 0 0,0 1 301 0 0,1 6 49 0 0,5 8-4548 0 0,3 10 1094 0 0,-8-25 287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46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1 170 56 0 0,'0'0'12553'0'0,"2"23"-12296"0"0,8 69-22 0 0,-7-69 387 0 0,-2-14-468 0 0,3 12-192 0 0,-1-13 260 0 0,0-16 989 0 0,7-101-1212 0 0,-8 82-11 0 0,0 18 1 0 0,5-28-4 0 0,-5 28 17 0 0,0 1-11 0 0,7-24 19 0 0,-7 24-8 0 0,4 1-35 0 0,18-20 47 0 0,-18 20-16 0 0,3 3-14 0 0,28-13 15 0 0,-28 13 94 0 0,4 20-86 0 0,38 45 20 0 0,-38-46 7 0 0,-11-6-36 0 0,3 24 15 0 0,-3-25 44 0 0,-1 1-49 0 0,1 0-13 0 0,1 23-136 0 0,10-50 134 0 0,38-57-4 0 0,-38 57 1 0 0,-8 10 4 0 0,17-26 0 0 0,-17 26 6 0 0,0 2-8 0 0,17-20 1 0 0,-17 20-3 0 0,3 1-22 0 0,25-11 47 0 0,-25 12 288 0 0,7 18-225 0 0,43 42 20 0 0,-44-42-2 0 0,-9-5-3 0 0,23 44 115 0 0,-15-27-123 0 0,-10-20-24 0 0,-1 5-48 0 0,4 31-102 0 0,-5-31-149 0 0,-2 0-185 0 0,-5 34-269 0 0,4-34-307 0 0,1-1-396 0 0,-3 31-945 0 0,0-23-1472 0 0,-12 20 292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53.7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0 142 676 0 0,'0'0'751'0'0,"9"-9"-56"0"0,25-28-55 0 0,-26 28-73 0 0,1 2-50 0 0,25-17-41 0 0,-25 18 368 0 0,1 1-459 0 0,29-14-27 0 0,-29 14 306 0 0,-1 2-356 0 0,25-11-18 0 0,-25 10 3169 0 0,9 14-3315 0 0,54 28-13 0 0,-54-28 236 0 0,-24 3-263 0 0,-18 41-1 0 0,18-41 3 0 0,-1-2-13 0 0,-23 30-4 0 0,22-31-9 0 0,2-4-9 0 0,-20 20 5 0 0,20-20 150 0 0,-1 0-151 0 0,-22 15 5 0 0,22-15 330 0 0,29-3-599 0 0,65 8 179 0 0,-66-8-10 0 0,25 16-10 0 0,-31-14 27 0 0,-3 0 0 0 0,-9 2 15 0 0,10 21 10 0 0,-10-21 114 0 0,-5 4-17 0 0,-7 34 13 0 0,7-34-3 0 0,-4-1 9 0 0,-1 1-91 0 0,4-6-18 0 0,0 0 0 0 0,0-1 0 0 0,0 1 0 0 0,-1-1 0 0 0,1 0 0 0 0,-1 0 0 0 0,-6 5 0 0 0,-13 13 101 0 0,18-16-14 0 0,-7-1-8 0 0,-57 28 93 0 0,36-19-133 0 0,25-11 5 0 0,-6 0-99 0 0,-41 6-47 0 0,41-7-85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54.7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0 743 24 0 0,'0'0'9728'0'0,"10"-18"-9469"0"0,32-52-11 0 0,-24 36 76 0 0,-15 25-270 0 0,-2 0 17 0 0,2 3 135 0 0,1-6-16 0 0,21-56 167 0 0,-6 17-28 0 0,-15 42-285 0 0,10-31 166 0 0,1-12 29 0 0,0-2-23 0 0,-2-1-21 0 0,4-3-12 0 0,-7 30-88 0 0,-7 21-6 0 0,7-23 37 0 0,-8 21-100 0 0,1 2 47 0 0,-1-1-14 0 0,10-23-4 0 0,-9 24 150 0 0,0-1-173 0 0,11-21-2 0 0,-10 22 1900 0 0,4 26-1916 0 0,25 61 0 0 0,-25-60 56 0 0,-1-16-44 0 0,23 16-4 0 0,-22-16 56 0 0,9-15-71 0 0,49-34 6 0 0,-64 45-12 0 0,-1-1-1 0 0,1 0 0 0 0,-1 0 0 0 0,1 0 1 0 0,-1 0-1 0 0,1 0 0 0 0,-1 0 0 0 0,0 0 0 0 0,0 0 1 0 0,0 0-1 0 0,1-1 0 0 0,-1 1 0 0 0,0-1 1 0 0,1-2-1 0 0,2-6 3 0 0,16-27 26 0 0,-3 9-24 0 0,-13 21 120 0 0,-1 0-77 0 0,2-3 882 0 0,-3 11-358 0 0,-5 22-202 0 0,-13 49-639 0 0,14-62 415 0 0,-4 16-80 0 0,12 28-487 0 0,-1-48 170 0 0,15 20-41 0 0,-15-20-59 0 0,8-3-2833 0 0,38 9 2181 0 0,-38-9-263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0:06.3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99 269 76 0 0,'0'0'6136'0'0,"-17"5"-5781"0"0,-48 13 5 0 0,49-14 6662 0 0,59-5-6816 0 0,129-4 6 0 0,-129 4 63 0 0,-24-1-18 0 0,5 1-179 0 0,-3 0 50 0 0,0 0-1 0 0,23-6 0 0 0,30-5 321 0 0,6-3-23 0 0,-65 12-357 0 0,47-7 270 0 0,-4 4-139 0 0,-31 1-4 0 0,44-15 177 0 0,-57 15-310 0 0,45-12 257 0 0,-45 15-264 0 0,40-12 203 0 0,-10 2-102 0 0,-33 8-20 0 0,4 1-16 0 0,45-11 6 0 0,-45 10-20 0 0,-2 0 0 0 0,40-11 8 0 0,-40 11-16 0 0,1 1-10 0 0,45-10-4 0 0,-45 10 2 0 0,-2 0-10 0 0,33-10-5 0 0,-33 10-3 0 0,-1 0-5 0 0,33-9-9 0 0,-33 10 54 0 0,0-1-59 0 0,57-15 184 0 0,-14 7-206 0 0,-40 8 57 0 0,-3 0-62 0 0,2-1-343 0 0,7-2 436 0 0,-10 4-4807 0 0,2 0-4312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0:06.7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39 1 356 0 0,'0'0'14013'0'0,"37"4"-13829"0"0,111 12 0 0 0,-111-11 4 0 0,-25-2-30 0 0,4 3-107 0 0,46 11 335 0 0,-8-4-221 0 0,-41-10-13 0 0,0 0-8 0 0,38 11-6 0 0,-38-10-5 0 0,-5 0 14 0 0,23 10 28 0 0,-23-11 579 0 0,-7 7-447 0 0,4 31 2 0 0,-5-40-294 0 0,0 0 0 0 0,0 0 0 0 0,0 0-1 0 0,0 0 1 0 0,0 0 0 0 0,0 0 0 0 0,0 0-1 0 0,0 0 1 0 0,-1 0 0 0 0,1 0 0 0 0,0 0-1 0 0,0 0 1 0 0,-1 0 0 0 0,1 0 0 0 0,-1 0-1 0 0,1 0 1 0 0,-1 0 0 0 0,1 0 0 0 0,-1-1-1 0 0,0 1 1 0 0,1 0 0 0 0,-2 1 0 0 0,-28 38 329 0 0,-1-2 1 0 0,-2-1 0 0 0,-71 62-1 0 0,-75 29 579 0 0,91-67-703 0 0,62-43-474 0 0,20-14-176 0 0,-1 1-2049 0 0,-22 16 934 0 0,22-16-1442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0:07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1526 1 460 0 0,'0'0'13065'0'0,"-28"9"-12669"0"0,-179 62 245 0 0,186-62-536 0 0,6-4 43 0 0,1 0 0 0 0,-25 5 0 0 0,13-4-85 0 0,-347 80 744 0 0,294-71-608 0 0,-59 6 49 0 0,57-11-169 0 0,45-7 3 0 0,17-1-55 0 0,-59 2 94 0 0,1-3-76 0 0,58-1 6 0 0,0-1-16 0 0,-86-9 61 0 0,54 4-83 0 0,38 4-20 0 0,1-1-60 0 0,-36-7 17 0 0,36 8-9 0 0,-1-38-10118 0 0,11 32 7674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0:10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1077 1 4 0 0,'-66'35'209'0'0,"40"-19"-33"0"0,-181 127 272 0 0,69-43-300 0 0,-19 19-33 0 0,131-100-90 0 0,2 2-1 0 0,-28 28 0 0 0,21-17 23 0 0,11-14-32 0 0,-1 2 15 0 0,-36 44 0 0 0,52-59-22 0 0,-4 7 22 0 0,0 0 0 0 0,1 1 0 0 0,0 0 0 0 0,-9 23 0 0 0,4-13-10 0 0,1-3-6 0 0,2 1 1 0 0,0 0-1 0 0,-7 25 1 0 0,-15 61 65 0 0,-29 168 1 0 0,41-113-21 0 0,2 163 0 0 0,16-239-46 0 0,2 325 64 0 0,5-317-61 0 0,-2-11 73 0 0,4 0 1 0 0,23 113 0 0 0,-27-180-65 0 0,14 31 114 0 0,-9-27-114 0 0,5 11 53 0 0,23 45 1 0 0,-20-50-16 0 0,2 0 1 0 0,0-1-1 0 0,1-1 1 0 0,1-1-1 0 0,2-1 1 0 0,40 33-1 0 0,-12-16 86 0 0,3-3 1 0 0,72 38-1 0 0,-48-37 65 0 0,1-3 0 0 0,2-3 0 0 0,1-4 0 0 0,159 31 0 0 0,-132-40 76 0 0,1-5 0 0 0,188-2-1 0 0,-138-17 67 0 0,194-34 0 0 0,-222 14-143 0 0,-1-5 0 0 0,127-49 0 0 0,-125 28 49 0 0,166-93-1 0 0,-222 105-165 0 0,-1 0-17 0 0,-2-3 0 0 0,-3-3-1 0 0,-1-4 1 0 0,-2-2-1 0 0,-3-3 1 0 0,-3-3-1 0 0,81-97 1 0 0,-92 85 41 0 0,-2-1 1 0 0,-4-3-1 0 0,63-142 0 0 0,-75 138 33 0 0,34-128-1 0 0,0-87 56 0 0,-57 241-178 0 0,-2-1 1 0 0,-2 1-1 0 0,-3-1 0 0 0,-2 0 1 0 0,-9-76-1 0 0,3 91-19 0 0,-1 0-1 0 0,-3 1 1 0 0,0 0 0 0 0,-2 0-1 0 0,-2 1 1 0 0,-2 1-1 0 0,-1 1 1 0 0,-28-44 0 0 0,15 33 0 0 0,-3 2 1 0 0,-1 2-1 0 0,-2 1 1 0 0,-62-54-1 0 0,76 76-9 0 0,-132-101 14 0 0,-126-48-2 0 0,224 139-28 0 0,0 3 0 0 0,-1 2 1 0 0,-79-21-1 0 0,32 21-85 0 0,-2 4 0 0 0,-195-10 0 0 0,255 30-11 0 0,-208 10-190 0 0,50-6-272 0 0,199-5 558 0 0,-188 8-460 0 0,160-7 189 0 0,-50-2-18 0 0,42 2-10 0 0,-43 4 8 0 0,47-2-2 0 0,-29 5 0 0 0,51-7 176 0 0,1 1-1 0 0,-1 0 0 0 0,-16 6 1 0 0,13-3 18 0 0,-10 3-327 0 0,2 2-722 0 0,-44 25-1 0 0,64-31-181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50.2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0 156 0 0,'0'0'6930'0'0,"6"22"-6659"0"0,18 65-13 0 0,-18-65-26 0 0,3 15 187 0 0,-7-30 50 0 0,2 1-343 0 0,13 26-7 0 0,-12-26 1069 0 0,7-26-1101 0 0,38-55 6 0 0,-49 71-86 0 0,1 0 1 0 0,-1 1-1 0 0,0-1 0 0 0,0 0 0 0 0,1 0 0 0 0,-1 1 1 0 0,0-1-1 0 0,-1 0 0 0 0,1 0 0 0 0,0 0 0 0 0,-1-1 0 0 0,2-3 1 0 0,3-35 86 0 0,-3 31-4 0 0,-1 2 2 0 0,5-24 1 0 0,-5 24 2212 0 0,10 32-2022 0 0,30 72-5 0 0,-29-63 7 0 0,-5 20 230 0 0,-2-5-118 0 0,-2-38-334 0 0,-2-4 10 0 0,1 0-1 0 0,-1 0 1 0 0,-1 0 0 0 0,1-1 0 0 0,-1 11-1 0 0,1 32 76 0 0,0-36-19 0 0,-2-2-74 0 0,-1 3-72 0 0,-2 37-688 0 0,4-22 571 0 0,0-18-3105 0 0,0 1-3435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51.4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0 746 156 0 0,'0'0'5168'0'0,"14"-13"-4958"0"0,40-37-33 0 0,-41 38 904 0 0,-12 3-997 0 0,0-27 5 0 0,-1 27 1249 0 0,2 0-1271 0 0,7-27 5 0 0,-7 27 179 0 0,0-1-165 0 0,1-2-57 0 0,-1 7-2 0 0,-1 0 0 0 0,0 0 0 0 0,0-1 0 0 0,0 1 0 0 0,-1 0 1 0 0,0-1-1 0 0,0-8 0 0 0,0 0 1 0 0,-1-40 109 0 0,-5-1 21 0 0,3 39-136 0 0,-5-46 74 0 0,2-1 7 0 0,6 53-87 0 0,-3-32 59 0 0,-6-9 51 0 0,4 19-80 0 0,3 24 1246 0 0,11 31-1255 0 0,25 69-3 0 0,-26-68 171 0 0,14-39-188 0 0,7-5-15 0 0,29-25 0 0 0,-55 43-2 0 0,-1-1 0 0 0,1 1 0 0 0,-1-1 0 0 0,0 1 1 0 0,1-1-1 0 0,-1 0 0 0 0,0 0 0 0 0,0 0 0 0 0,-1-1 0 0 0,1 1 0 0 0,-1 0 0 0 0,2-7 0 0 0,-1 3 7 0 0,0-1-1 0 0,8-22-9 0 0,-7 22 44 0 0,0 1-59 0 0,12-23 18 0 0,-12 23 1184 0 0,3 29-975 0 0,18 68-17 0 0,-17-68-15 0 0,-6-12-33 0 0,6 30-16 0 0,-5-30-28 0 0,0-4-56 0 0,5 21-86 0 0,-5-20-93 0 0,0 2-1646 0 0,7 25 979 0 0,-7-25-229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52.0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0 604 0 0,'0'0'10462'0'0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38.7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152 174 292 0 0,'0'0'11377'0'0,"-21"10"-11301"0"0,-88 39 47 0 0,107-41-67 0 0,-8 21-7 0 0,7-22 42 0 0,2 2-49 0 0,-3 27-2 0 0,3-27 124 0 0,6 4-144 0 0,17 37 0 0 0,-17-38 53 0 0,7-10-42 0 0,35 7 10 0 0,-36-6 267 0 0,19-11-273 0 0,90-24 2 0 0,-91 24-10 0 0,-20 2-1 0 0,2 1-18 0 0,-6 3-2 0 0,-1 0 0 0 0,1-1 0 0 0,-1 1 0 0 0,0-1 1 0 0,0 0-1 0 0,0 0 0 0 0,6-7 0 0 0,-2 4 7 0 0,24-25 67 0 0,-3-1-47 0 0,-21 24 14 0 0,-3 1 21 0 0,15-24 6 0 0,-15 23-7 0 0,-3 0-9 0 0,6-25 2 0 0,-5 24 86 0 0,-4 0-73 0 0,-4-30-4 0 0,4 30 77 0 0,-3 0-80 0 0,-13-27-17 0 0,13 27 47 0 0,-4 4-59 0 0,-1-2-24 0 0,-21-14 72 0 0,18 19-73 0 0,-35-8 0 0 0,35 7-6 0 0,-5 14-12 0 0,-55 32 14 0 0,49-26-2 0 0,2 6-6 0 0,16-17 4 0 0,-1 1-8 0 0,-1 0 3 0 0,5-4 0 0 0,-1 0 0 0 0,1-1 0 0 0,0 1 1 0 0,0 0-1 0 0,0 0 0 0 0,0 0 1 0 0,0 1-1 0 0,0-1 0 0 0,1 0 1 0 0,-2 5-1 0 0,-9 22-4 0 0,8-22 3 0 0,5-6 1 0 0,-1 0 1 0 0,-1 1 0 0 0,1-1-1 0 0,0 0 1 0 0,0 0 0 0 0,-1 0 0 0 0,1 0-1 0 0,-1 0 1 0 0,0 0 0 0 0,-1 3-1 0 0,1-3 1 0 0,0 0 0 0 0,1 0-1 0 0,-1 0 1 0 0,0 0 0 0 0,1 0-1 0 0,-1 0 1 0 0,1 1-1 0 0,0-1 1 0 0,0 0 0 0 0,0 3-1 0 0,0-2 2 0 0,0-1-1 0 0,0 1 0 0 0,0 0 0 0 0,0 0 1 0 0,1 0-1 0 0,0-1 0 0 0,-1 1 0 0 0,3 5 1 0 0,-2-6-4 0 0,0 1 0 0 0,0 0 0 0 0,0-1 0 0 0,-1 1 0 0 0,1 0 0 0 0,-1 0 0 0 0,0-1 0 0 0,0 6 0 0 0,4 2-3 0 0,10 27 1 0 0,-10-28 8 0 0,16-27-12 0 0,61-52 1 0 0,-57 46 5 0 0,-8 0 6 0 0,-12 18 4 0 0,0-2-2 0 0,13-22 2 0 0,-13 22 7 0 0,-1-2 1 0 0,9-30-12 0 0,-10 30 17 0 0,-8-43-85 0 0,-20 69 50 0 0,-78 49-3 0 0,102-64 17 0 0,-1 0 0 0 0,1 1 0 0 0,-1-1 0 0 0,1 1 0 0 0,0-1 0 0 0,-1 1 0 0 0,1 0 0 0 0,0-1 0 0 0,0 1 0 0 0,0 0 0 0 0,1 0 0 0 0,-3 4 0 0 0,-2 2-2 0 0,3-4-1 0 0,0 0 1 0 0,0 0 0 0 0,1 0 0 0 0,0 0 0 0 0,0 1 0 0 0,0-1-1 0 0,-1 6 1 0 0,-9 21-3 0 0,10-23-4 0 0,0 0-3 0 0,-1 1 9 0 0,2-6-5 0 0,0 1 0 0 0,0-1 0 0 0,0 1 0 0 0,0-1 0 0 0,1 1 0 0 0,-1-1 1 0 0,1 6-1 0 0,8 0-7 0 0,23 26 10 0 0,-23-26 44 0 0,10-25-32 0 0,53-49 4 0 0,-54 48 45 0 0,-21 6-50 0 0,-13-37-4 0 0,13 36-17 0 0,-17 30-3013 0 0,-61 51 2006 0 0,79-67 788 0 0,0 0 0 0 0,0 0 0 0 0,0 1 0 0 0,0 0-1 0 0,1-1 1 0 0,-1 1 0 0 0,-3 5 0 0 0,-14 24-2869 0 0,15-24 239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39.8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423 110 236 0 0,'0'0'2588'0'0,"-11"-8"-2178"0"0,-32-21-30 0 0,33 22 1457 0 0,3 1-1490 0 0,-20-17-40 0 0,20 17 2117 0 0,-1 1-2246 0 0,-27-16-14 0 0,27 16 934 0 0,-17 12-1053 0 0,-97 27 43 0 0,115-28-47 0 0,-20 20-6 0 0,20-20 4 0 0,1 0 0 0 0,-18 18-2 0 0,18-17-4 0 0,2 1-9 0 0,-2 2-15 0 0,3-5-2 0 0,0 0 0 0 0,1 0-1 0 0,-1 0 1 0 0,1 0 0 0 0,0 1 0 0 0,-1 7 0 0 0,-7 20 31 0 0,7-25-1 0 0,3 4-7 0 0,-2 47 49 0 0,2-56-75 0 0,0-1-1 0 0,0 0 1 0 0,0 0 0 0 0,1 1 0 0 0,-1-1-1 0 0,1 0 1 0 0,-1 0 0 0 0,1 0 0 0 0,0 0-1 0 0,-1 1 1 0 0,3 1 0 0 0,-2-2 0 0 0,0 0 1 0 0,0 0-1 0 0,-1 0 0 0 0,1 0 1 0 0,0 1-1 0 0,-1-1 0 0 0,1 0 1 0 0,-1 0-1 0 0,0 1 1 0 0,0-1-1 0 0,0 3 0 0 0,6 1 12 0 0,18 20-2 0 0,-18-20 296 0 0,25-20-248 0 0,89-45-9 0 0,-115 57-46 0 0,-1 0 0 0 0,0 1 0 0 0,0-1 0 0 0,0-1 0 0 0,0 1 0 0 0,-1-1 0 0 0,5-3 0 0 0,-1 1 10 0 0,-4 3-11 0 0,-1 1 1 0 0,0-1-1 0 0,0 0 0 0 0,0 0 1 0 0,0 0-1 0 0,0 0 1 0 0,0-1-1 0 0,0 1 0 0 0,-1 0 1 0 0,1-1-1 0 0,-1 1 1 0 0,2-4-1 0 0,21-38 224 0 0,-4 5-134 0 0,-15 30 144 0 0,-2 2-108 0 0,2-7-250 0 0,0 9 476 0 0,-2 19 1728 0 0,-1 23-2038 0 0,1 9 53 0 0,-4 46 1 0 0,-6-12 75 0 0,2-44-143 0 0,-5 153 298 0 0,10-104-128 0 0,1-65-174 0 0,0 1 22 0 0,-1 1 1 0 0,-5 40-1 0 0,4-42 33 0 0,4 54 49 0 0,0-15 2 0 0,-3-28-54 0 0,0-24-3 0 0,2 3-44 0 0,7 28-9 0 0,-7-28 297 0 0,23-28-311 0 0,79-60 8 0 0,-89 66-16 0 0,-10 9-2 0 0,-1-1 0 0 0,0 0 0 0 0,0 0-1 0 0,0 0 1 0 0,0 0 0 0 0,-1-1 0 0 0,0 1 0 0 0,5-9 0 0 0,-7 11-1 0 0,7-10-2 0 0,85-115-221 0 0,-72 102 32 0 0,-16 19-60 0 0,-3 3 167 0 0,0-1-1 0 0,0 0 0 0 0,1 1 0 0 0,-1 0 0 0 0,1-1 0 0 0,5-4 0 0 0,-1 1-56 0 0,-2-1-357 0 0,0 1-1467 0 0,14-24 1142 0 0,-15 23-75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29:40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0 152 560 0 0,'0'0'2305'0'0,"6"-11"-1755"0"0,17-32 1 0 0,-18 32 507 0 0,-2 4-531 0 0,9-23-5 0 0,-10 23 1526 0 0,3 0-1568 0 0,14-21-13 0 0,-15 21 4248 0 0,10 24-4499 0 0,43 55-16 0 0,-55-70-180 0 0,0 0 1 0 0,0 0-1 0 0,0 0 0 0 0,-1 1 1 0 0,1-1-1 0 0,-1 0 1 0 0,1 1-1 0 0,1 4 1 0 0,5 20 147 0 0,-6-21-17 0 0,0 7-18 0 0,10 58 67 0 0,-10-60-191 0 0,2 34-118 0 0,-3-33 47 0 0,0-4-38 0 0,0-1 0 0 0,-1 1 1 0 0,0 0-1 0 0,-2 10 0 0 0,-1 17-392 0 0,2-27-175 0 0,2 2-1237 0 0,2 28-192 0 0,-2-28-1393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0:13.2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3194 573 44 0 0,'0'0'2011'0'0,"-14"-11"-1785"0"0,-41-31 25 0 0,41 32 735 0 0,7 4-809 0 0,-18-19-2 0 0,18 19 577 0 0,1-1-578 0 0,-18-23 2 0 0,18 23 150 0 0,0 1-186 0 0,-18-18-9 0 0,18 18 115 0 0,0-1-135 0 0,-18-20 4 0 0,18 20 103 0 0,-2 1-105 0 0,-23-20-2 0 0,23 20-9 0 0,0 1-2 0 0,-22-13-11 0 0,23 14 82 0 0,-1-3-90 0 0,-25-20 1 0 0,25 21-15 0 0,1 0-3 0 0,-18-17-16 0 0,18 17 4 0 0,1 1-6 0 0,-18-17-4 0 0,18 16 26 0 0,-4-1-37 0 0,-31-22-1 0 0,30 21-16 0 0,2 3 1 0 0,-42-28 27 0 0,24 18-25 0 0,21 11 12 0 0,-7-2-13 0 0,-38-17 3 0 0,38 17-7 0 0,4 3-17 0 0,-27-8 3 0 0,27 8 2 0 0,-3 0-11 0 0,-36-9 7 0 0,36 10 13 0 0,-2 0-14 0 0,-43-3 1 0 0,43 4 2 0 0,-8 2-68 0 0,-84 4 4 0 0,92-3 13 0 0,-42 8 1 0 0,42-7-16 0 0,5-3 45 0 0,0 0 0 0 0,0 1 1 0 0,0 0-1 0 0,-11 3 1 0 0,3 0 0 0 0,3-2-35 0 0,-3 0-1 0 0,-84 12-124 0 0,4 0 62 0 0,57-6 44 0 0,30-6 6 0 0,-9 0 3 0 0,-91 11-63 0 0,62-8 51 0 0,35-4 30 0 0,-4 2 8 0 0,-3-1 30 0 0,3-1-7 0 0,-1 2 0 0 0,-22 6 0 0 0,2 0 15 0 0,28-7-17 0 0,-6 1-10 0 0,-58 13 0 0 0,24 2 5 0 0,41-15-7 0 0,-7 2-1 0 0,-3 1 20 0 0,-51 17-48 0 0,14-1 34 0 0,-7 3 9 0 0,47-18 17 0 0,2 0-1 0 0,0 0 1 0 0,-21 5 0 0 0,-39 14-13 0 0,12-3 28 0 0,51-20-7 0 0,-29 16 26 0 0,-10 8-7 0 0,40-22-20 0 0,-32 21 20 0 0,-7 9-8 0 0,-99 84 200 0 0,39-13-16 0 0,13 0-37 0 0,64-73-131 0 0,13-15 32 0 0,1 1-1 0 0,0 1 1 0 0,2 1-1 0 0,-28 44 1 0 0,10-1 85 0 0,24-41-81 0 0,1-1 1 0 0,1 2-1 0 0,-5 26 0 0 0,4-6 76 0 0,-3 67 0 0 0,7 121 35 0 0,6-93-104 0 0,-2-67-9 0 0,12 90 0 0 0,17 13 40 0 0,-19-131-77 0 0,-4-17-14 0 0,0 0-1 0 0,2-1 0 0 0,1 0 1 0 0,2-1-1 0 0,11 26 0 0 0,200 415 288 0 0,-131-312-196 0 0,-35-64-48 0 0,-37-61-37 0 0,2 0 0 0 0,0-1 0 0 0,2-1 0 0 0,28 26 0 0 0,106 82 64 0 0,23-10 7 0 0,-136-98-49 0 0,67 39-8 0 0,-54-34 10 0 0,130 58 46 0 0,-122-60-84 0 0,-47-23-8 0 0,-2 0 4 0 0,0-1-1 0 0,22 7 1 0 0,44 12 22 0 0,-64-20-17 0 0,51 13 49 0 0,6-1 16 0 0,-27-7-29 0 0,-35-7-7 0 0,2 0-4 0 0,43 7 0 0 0,-43-8 5 0 0,-1-1-7 0 0,4-1-23 0 0,7 1 1 0 0,3-1 111 0 0,-5 0-100 0 0,-1-1 0 0 0,23-4 0 0 0,-17 2-7 0 0,8-3 17 0 0,40-15 46 0 0,-70 20-72 0 0,22-6 29 0 0,-1-1 0 0 0,47-20 0 0 0,6-6 30 0 0,84-59 39 0 0,-65 24-61 0 0,-30 19 2 0 0,-23 18-24 0 0,-34 26-17 0 0,28-21-1 0 0,-12 7-1 0 0,-20 15 13 0 0,3-2-4 0 0,29-20 5 0 0,-29 20 3 0 0,-2 0 1 0 0,1-1-13 0 0,-4 5-1 0 0,-1 0-1 0 0,0-1 1 0 0,0 0 0 0 0,-1 0 0 0 0,1 0 0 0 0,5-9-1 0 0,19-26 49 0 0,-22 33-43 0 0,-3 4-6 0 0,-1-1 0 0 0,1 1 0 0 0,-1-1 0 0 0,0 0 0 0 0,0 1 0 0 0,0-1 0 0 0,-1 0 0 0 0,1 0 0 0 0,-1 0 0 0 0,2-4 0 0 0,21-44 61 0 0,5-6 14 0 0,-25 47-68 0 0,-2 4-1 0 0,0 0-1 0 0,1 0 0 0 0,-1 1 1 0 0,1-1-1 0 0,6-6 0 0 0,20-35 50 0 0,-4 2-14 0 0,-1-1 0 0 0,5-4-6 0 0,2-8 0 0 0,40-96 30 0 0,-52 103-51 0 0,-2 0 1 0 0,-2-1-1 0 0,-2 0 0 0 0,-3-1 1 0 0,-2-1-1 0 0,2-85 1 0 0,-11-236-5 0 0,-1 310-17 0 0,1 8-1 0 0,-10-147-12 0 0,-1 112 5 0 0,6 38-57 0 0,-22-93 0 0 0,-37-48-501 0 0,52 165 214 0 0,-1 0-1 0 0,-2 2 0 0 0,-1-1 0 0 0,-22-28 0 0 0,23 41-449 0 0,-6-2-536 0 0,-1 1 0 0 0,-26-15-1 0 0,41 28-973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2:09.1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332 0 6553 0 0,'-47'7'654'0'0,"-53"16"0"0"0,95-22-596 0 0,0 1 1 0 0,0 0-1 0 0,0 1 1 0 0,0-1-1 0 0,0 1 1 0 0,1 0-1 0 0,-1 0 0 0 0,1 1 1 0 0,0-1-1 0 0,-7 8 1 0 0,10-10-44 0 0,-36 36 358 0 0,4 1 0 0 0,5 5 131 0 0,23-35-382 0 0,1 0 0 0 0,0 1 0 0 0,-4 13 0 0 0,6-14-29 0 0,0 1-1 0 0,1 0 1 0 0,0 16-1 0 0,0-15 23 0 0,1-1 1 0 0,1 0-1 0 0,0 0 1 0 0,3 12-1 0 0,-2-15-52 0 0,0 1-1 0 0,1-1 0 0 0,0 0 1 0 0,0 0-1 0 0,1 0 0 0 0,4 6 1 0 0,27 31 408 0 0,1-4-65 0 0,3-8 65 0 0,5-1-65 0 0,-34-24-271 0 0,1-2 1 0 0,-1 1-1 0 0,18 3 0 0 0,-18-5-8 0 0,0-1 0 0 0,0 0 0 0 0,1-1 0 0 0,-1 0 0 0 0,21-1 0 0 0,-11-2 92 0 0,0-1 0 0 0,-1-1 0 0 0,28-8 0 0 0,-40 9-151 0 0,0 0 0 0 0,0 0 0 0 0,0 0 0 0 0,0-1 0 0 0,-1 0 0 0 0,11-8 0 0 0,21-23-201 0 0,-6-4-83 0 0,-6-7-36 0 0,-7-5 35 0 0,-6 2-48 0 0,-11 45 242 0 0,0-3-24 0 0,0 1-1 0 0,-1-1 0 0 0,0 0 0 0 0,1-12 0 0 0,-2 12 14 0 0,-1 1 0 0 0,0 0-1 0 0,0-1 1 0 0,0 1 0 0 0,-1 0-1 0 0,0 0 1 0 0,-4-10 0 0 0,3 9-19 0 0,-1 0 0 0 0,-1 0 1 0 0,1 0-1 0 0,-1 1 1 0 0,-8-9-1 0 0,5 7-23 0 0,0 1-1 0 0,-17-12 1 0 0,-22-14-176 0 0,11-1 52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2: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1336 100 6553 0 0,'-163'1'1322'0'0,"62"-9"-481"0"0,11-1-114 0 0,4-2 20 0 0,6 0-13 0 0,-3 2 13 0 0,-2-5-20 0 0,6 3 1 0 0,-8 3 19 0 0,-7 2 20 0 0,-4 2 114 0 0,-2 1-80 0 0,7-1 80 0 0,-4 1-120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2:33.0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457 1 6553 0 0,'-141'48'1356'0'0,"63"-21"-664"0"0,20-2-169 0 0,5 5 100 0 0,5 0-95 0 0,2 2-122 0 0,43-31-375 0 0,1 1 1 0 0,-1-1-1 0 0,1 1 1 0 0,0 0-1 0 0,0 0 1 0 0,-1 0-1 0 0,1 0 1 0 0,0 0-1 0 0,1 1 1 0 0,-1-1-1 0 0,0 1 1 0 0,1-1 0 0 0,-1 1-1 0 0,1-1 1 0 0,-2 6-1 0 0,3-3 18 0 0,0 0 0 0 0,1 1 0 0 0,-1-1-1 0 0,1 0 1 0 0,0 0 0 0 0,0 1 0 0 0,1-1 0 0 0,0 0 0 0 0,0 0 0 0 0,2 5-1 0 0,25 48 490 0 0,-8-9-10 0 0,-4 1-29 0 0,2 3 29 0 0,8-6-24 0 0,0-10-131 0 0,10 0 24 0 0,5 4 169 0 0,1-2-137 0 0,-7 0 76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2:35.1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27 6553 0 0,'131'28'1148'0'0,"-106"-23"-729"0"0,46 2 0 0 0,30-11 374 0 0,1-5 95 0 0,-86 8-758 0 0,14-1 233 0 0,-27 0-148 0 0,-11-1 40 0 0,-152-20 1283 0 0,52 10-588 0 0,25 4-223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2:59.9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1 396 6553 0 0,'201'-30'121'0'0,"-90"19"519"0"0,-15 5 211 0 0,-13-1-173 0 0,-77 6-628 0 0,30-2 379 0 0,-30 0-151 0 0,-15 1 56 0 0,-23-2 111 0 0,0 2-19 0 0,1-3 0 0 0,-32-7-1 0 0,60 11-391 0 0,1 1-1 0 0,-1-1 0 0 0,1 0 0 0 0,0 0 1 0 0,-1 0-1 0 0,1-1 0 0 0,0 1 0 0 0,0 0 1 0 0,-1-1-1 0 0,1 1 0 0 0,0-1 1 0 0,1 0-1 0 0,-1 0 0 0 0,0 0 0 0 0,0 0 1 0 0,-1-3-1 0 0,2 3-1 0 0,0-1 1 0 0,0 1-1 0 0,0-1 0 0 0,1 0 0 0 0,-1 1 1 0 0,1-1-1 0 0,0 0 0 0 0,0 1 1 0 0,0-1-1 0 0,0-3 0 0 0,5-60 365 0 0,1-3-524 0 0,0 6-75 0 0,-5 10 24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0.71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1 498 6553 0 0,'111'-43'121'0'0,"-91"38"37"0"0,0 1 1 0 0,36-2-1 0 0,38 0 135 0 0,19 2 587 0 0,-10 5-71 0 0,9 1 77 0 0,-65-3-403 0 0,-38-2-204 0 0,-13-2 47 0 0,-35-9 444 0 0,-59-11 0 0 0,-2 3 64 0 0,97 21-817 0 0,0 0-1 0 0,0 0 1 0 0,0-1-1 0 0,0 1 1 0 0,0-1 0 0 0,0 0-1 0 0,1 0 1 0 0,-1 0-1 0 0,0 0 1 0 0,1 0-1 0 0,0 0 1 0 0,-1-1 0 0 0,1 1-1 0 0,0-1 1 0 0,0 0-1 0 0,-2-3 1 0 0,1-2-45 0 0,1 1 0 0 0,0-1 0 0 0,0 0 0 0 0,0 1 1 0 0,-1-15-1 0 0,-3-30-138 0 0,-7-7-68 0 0,2 6 61 0 0,-2 2-16 0 0,-2 1-26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1.3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85 6553 0 0,'177'-22'161'0'0,"-64"7"600"0"0,-27 6 6 0 0,1 2-20 0 0,5-1 20 0 0,11-3 159 0 0,7-2 60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1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50 6553 0 0,'189'2'1602'0'0,"-34"-16"-316"0"0,-27-2-149 0 0,-25 9-332 0 0,-9 1-44 0 0,1 1 127 0 0,-5 1-95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3.1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290 0 6553 0 0,'137'59'1323'0'0,"-124"-53"-1133"0"0,-1 1 0 0 0,24 15 0 0 0,6 14 314 0 0,-37-32-416 0 0,-1 1 0 0 0,0 0 0 0 0,0 0 0 0 0,-1 0 0 0 0,6 12 0 0 0,-7-12-18 0 0,0 1 0 0 0,0-1 0 0 0,0 1 0 0 0,-1 0 0 0 0,0-1 0 0 0,1 12 0 0 0,-2-6 53 0 0,0 0-1 0 0,-1 0 1 0 0,-4 20-1 0 0,2-16 51 0 0,-2 0 0 0 0,-6 14 0 0 0,-14 24 350 0 0,-6 0 50 0 0,7-11-210 0 0,1 4 125 0 0,4 8 49 0 0,2 4-9 0 0,9-4-38 0 0,8 6-9 0 0,0-52-400 0 0,1 0 1 0 0,0-1 0 0 0,1 1-1 0 0,-1-1 1 0 0,5 9 0 0 0,-4-9 6 0 0,2-1 0 0 0,-1 1 0 0 0,1-1 0 0 0,0 0 0 0 0,8 9 0 0 0,-7-9-12 0 0,-4-6-59 0 0,0 1 0 0 0,0 0 1 0 0,0-1-1 0 0,-1 1 0 0 0,1 0 0 0 0,0 0 0 0 0,0 0 1 0 0,0 0-1 0 0,-1 0 0 0 0,1 0 0 0 0,-1 0 0 0 0,1 0 0 0 0,0 0 1 0 0,-1 0-1 0 0,0 0 0 0 0,1 0 0 0 0,-1 0 0 0 0,0 0 1 0 0,1 1-1 0 0,-1-1 0 0 0,0 0 0 0 0,0 0 0 0 0,0 0 1 0 0,0 1-1 0 0,0-1 0 0 0,0 0 0 0 0,-1 0 0 0 0,1 0 1 0 0,-1 2-1 0 0,-2 1 57 0 0,-1 1-1 0 0,0-1 1 0 0,0 0 0 0 0,0-1 0 0 0,-5 5 0 0 0,-17 14 239 0 0,23-18-263 0 0,0 0-1 0 0,-1 0 0 0 0,2 1 1 0 0,-1-1-1 0 0,0 0 0 0 0,1 1 1 0 0,0 0-1 0 0,0 0 0 0 0,0 0 1 0 0,-1 6-1 0 0,-5 40 281 0 0,6 5 150 0 0,7 13 201 0 0,2 7-23 0 0,0-25-232 0 0,-3 13 72 0 0,1 7 142 0 0,-5-20-119 0 0,-7 9-31 0 0,-8 3 38 0 0,11-52-394 0 0,0-1 1 0 0,0 1-1 0 0,-8 11 0 0 0,-21 23 371 0 0,0-7-183 0 0,-18 6-238 0 0,9-14-78 0 0,-15 0-6 0 0,-3-7 0 0 0,-8-5 0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4.7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50 6553 0 0,'23'-12'0'0'0,"42"-16"0"0"0,-56 26 0 0 0,0-1 0 0 0,0 2 0 0 0,0-1 0 0 0,0 1 0 0 0,0 1 0 0 0,0-1 0 0 0,17 3 0 0 0,-15-1 13 0 0,0 1 0 0 0,1 0 0 0 0,-1 1 0 0 0,0 0-1 0 0,-1 0 1 0 0,20 10 0 0 0,-27-11 7 0 0,-1-1 0 0 0,0 1 0 0 0,0 0 0 0 0,1-1 0 0 0,-1 1-1 0 0,-1 0 1 0 0,1 0 0 0 0,0 1 0 0 0,0-1 0 0 0,-1 0 0 0 0,1 0 0 0 0,-1 1 0 0 0,0-1 0 0 0,0 1 0 0 0,0-1 0 0 0,0 1 0 0 0,0 0 0 0 0,0-1-1 0 0,-1 1 1 0 0,1 0 0 0 0,-1 2 0 0 0,1 1 36 0 0,-1-1-1 0 0,0 1 1 0 0,-1-1-1 0 0,1 0 0 0 0,-1 1 1 0 0,0-1-1 0 0,0 0 1 0 0,0 1-1 0 0,-5 9 1 0 0,0-2 122 0 0,-1 0 1 0 0,0-1-1 0 0,-13 16 1 0 0,16-23-113 0 0,0 1-1 0 0,0-1 1 0 0,-1 0 0 0 0,0-1 0 0 0,0 1 0 0 0,-6 3-1 0 0,-2 0 104 0 0,1 0-1 0 0,-17 5 0 0 0,25-11-131 0 0,-20 10 227 0 0,23-11-248 0 0,1 0 0 0 0,-1-1 1 0 0,0 1-1 0 0,0 0 0 0 0,1 0 1 0 0,-1 0-1 0 0,0 0 0 0 0,1 0 0 0 0,-1 0 1 0 0,1 0-1 0 0,-1 0 0 0 0,1 0 1 0 0,-1 0-1 0 0,1 0 0 0 0,0 0 0 0 0,0 0 1 0 0,-1 0-1 0 0,1 0 0 0 0,0 2 1 0 0,2 5 86 0 0,0 1 1 0 0,0-1-1 0 0,1 0 0 0 0,0 0 1 0 0,0 0-1 0 0,6 9 1 0 0,-3-4 18 0 0,0-2 21 0 0,-2 1 0 0 0,7 22 0 0 0,-3 16 335 0 0,-10 13 21 0 0,0-51-323 0 0,0 0 0 0 0,-7 20 0 0 0,7-25-92 0 0,-1 0 0 0 0,0 0 0 0 0,0 0 0 0 0,-1-1 1 0 0,-4 6-1 0 0,6-8-47 0 0,0-1-1 0 0,-1 0 1 0 0,0 0 0 0 0,0 0 0 0 0,0 0 0 0 0,0-1 0 0 0,0 1 0 0 0,-1-1 0 0 0,1 0 0 0 0,-1 0-1 0 0,-7 3 1 0 0,-6 0 193 0 0,0-1 0 0 0,-30 4 0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4.9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 6553 0 0,'37'-6'55'0'0,"0"1"0"0"0,38-1 1 0 0,-58 7 69 0 0,0 0 0 0 0,-1 2 0 0 0,1 0 0 0 0,-1 0 0 0 0,18 8 0 0 0,-15-5 79 0 0,0 2 0 0 0,19 9 0 0 0,-30-12-77 0 0,0 0-1 0 0,0 0 0 0 0,12 11 0 0 0,-15-11-59 0 0,0 0 1 0 0,0 0 0 0 0,0 1-1 0 0,-1 0 1 0 0,5 6-1 0 0,-8-9-34 0 0,1-1 0 0 0,-1 1 0 0 0,0 0 0 0 0,0 0 0 0 0,0-1 0 0 0,0 1 0 0 0,0 0 0 0 0,-1 0 0 0 0,1 0-1 0 0,-1 0 1 0 0,0 0 0 0 0,0 0 0 0 0,0 0 0 0 0,0 0 0 0 0,0 0 0 0 0,-2 4 0 0 0,0 2 70 0 0,-1-1 1 0 0,-1 0-1 0 0,1 0 0 0 0,-1 0 1 0 0,-1-1-1 0 0,-8 13 1 0 0,8-14-28 0 0,1-1 1 0 0,-2 1 0 0 0,1-1 0 0 0,-1 0-1 0 0,-10 8 1 0 0,-34 16 465 0 0,35-22-317 0 0,0-1 0 0 0,-22 7 1 0 0,-37-1 301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5.2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197 1 6553 0 0,'-78'89'1058'0'0,"72"-81"-943"0"0,1 0 0 0 0,0 0 0 0 0,-7 15 0 0 0,10-18-58 0 0,-21 40 447 0 0,1 8 24 0 0,1-3-62 0 0,-2-11-102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5.4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186 1 6553 0 0,'-94'80'1190'0'0,"47"-37"-648"0"0,2-11-37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5.5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88 1 6553 0 0,'-55'98'930'0'0,"50"-88"-797"0"0,1 1 0 0 0,1-1 0 0 0,-4 15 0 0 0,6-21-95 0 0,-11 43 443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5.7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33 6553 0 0,'100'-23'161'0'0,"5"15"640"0"0,-3 6 160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6.0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 0 0,'54'5'737'0'0,"70"14"-1"0"0,-121-18-703 0 0,1 0 1 0 0,0 0-1 0 0,0 0 0 0 0,-1 1 0 0 0,1-1 1 0 0,0 1-1 0 0,-1 0 0 0 0,0 0 1 0 0,1 0-1 0 0,-1 0 0 0 0,0 0 0 0 0,0 1 1 0 0,0 0-1 0 0,0 0 0 0 0,-1-1 1 0 0,1 2-1 0 0,3 5 0 0 0,-3-3 50 0 0,1 0-1 0 0,-2 0 1 0 0,1 0-1 0 0,-1 1 1 0 0,3 11-1 0 0,-3-8 24 0 0,0 1 0 0 0,-1 0 0 0 0,0 0 0 0 0,-1 10 0 0 0,0-11-3 0 0,-1-1 0 0 0,-1 0 0 0 0,0 0 0 0 0,0 0 0 0 0,-4 9 0 0 0,4-11-27 0 0,-1-1 1 0 0,0 0 0 0 0,-1 0-1 0 0,1 0 1 0 0,-10 11 0 0 0,-25 20 546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6.2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93 1 6553 0 0,'0'0'0'0'0,"-92"128"1539"0"0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7.23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0 513 6553 0 0,'113'20'928'0'0,"-84"-17"-492"0"0,44-1-1 0 0,45-6 629 0 0,-23 5-219 0 0,4-5 36 0 0,-1 0-80 0 0,-56 1-339 0 0,-32-1-187 0 0,-10 4-268 0 0,0 0 1 0 0,0 0 0 0 0,0-1 0 0 0,0 1 0 0 0,1 0 0 0 0,-1 0 0 0 0,0 0 0 0 0,0-1 0 0 0,0 1-1 0 0,0 0 1 0 0,-1 0 0 0 0,1 0 0 0 0,0-1 0 0 0,0 1 0 0 0,0 0 0 0 0,0 0 0 0 0,0 0 0 0 0,0-1-1 0 0,0 1 1 0 0,0 0 0 0 0,0 0 0 0 0,0 0 0 0 0,0 0 0 0 0,-1-1 0 0 0,1 1 0 0 0,0 0 0 0 0,0 0-1 0 0,0 0 1 0 0,0 0 0 0 0,0 0 0 0 0,-1 0 0 0 0,1-1 0 0 0,0 1 0 0 0,0 0 0 0 0,0 0 0 0 0,-1 0-1 0 0,1 0 1 0 0,0 0 0 0 0,0 0 0 0 0,-115-46 1408 0 0,110 44-1355 0 0,0 0 1 0 0,0-1-1 0 0,1 1 0 0 0,-1-1 1 0 0,1 0-1 0 0,-5-5 1 0 0,7 7-47 0 0,1-1 0 0 0,0 1 0 0 0,-1-1 0 0 0,1 0 0 0 0,0 1 1 0 0,0-1-1 0 0,0 0 0 0 0,1 0 0 0 0,-1 0 0 0 0,0 0 0 0 0,0-2 1 0 0,0-3-31 0 0,0 0-1 0 0,1 0 1 0 0,0 0 0 0 0,0 0 0 0 0,0 0 0 0 0,3-9 0 0 0,9-49-233 0 0,-1 9 15 0 0,-3-4 3 0 0,-5 2-18 0 0,-4-8-58 0 0,-4 8 58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7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 0 0,'158'8'1362'0'0,"-44"-4"-361"0"0,-11-3-200 0 0,4-2 80 0 0,-8-1-80 0 0,0 1 80 0 0,-3-8-120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08.7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 6553 0 0,'183'-3'1567'0'0,"-58"-6"-506"0"0,-36 6-295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10.6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 1 6553 0 0,'83'72'940'0'0,"-69"-61"-735"0"0,0-2 1 0 0,15 9 0 0 0,18 11 299 0 0,-45-29-488 0 0,-1 1 1 0 0,0 1 0 0 0,1-1-1 0 0,-1 0 1 0 0,1 0 0 0 0,-1 0 0 0 0,0 1-1 0 0,0-1 1 0 0,0 1 0 0 0,0-1-1 0 0,0 1 1 0 0,0-1 0 0 0,0 1 0 0 0,0 0-1 0 0,-1-1 1 0 0,1 1 0 0 0,-1 0-1 0 0,1 0 1 0 0,-1-1 0 0 0,0 1 0 0 0,1 0-1 0 0,-1 0 1 0 0,0-1 0 0 0,0 1-1 0 0,-1 3 1 0 0,-2 3 85 0 0,0 0 1 0 0,-1 0-1 0 0,-1 0 1 0 0,1-1-1 0 0,-1 1 0 0 0,-8 9 1 0 0,-29 34 488 0 0,1-5-88 0 0,10-13-98 0 0,-1 8 98 0 0,2 7 1 0 0,8-7-132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11.3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482 1 6553 0 0,'-18'132'1258'0'0,"3"-68"-711"0"0,2-7-80 0 0,-2-8 61 0 0,15-48-525 0 0,-10 18 278 0 0,9-18-268 0 0,1-1 0 0 0,-1 1 0 0 0,0-1 0 0 0,1 0 0 0 0,-1 1 0 0 0,0-1 0 0 0,0 0 0 0 0,1 1 0 0 0,-1-1 0 0 0,0 0 0 0 0,0 0 0 0 0,1 0 0 0 0,-1 1 0 0 0,0-1 0 0 0,0 0 0 0 0,1 0 0 0 0,-1 0 0 0 0,0 0 0 0 0,0-1 0 0 0,0 1 0 0 0,1 0 0 0 0,-1 0 0 0 0,0 0 0 0 0,0-1 0 0 0,1 1 0 0 0,-1 0 0 0 0,-1-1 0 0 0,-26-15 338 0 0,20 11-226 0 0,-1-1 1 0 0,0 1 0 0 0,0 1 0 0 0,-1 0 0 0 0,-13-4 0 0 0,16 7-44 0 0,0 0 1 0 0,0 1-1 0 0,-1 0 0 0 0,1 0 1 0 0,0 1-1 0 0,0 0 0 0 0,0 0 1 0 0,-1 1-1 0 0,1 0 0 0 0,0 0 1 0 0,1 1-1 0 0,-1-1 0 0 0,-7 5 1 0 0,-1 1 122 0 0,0 1 0 0 0,-18 13 0 0 0,32-21-190 0 0,-42 29 391 0 0,2 1 98 0 0,2 5 33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11.7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271 350 6553 0 0,'-38'0'646'0'0,"-64"-10"-1"0"0,96 9-599 0 0,1 0-1 0 0,-1-1 0 0 0,1 1 1 0 0,0-1-1 0 0,0-1 0 0 0,0 1 0 0 0,0-1 1 0 0,0 1-1 0 0,0-1 0 0 0,1-1 1 0 0,-1 1-1 0 0,-6-8 0 0 0,5 5-38 0 0,1-1 0 0 0,1 1-1 0 0,-1-1 1 0 0,1 0 0 0 0,-6-14-1 0 0,4 8-25 0 0,1-1 0 0 0,-4-16-1 0 0,7 21 9 0 0,1 0-1 0 0,0 1 1 0 0,0-1-1 0 0,1-12 0 0 0,8-46-59 0 0,-7 61 62 0 0,1-1 1 0 0,-1 1 0 0 0,2-1-1 0 0,-1 1 1 0 0,1 0 0 0 0,4-8-1 0 0,-6 12 7 0 0,-1 1 0 0 0,1-1-1 0 0,0 1 1 0 0,0 0 0 0 0,1-1 0 0 0,-1 1 0 0 0,0 0-1 0 0,0 0 1 0 0,1 0 0 0 0,1-1 0 0 0,-3 2 1 0 0,1-1 0 0 0,-1 1 0 0 0,0 0 1 0 0,1 0-1 0 0,-1 0 0 0 0,1 0 0 0 0,-1 1 0 0 0,0-1 1 0 0,1 0-1 0 0,-1 0 0 0 0,1 0 0 0 0,-1 0 0 0 0,0 0 1 0 0,1 0-1 0 0,-1 0 0 0 0,0 1 0 0 0,1-1 0 0 0,-1 0 1 0 0,0 0-1 0 0,1 1 0 0 0,-1-1 0 0 0,0 0 0 0 0,0 0 1 0 0,1 1-1 0 0,-1-1 0 0 0,0 0 0 0 0,0 1 0 0 0,0-1 1 0 0,1 0-1 0 0,-1 1 0 0 0,0-1 0 0 0,0 0 0 0 0,0 1 1 0 0,0-1-1 0 0,0 1 0 0 0,0-1 0 0 0,1 0 0 0 0,-1 1 1 0 0,0-1-1 0 0,0 0 0 0 0,0 1 0 0 0,0-1 0 0 0,0 1 1 0 0,-1-1-1 0 0,1 1 0 0 0,1 15-11 0 0,-1 1 0 0 0,-1-1 0 0 0,-1 0 0 0 0,-5 26 0 0 0,6-36 36 0 0,-1-1-1 0 0,1 1 0 0 0,-1-1 1 0 0,0 1-1 0 0,-1-1 0 0 0,1 0 1 0 0,-1 0-1 0 0,0 0 1 0 0,-7 8-1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11.8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 0 6553 0 0,'0'0'0'0'0,"-72"96"867"0"0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12.1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248 1 6553 0 0,'83'77'963'0'0,"-34"-29"-283"0"0,-45-42-610 0 0,0-1 0 0 0,0 0 0 0 0,-1 1 0 0 0,1 0 0 0 0,4 11 0 0 0,-7-12-24 0 0,1 0 1 0 0,-1-1 0 0 0,0 1-1 0 0,0 0 1 0 0,-1 0 0 0 0,1 0-1 0 0,-1-1 1 0 0,0 1 0 0 0,-1 6-1 0 0,0-6 5 0 0,0-1-1 0 0,0 1 0 0 0,0 0 0 0 0,-1 0 0 0 0,1-1 0 0 0,-1 1 0 0 0,0-1 1 0 0,-1 0-1 0 0,1 0 0 0 0,-6 7 0 0 0,3-5 54 0 0,-1-1 0 0 0,0 1-1 0 0,-1-1 1 0 0,1 0 0 0 0,-15 7 0 0 0,-34 15 419 0 0,42-22-337 0 0,-1-1 0 0 0,-28 5 0 0 0,24-6 7 0 0,0-2 0 0 0,0 0-1 0 0,-22-2 1 0 0,-80-16 928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12.3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 6553 0 0,'24'-2'282'0'0,"0"1"0"0"0,0 1 0 0 0,29 4 0 0 0,-47-2-220 0 0,-1-1-1 0 0,1 1 0 0 0,-1 0 0 0 0,1 0 1 0 0,-1 0-1 0 0,0 1 0 0 0,0 0 0 0 0,0 0 1 0 0,0 0-1 0 0,0 0 0 0 0,-1 1 0 0 0,7 7 1 0 0,-5-5 32 0 0,-1 1 0 0 0,0 0 0 0 0,0 0 0 0 0,0 0 0 0 0,5 12 1 0 0,-6-10 27 0 0,-1 0 1 0 0,0 0-1 0 0,3 15 1 0 0,2 38 357 0 0,-7-54-398 0 0,-1-1 0 0 0,0 1-1 0 0,-1-1 1 0 0,0 0 0 0 0,-3 14-1 0 0,-1-7 95 0 0,-1 0 0 0 0,-8 16 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12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 1 6553 0 0,'-41'92'883'0'0,"37"-84"-794"0"0,-1 0 1 0 0,-1-1 0 0 0,1 1-1 0 0,-10 9 1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19.4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1278 74 6553 0 0,'-139'-60'121'0'0,"126"56"-8"0"0,-1 1 0 0 0,1 1 1 0 0,-1 0-1 0 0,0 0 1 0 0,-25 1-1 0 0,-91 5 1009 0 0,11 2-41 0 0,29 1-356 0 0,-23 3 292 0 0,8-1-172 0 0,7 1 43 0 0,5-3-102 0 0,1-3-18 0 0,-10-1 113 0 0,12-1-120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19.86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603 1 6553 0 0,'-158'50'1363'0'0,"67"-15"-502"0"0,35-11-412 0 0,-15 7 249 0 0,18-7-144 0 0,-5 4-26 0 0,7 2 33 0 0,43-24-436 0 0,0 0-1 0 0,1 0 1 0 0,-1 0-1 0 0,-8 10 1 0 0,14-13-91 0 0,0 0 0 0 0,0 0 1 0 0,0 0-1 0 0,1 0 0 0 0,-1 0 0 0 0,1 0 1 0 0,0 0-1 0 0,0 0 0 0 0,0 1 0 0 0,0-1 1 0 0,0 0-1 0 0,1 1 0 0 0,0-1 0 0 0,-1 5 1 0 0,2 0 46 0 0,0 1 1 0 0,0-1 0 0 0,1 1-1 0 0,0-1 1 0 0,4 13 0 0 0,-1-9 94 0 0,0 0-1 0 0,10 16 1 0 0,19 21 362 0 0,10 0-1 0 0,1-9 0 0 0,5-7 1 0 0,12-3 36 0 0,5-5 102 0 0,-1-6-139 0 0,-10 2-9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29.5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0 168 6553 0 0,'134'-35'121'0'0,"-38"19"354"0"0,-7 6-182 0 0,17-2 587 0 0,-15-1-139 0 0,-13 4-165 0 0,11-3 126 0 0,7 2 152 0 0,-10-2-98 0 0,-8 3-50 0 0,2-4-26 0 0,-4-3-173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29.8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 0 6553 0 0,'137'52'1168'0'0,"-130"-49"-1085"0"0,0 0 0 0 0,0 0 0 0 0,-1 1 0 0 0,1-1 0 0 0,-1 2 0 0 0,0-1 0 0 0,10 9 0 0 0,-15-12-64 0 0,0 0 1 0 0,0 0 0 0 0,0 1 0 0 0,0-1-1 0 0,0 0 1 0 0,0 0 0 0 0,0 1 0 0 0,0-1-1 0 0,-1 0 1 0 0,1 1 0 0 0,-1-1 0 0 0,1 1-1 0 0,-1-1 1 0 0,1 1 0 0 0,-1-1 0 0 0,0 1-1 0 0,0-1 1 0 0,0 1 0 0 0,0-1-1 0 0,0 1 1 0 0,0-1 0 0 0,0 1 0 0 0,0-1-1 0 0,-1 1 1 0 0,1-1 0 0 0,0 1 0 0 0,-1-1-1 0 0,0 1 1 0 0,0 1 0 0 0,-5 5 93 0 0,0-1 1 0 0,0 0-1 0 0,-1 0 0 0 0,0 0 1 0 0,0-1-1 0 0,-14 9 1 0 0,-48 29 593 0 0,18-13-209 0 0,-16 1 216 0 0,-1-5-159 0 0,11-6-28 0 0,-10-4 11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42.3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1 277 4 0 0,'0'0'9053'0'0,"31"6"-8946"0"0,96 17-1 0 0,-95-17 471 0 0,-21-3-490 0 0,36 10 1 0 0,-35-10 470 0 0,1 0-458 0 0,38 7-2 0 0,-38-7 416 0 0,-2 0-440 0 0,31 10 0 0 0,-31-10 284 0 0,0 0-283 0 0,35 8 3 0 0,-35-8 161 0 0,2 1-173 0 0,36 10 9 0 0,-36-11 129 0 0,-2 1-133 0 0,36 10-8 0 0,-35-11 142 0 0,0 0-158 0 0,33 9 0 0 0,-34-9 291 0 0,1-1-291 0 0,33 8-14 0 0,-33-7 256 0 0,2-2-259 0 0,43 4-2 0 0,-43-3 126 0 0,3-1-132 0 0,51 2 2 0 0,-51-2 31 0 0,-2 0-26 0 0,76 5 113 0 0,-71-4-129 0 0,59 1 142 0 0,-11-3-123 0 0,-50 0 30 0 0,-4 1-40 0 0,44 1 5 0 0,-43-1 63 0 0,2-1-63 0 0,51 1-5 0 0,-51 0 98 0 0,79 2 14 0 0,-87-1-135 0 0,0-2-1 0 0,0 1 1 0 0,0-1 0 0 0,16-2-1 0 0,-7 0 3 0 0,-3 2 97 0 0,-5-5-176 0 0,28-13 48 0 0,-28 14-4 0 0,-9-5-362 0 0,8-42-1020 0 0,-4 17 1334 0 0,-3 26 7 0 0,4 1-401 0 0,16-20 470 0 0,-16 21-2 0 0,-18-3-11 0 0,-35-24 38 0 0,36 25 10 0 0,0 2 14 0 0,-33-16 23 0 0,33 17 80 0 0,-1 1-64 0 0,-33-14-1 0 0,33 13 148 0 0,2 2-166 0 0,-30-10 1 0 0,31 10 307 0 0,-5 1-346 0 0,-40-6-11 0 0,40 6 25 0 0,0 1-28 0 0,-44-7-2 0 0,43 6-9 0 0,2-1-6 0 0,-40-10 8 0 0,40 10 5 0 0,2 0 0 0 0,-35-10-7 0 0,35 10-6 0 0,-1-1-5 0 0,-57-17 9 0 0,26 5-6 0 0,32 12 6 0 0,1 1 2 0 0,-33-11 3 0 0,32 10 10 0 0,2 0-25 0 0,-30-13 8 0 0,30 13 21 0 0,-3 1-23 0 0,-1-1 5 0 0,-44-9-31 0 0,1 3 34 0 0,42 8-9 0 0,-1 0-20 0 0,-44-3 33 0 0,44 4 15 0 0,-2 1-62 0 0,-48 0 37 0 0,49 0-5 0 0,-1 3-34 0 0,-48 7 47 0 0,49-8 15 0 0,3 1-42 0 0,-35 9 21 0 0,36-9-2 0 0,1 0-941 0 0,-35 10 571 0 0,35-10-80 0 0,-43 16-4170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3:44.6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184 429 280 0 0,'0'0'1968'0'0,"-17"-4"-1815"0"0,-51-13-17 0 0,51 13 1474 0 0,4 2-1453 0 0,-55-8 5687 0 0,117 12-5607 0 0,146 7-2 0 0,-147-6 242 0 0,71-4 867 0 0,-52 0-1199 0 0,-50 1 964 0 0,-3 1-1047 0 0,43 3 6 0 0,-43-4 164 0 0,1 2-198 0 0,74 7 146 0 0,-1-1-56 0 0,-70-6-116 0 0,39 2 154 0 0,30-8-67 0 0,-70 3 100 0 0,-1-1-165 0 0,74-8 55 0 0,-4-1-12 0 0,-1 3-60 0 0,-30 2-16 0 0,-41 4-3 0 0,-2 0 7 0 0,36-9-4 0 0,-35 9 32 0 0,-2-2-24 0 0,33-10-5 0 0,-33 11-1 0 0,-3-1-31 0 0,26-13 26 0 0,-25 13 76 0 0,0-1-75 0 0,30-13-7 0 0,-30 14 0 0 0,0-1-60 0 0,27-16 77 0 0,-27 16-8 0 0,-1 1-34 0 0,26-11 38 0 0,-25 11 975 0 0,-22-9-952 0 0,-38-39 3 0 0,38 38-12 0 0,2 8-6 0 0,-2-1-5 0 0,-39-20 15 0 0,14 9-5 0 0,28 13 2 0 0,0 1-4 0 0,-29-14 1 0 0,29 13-6 0 0,0 2-11 0 0,-50-18-2 0 0,12 2 0 0 0,36 14 5 0 0,1 2-9 0 0,-30-8 5 0 0,31 8-2 0 0,-3 1-40 0 0,-38-7 40 0 0,38 7 12 0 0,-8 4-11 0 0,-65 10-8 0 0,65-9 26 0 0,5-2-22 0 0,-50 3 16 0 0,50-3-6 0 0,3 0-30 0 0,-67 9-8 0 0,63-8 38 0 0,-50 8-10 0 0,19 0 18 0 0,36-7 19 0 0,0 0-14 0 0,-38 7-2 0 0,37-8-6 0 0,0 2-24 0 0,-39 8 19 0 0,38-8 4 0 0,1-2-19 0 0,-41 7 15 0 0,40-7 18 0 0,-1 0-17 0 0,-44 4 12 0 0,44-4-19 0 0,0-1-3 0 0,-45 4 14 0 0,45-4 41 0 0,3 2-40 0 0,-36 6-3 0 0,36-7-8 0 0,0 0-21 0 0,-37 7 38 0 0,37-7 10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4:06.2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6553 0 0,'0'0'0'0'0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2:25.6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 0 0,'166'29'1536'0'0,"-60"-19"-612"0"0,-9-2-42 0 0,-2-3-115 0 0,3-1-20 0 0,-8 0 20 0 0,4 0 114 0 0,6-6-80 0 0,-1-1 80 0 0,-1-2-75 0 0,-7-2 95 0 0,-2 1-135 0 0,3 1-45 0 0,1 0 6 0 0,-14-8 26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2:26.26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229 1 6553 0 0,'87'82'1091'0'0,"-75"-73"-893"0"0,1 0 0 0 0,17 9-1 0 0,-24-15-142 0 0,42 27 450 0 0,-40-25-412 0 0,0 1 0 0 0,0 1 0 0 0,9 9 0 0 0,-16-14-74 0 0,1-1-1 0 0,-1 1 1 0 0,0-1 0 0 0,1 1-1 0 0,-1 0 1 0 0,0-1-1 0 0,0 1 1 0 0,-1 0 0 0 0,1 0-1 0 0,0 0 1 0 0,0 0-1 0 0,-1 0 1 0 0,1 0 0 0 0,-1 0-1 0 0,0 0 1 0 0,0 0-1 0 0,1 0 1 0 0,-1 0 0 0 0,0 0-1 0 0,-1 0 1 0 0,1 0-1 0 0,-1 3 1 0 0,-1 2 61 0 0,-1 0 1 0 0,0 0-1 0 0,-1-1 1 0 0,0 1-1 0 0,0-1 0 0 0,0 0 1 0 0,0 0-1 0 0,-8 7 1 0 0,6-7 17 0 0,-1 0 1 0 0,0 0 0 0 0,0 0-1 0 0,-1-1 1 0 0,-13 7 0 0 0,-42 18 438 0 0,6-5 0 0 0,0-2 1 0 0,-10 1 36 0 0,-7-1 112 0 0,10-1-112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4:11.71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0,'0'0'0'0'0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6T09:34:12.1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6553 0 0,'107'73'1058'0'0,"-101"-69"-984"0"0,-1 1 0 0 0,1 0 0 0 0,-1 0-1 0 0,0 0 1 0 0,-1 1 0 0 0,8 12 0 0 0,12 24 430 0 0,-23-40-476 0 0,0 0 1 0 0,0 0-1 0 0,0 0 0 0 0,0 0 0 0 0,0 1 1 0 0,0-1-1 0 0,-1 0 0 0 0,1 1 1 0 0,-1-1-1 0 0,1 0 0 0 0,-1 1 0 0 0,0-1 1 0 0,0 1-1 0 0,0-1 0 0 0,-1 0 0 0 0,1 1 1 0 0,0-1-1 0 0,-2 4 0 0 0,-1-2 26 0 0,0 1 0 0 0,0-1-1 0 0,-1 1 1 0 0,0-1 0 0 0,0 0 0 0 0,0-1-1 0 0,0 1 1 0 0,0-1 0 0 0,-10 6 0 0 0,-43 20 483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B649DC1-E2AC-4C7D-A01B-FBDEE07B90C0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2CE12DA-042C-45EE-994C-A48C17DB332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353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80988D-FE19-3927-CC04-6D32C9878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07014B1-F44F-D28B-B3C8-3CDF2018E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88B597-FE6A-3E5E-6335-626E36E8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9F01A1B-C9AA-A10C-5D58-7D5B7E1D1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DBB03B6-82C2-A0D7-D906-96516475C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51714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C6ED79C-ECED-7211-9286-628891E3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E435676-D292-C1C3-C283-88C0C2A73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7A715F7-8423-629B-648C-5C48FD558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7037D0B-0129-9027-99D1-2DE8495B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4A8CE0-A825-3B3B-7221-DF57D077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7649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6D7C08-7EDE-8101-3D95-4F0B82CB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B7B66CD-B5FD-6C4B-1043-A04D81481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6280779-7915-E2D2-D801-51E1D988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EAA4433-3250-F2D0-D0D2-7C60E6133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C2F9E99-5B93-04E7-15A1-F341F3F8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084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64F988-B370-6A9F-6F0D-B7C39CF1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13454E0-9FA2-8994-A51E-8D275081F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81E7EC6-47B6-B299-87E2-84E2EEB0B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D81C6BE-DD27-EE03-ACD8-B3B594E5C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A2A7BD4-7AC0-DCAB-C872-38DD109AA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35FA3AC-76EE-8942-04D5-7FF0ADE3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343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DCC12F-6247-4FDD-861F-78A9B2BAD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DE78C02-6758-737C-E266-BFDB096E9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4676B13-CDFA-7688-23E8-42A742DDE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6C68403-8C1A-26CD-A135-28952C612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14A5BB2-D02A-4209-1F20-418B92E9E3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85D7C83-F9A6-BE8A-09C0-FAD14152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C71BE5E-5D50-083D-A735-CD9D19AD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6D72630-4B6A-2E5B-40FB-53ED7EC3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315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219F59-0607-2E27-19CC-1670E415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ABAA80C-5D8D-BE8A-A8A4-18FE0988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8855486-7B2F-B8C3-0872-2B7CDEF40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B69E78C-0ECF-F49A-7A2C-79CAA85C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888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40C7CA9-5189-E2CF-CEBC-505A2D5B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89B35C9-43C7-EBB0-F090-0E12328E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EC71A4E-E8DF-DE7F-03C0-41342685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872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6906162-AF8D-4FA5-E199-6196E3B4D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BF7FDB3-BC36-7E93-8771-D3837530A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784EE3F-08EE-8A21-AA60-789372FDD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FD0EF58-833A-518C-C8DF-918A85CB7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8861D1C-4CDB-FD36-32A9-3A1F7590A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7E50284-F8FF-A6BE-E0B4-AF7D9CCA9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271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BC4248-534B-AF38-2683-877B6F34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F67F6D8B-143F-C036-1A95-C003BCDBC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5FC5B2E-AA8E-2493-2FA2-F747F6937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AC0132A-3DB9-6C51-CF4A-4EFAA0D8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6AC07B6-B0EF-F0AE-22F2-771373CF4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834FDD5-929C-E69E-E6CF-816D3090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947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2306F6-DD1A-D2DA-F239-BD5F1F606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392967E-151B-FA0D-B3E4-33C36509A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9BA27BA-383F-D781-DEC6-3D3F8CC27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26A1C93-E1E4-295C-C45A-0DAAEDB3E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6DEBFF6-88CD-65EA-4A37-F2A39A6D1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882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20168D4-C93B-7092-DC35-A579439FA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94640BC-586A-3200-4EF5-DF8723E1E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95FE413-FCC2-9FCA-E634-9EB94EF8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124260C-6AA2-A8FF-508A-0AA2B6C8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296E35E-73A6-EAD1-E912-FE9161A2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053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22301DF-4054-864A-2A2D-2C7956046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A9C4FEE-4648-ACD5-1A86-E838753DD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114907F-8D4F-9C48-7637-F4B2BCBD8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4B75B-9B0A-4029-8196-1A5AEDEF5DB6}" type="datetimeFigureOut">
              <a:rPr lang="he-IL" smtClean="0"/>
              <a:t>י"ז/אדר/תשפ"ו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4774B58-3112-D626-5EE6-8B6D5B3A2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C3B3033-7D2C-C1C5-AEB8-615C02089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65709-2555-4899-B9BD-8C63B1B44E87}" type="slidenum">
              <a:rPr lang="he-IL" smtClean="0"/>
              <a:t>‹#›</a:t>
            </a:fld>
            <a:endParaRPr lang="he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501D1A-1F32-D5F9-FC49-4DE1447BB7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28425" y="6642100"/>
            <a:ext cx="1360551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THALES GROUP SECRET</a:t>
            </a:r>
          </a:p>
        </p:txBody>
      </p:sp>
    </p:spTree>
    <p:extLst>
      <p:ext uri="{BB962C8B-B14F-4D97-AF65-F5344CB8AC3E}">
        <p14:creationId xmlns:p14="http://schemas.microsoft.com/office/powerpoint/2010/main" val="1638782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customXml" Target="../ink/ink12.xml"/><Relationship Id="rId26" Type="http://schemas.openxmlformats.org/officeDocument/2006/relationships/customXml" Target="../ink/ink16.xml"/><Relationship Id="rId39" Type="http://schemas.openxmlformats.org/officeDocument/2006/relationships/image" Target="../media/image25.png"/><Relationship Id="rId21" Type="http://schemas.openxmlformats.org/officeDocument/2006/relationships/image" Target="../media/image16.png"/><Relationship Id="rId34" Type="http://schemas.openxmlformats.org/officeDocument/2006/relationships/customXml" Target="../ink/ink20.xml"/><Relationship Id="rId42" Type="http://schemas.openxmlformats.org/officeDocument/2006/relationships/customXml" Target="../ink/ink24.xml"/><Relationship Id="rId47" Type="http://schemas.openxmlformats.org/officeDocument/2006/relationships/image" Target="../media/image29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6" Type="http://schemas.openxmlformats.org/officeDocument/2006/relationships/customXml" Target="../ink/ink11.xml"/><Relationship Id="rId29" Type="http://schemas.openxmlformats.org/officeDocument/2006/relationships/image" Target="../media/image20.png"/><Relationship Id="rId11" Type="http://schemas.openxmlformats.org/officeDocument/2006/relationships/image" Target="../media/image11.png"/><Relationship Id="rId24" Type="http://schemas.openxmlformats.org/officeDocument/2006/relationships/customXml" Target="../ink/ink15.xml"/><Relationship Id="rId32" Type="http://schemas.openxmlformats.org/officeDocument/2006/relationships/customXml" Target="../ink/ink19.xml"/><Relationship Id="rId37" Type="http://schemas.openxmlformats.org/officeDocument/2006/relationships/image" Target="../media/image24.png"/><Relationship Id="rId40" Type="http://schemas.openxmlformats.org/officeDocument/2006/relationships/customXml" Target="../ink/ink23.xml"/><Relationship Id="rId45" Type="http://schemas.openxmlformats.org/officeDocument/2006/relationships/image" Target="../media/image28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17.xml"/><Relationship Id="rId36" Type="http://schemas.openxmlformats.org/officeDocument/2006/relationships/customXml" Target="../ink/ink21.xml"/><Relationship Id="rId49" Type="http://schemas.openxmlformats.org/officeDocument/2006/relationships/image" Target="../media/image30.png"/><Relationship Id="rId10" Type="http://schemas.openxmlformats.org/officeDocument/2006/relationships/customXml" Target="../ink/ink8.xml"/><Relationship Id="rId19" Type="http://schemas.openxmlformats.org/officeDocument/2006/relationships/image" Target="../media/image15.png"/><Relationship Id="rId31" Type="http://schemas.openxmlformats.org/officeDocument/2006/relationships/image" Target="../media/image21.png"/><Relationship Id="rId44" Type="http://schemas.openxmlformats.org/officeDocument/2006/relationships/customXml" Target="../ink/ink25.xml"/><Relationship Id="rId4" Type="http://schemas.openxmlformats.org/officeDocument/2006/relationships/customXml" Target="../ink/ink5.xml"/><Relationship Id="rId9" Type="http://schemas.openxmlformats.org/officeDocument/2006/relationships/image" Target="../media/image10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Relationship Id="rId27" Type="http://schemas.openxmlformats.org/officeDocument/2006/relationships/image" Target="../media/image19.png"/><Relationship Id="rId30" Type="http://schemas.openxmlformats.org/officeDocument/2006/relationships/customXml" Target="../ink/ink18.xml"/><Relationship Id="rId35" Type="http://schemas.openxmlformats.org/officeDocument/2006/relationships/image" Target="../media/image23.png"/><Relationship Id="rId43" Type="http://schemas.openxmlformats.org/officeDocument/2006/relationships/image" Target="../media/image27.png"/><Relationship Id="rId48" Type="http://schemas.openxmlformats.org/officeDocument/2006/relationships/customXml" Target="../ink/ink27.xml"/><Relationship Id="rId8" Type="http://schemas.openxmlformats.org/officeDocument/2006/relationships/customXml" Target="../ink/ink7.xml"/><Relationship Id="rId3" Type="http://schemas.openxmlformats.org/officeDocument/2006/relationships/image" Target="../media/image7.png"/><Relationship Id="rId12" Type="http://schemas.openxmlformats.org/officeDocument/2006/relationships/customXml" Target="../ink/ink9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38" Type="http://schemas.openxmlformats.org/officeDocument/2006/relationships/customXml" Target="../ink/ink22.xml"/><Relationship Id="rId46" Type="http://schemas.openxmlformats.org/officeDocument/2006/relationships/customXml" Target="../ink/ink26.xml"/><Relationship Id="rId20" Type="http://schemas.openxmlformats.org/officeDocument/2006/relationships/customXml" Target="../ink/ink13.xml"/><Relationship Id="rId41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6.xml"/><Relationship Id="rId21" Type="http://schemas.openxmlformats.org/officeDocument/2006/relationships/customXml" Target="../ink/ink38.xml"/><Relationship Id="rId42" Type="http://schemas.openxmlformats.org/officeDocument/2006/relationships/image" Target="../media/image49.png"/><Relationship Id="rId63" Type="http://schemas.openxmlformats.org/officeDocument/2006/relationships/customXml" Target="../ink/ink59.xml"/><Relationship Id="rId84" Type="http://schemas.openxmlformats.org/officeDocument/2006/relationships/image" Target="../media/image70.png"/><Relationship Id="rId138" Type="http://schemas.openxmlformats.org/officeDocument/2006/relationships/customXml" Target="../ink/ink97.xml"/><Relationship Id="rId159" Type="http://schemas.openxmlformats.org/officeDocument/2006/relationships/image" Target="../media/image107.png"/><Relationship Id="rId170" Type="http://schemas.openxmlformats.org/officeDocument/2006/relationships/customXml" Target="../ink/ink113.xml"/><Relationship Id="rId191" Type="http://schemas.openxmlformats.org/officeDocument/2006/relationships/customXml" Target="../ink/ink124.xml"/><Relationship Id="rId107" Type="http://schemas.openxmlformats.org/officeDocument/2006/relationships/customXml" Target="../ink/ink81.xml"/><Relationship Id="rId11" Type="http://schemas.openxmlformats.org/officeDocument/2006/relationships/customXml" Target="../ink/ink33.xml"/><Relationship Id="rId32" Type="http://schemas.openxmlformats.org/officeDocument/2006/relationships/image" Target="../media/image44.png"/><Relationship Id="rId53" Type="http://schemas.openxmlformats.org/officeDocument/2006/relationships/customXml" Target="../ink/ink54.xml"/><Relationship Id="rId74" Type="http://schemas.openxmlformats.org/officeDocument/2006/relationships/image" Target="../media/image65.png"/><Relationship Id="rId128" Type="http://schemas.openxmlformats.org/officeDocument/2006/relationships/image" Target="../media/image92.png"/><Relationship Id="rId149" Type="http://schemas.openxmlformats.org/officeDocument/2006/relationships/image" Target="../media/image102.png"/><Relationship Id="rId5" Type="http://schemas.openxmlformats.org/officeDocument/2006/relationships/customXml" Target="../ink/ink30.xml"/><Relationship Id="rId95" Type="http://schemas.openxmlformats.org/officeDocument/2006/relationships/customXml" Target="../ink/ink75.xml"/><Relationship Id="rId160" Type="http://schemas.openxmlformats.org/officeDocument/2006/relationships/customXml" Target="../ink/ink108.xml"/><Relationship Id="rId181" Type="http://schemas.openxmlformats.org/officeDocument/2006/relationships/image" Target="../media/image118.png"/><Relationship Id="rId22" Type="http://schemas.openxmlformats.org/officeDocument/2006/relationships/image" Target="../media/image39.png"/><Relationship Id="rId43" Type="http://schemas.openxmlformats.org/officeDocument/2006/relationships/customXml" Target="../ink/ink49.xml"/><Relationship Id="rId64" Type="http://schemas.openxmlformats.org/officeDocument/2006/relationships/image" Target="../media/image60.png"/><Relationship Id="rId118" Type="http://schemas.openxmlformats.org/officeDocument/2006/relationships/image" Target="../media/image87.png"/><Relationship Id="rId139" Type="http://schemas.openxmlformats.org/officeDocument/2006/relationships/image" Target="../media/image97.png"/><Relationship Id="rId85" Type="http://schemas.openxmlformats.org/officeDocument/2006/relationships/customXml" Target="../ink/ink70.xml"/><Relationship Id="rId150" Type="http://schemas.openxmlformats.org/officeDocument/2006/relationships/customXml" Target="../ink/ink103.xml"/><Relationship Id="rId171" Type="http://schemas.openxmlformats.org/officeDocument/2006/relationships/image" Target="../media/image113.png"/><Relationship Id="rId192" Type="http://schemas.openxmlformats.org/officeDocument/2006/relationships/image" Target="../media/image123.png"/><Relationship Id="rId12" Type="http://schemas.openxmlformats.org/officeDocument/2006/relationships/image" Target="../media/image34.png"/><Relationship Id="rId33" Type="http://schemas.openxmlformats.org/officeDocument/2006/relationships/customXml" Target="../ink/ink44.xml"/><Relationship Id="rId108" Type="http://schemas.openxmlformats.org/officeDocument/2006/relationships/image" Target="../media/image82.png"/><Relationship Id="rId129" Type="http://schemas.openxmlformats.org/officeDocument/2006/relationships/customXml" Target="../ink/ink92.xml"/><Relationship Id="rId54" Type="http://schemas.openxmlformats.org/officeDocument/2006/relationships/image" Target="../media/image55.png"/><Relationship Id="rId75" Type="http://schemas.openxmlformats.org/officeDocument/2006/relationships/customXml" Target="../ink/ink65.xml"/><Relationship Id="rId96" Type="http://schemas.openxmlformats.org/officeDocument/2006/relationships/image" Target="../media/image76.png"/><Relationship Id="rId140" Type="http://schemas.openxmlformats.org/officeDocument/2006/relationships/customXml" Target="../ink/ink98.xml"/><Relationship Id="rId161" Type="http://schemas.openxmlformats.org/officeDocument/2006/relationships/image" Target="../media/image108.png"/><Relationship Id="rId182" Type="http://schemas.openxmlformats.org/officeDocument/2006/relationships/customXml" Target="../ink/ink119.xml"/><Relationship Id="rId6" Type="http://schemas.openxmlformats.org/officeDocument/2006/relationships/image" Target="../media/image31.png"/><Relationship Id="rId23" Type="http://schemas.openxmlformats.org/officeDocument/2006/relationships/customXml" Target="../ink/ink39.xml"/><Relationship Id="rId119" Type="http://schemas.openxmlformats.org/officeDocument/2006/relationships/customXml" Target="../ink/ink87.xml"/><Relationship Id="rId44" Type="http://schemas.openxmlformats.org/officeDocument/2006/relationships/image" Target="../media/image50.png"/><Relationship Id="rId65" Type="http://schemas.openxmlformats.org/officeDocument/2006/relationships/customXml" Target="../ink/ink60.xml"/><Relationship Id="rId86" Type="http://schemas.openxmlformats.org/officeDocument/2006/relationships/image" Target="../media/image71.png"/><Relationship Id="rId130" Type="http://schemas.openxmlformats.org/officeDocument/2006/relationships/image" Target="../media/image93.png"/><Relationship Id="rId151" Type="http://schemas.openxmlformats.org/officeDocument/2006/relationships/image" Target="../media/image103.png"/><Relationship Id="rId172" Type="http://schemas.openxmlformats.org/officeDocument/2006/relationships/customXml" Target="../ink/ink114.xml"/><Relationship Id="rId193" Type="http://schemas.openxmlformats.org/officeDocument/2006/relationships/customXml" Target="../ink/ink125.xml"/><Relationship Id="rId13" Type="http://schemas.openxmlformats.org/officeDocument/2006/relationships/customXml" Target="../ink/ink34.xml"/><Relationship Id="rId109" Type="http://schemas.openxmlformats.org/officeDocument/2006/relationships/customXml" Target="../ink/ink82.xml"/><Relationship Id="rId34" Type="http://schemas.openxmlformats.org/officeDocument/2006/relationships/image" Target="../media/image45.png"/><Relationship Id="rId55" Type="http://schemas.openxmlformats.org/officeDocument/2006/relationships/customXml" Target="../ink/ink55.xml"/><Relationship Id="rId76" Type="http://schemas.openxmlformats.org/officeDocument/2006/relationships/image" Target="../media/image66.png"/><Relationship Id="rId97" Type="http://schemas.openxmlformats.org/officeDocument/2006/relationships/customXml" Target="../ink/ink76.xml"/><Relationship Id="rId120" Type="http://schemas.openxmlformats.org/officeDocument/2006/relationships/image" Target="../media/image88.png"/><Relationship Id="rId141" Type="http://schemas.openxmlformats.org/officeDocument/2006/relationships/image" Target="../media/image98.png"/><Relationship Id="rId7" Type="http://schemas.openxmlformats.org/officeDocument/2006/relationships/customXml" Target="../ink/ink31.xml"/><Relationship Id="rId71" Type="http://schemas.openxmlformats.org/officeDocument/2006/relationships/customXml" Target="../ink/ink63.xml"/><Relationship Id="rId92" Type="http://schemas.openxmlformats.org/officeDocument/2006/relationships/image" Target="../media/image74.png"/><Relationship Id="rId162" Type="http://schemas.openxmlformats.org/officeDocument/2006/relationships/customXml" Target="../ink/ink109.xml"/><Relationship Id="rId183" Type="http://schemas.openxmlformats.org/officeDocument/2006/relationships/image" Target="../media/image119.png"/><Relationship Id="rId2" Type="http://schemas.openxmlformats.org/officeDocument/2006/relationships/customXml" Target="../ink/ink28.xml"/><Relationship Id="rId29" Type="http://schemas.openxmlformats.org/officeDocument/2006/relationships/customXml" Target="../ink/ink42.xml"/><Relationship Id="rId24" Type="http://schemas.openxmlformats.org/officeDocument/2006/relationships/image" Target="../media/image40.png"/><Relationship Id="rId40" Type="http://schemas.openxmlformats.org/officeDocument/2006/relationships/image" Target="../media/image48.png"/><Relationship Id="rId45" Type="http://schemas.openxmlformats.org/officeDocument/2006/relationships/customXml" Target="../ink/ink50.xml"/><Relationship Id="rId66" Type="http://schemas.openxmlformats.org/officeDocument/2006/relationships/image" Target="../media/image61.png"/><Relationship Id="rId87" Type="http://schemas.openxmlformats.org/officeDocument/2006/relationships/customXml" Target="../ink/ink71.xml"/><Relationship Id="rId110" Type="http://schemas.openxmlformats.org/officeDocument/2006/relationships/image" Target="../media/image83.png"/><Relationship Id="rId115" Type="http://schemas.openxmlformats.org/officeDocument/2006/relationships/customXml" Target="../ink/ink85.xml"/><Relationship Id="rId131" Type="http://schemas.openxmlformats.org/officeDocument/2006/relationships/customXml" Target="../ink/ink93.xml"/><Relationship Id="rId136" Type="http://schemas.openxmlformats.org/officeDocument/2006/relationships/image" Target="../media/image96.png"/><Relationship Id="rId157" Type="http://schemas.openxmlformats.org/officeDocument/2006/relationships/image" Target="../media/image106.png"/><Relationship Id="rId178" Type="http://schemas.openxmlformats.org/officeDocument/2006/relationships/customXml" Target="../ink/ink117.xml"/><Relationship Id="rId61" Type="http://schemas.openxmlformats.org/officeDocument/2006/relationships/customXml" Target="../ink/ink58.xml"/><Relationship Id="rId82" Type="http://schemas.openxmlformats.org/officeDocument/2006/relationships/image" Target="../media/image69.png"/><Relationship Id="rId152" Type="http://schemas.openxmlformats.org/officeDocument/2006/relationships/customXml" Target="../ink/ink104.xml"/><Relationship Id="rId173" Type="http://schemas.openxmlformats.org/officeDocument/2006/relationships/image" Target="../media/image114.png"/><Relationship Id="rId194" Type="http://schemas.openxmlformats.org/officeDocument/2006/relationships/image" Target="../media/image124.png"/><Relationship Id="rId199" Type="http://schemas.openxmlformats.org/officeDocument/2006/relationships/customXml" Target="../ink/ink128.xml"/><Relationship Id="rId19" Type="http://schemas.openxmlformats.org/officeDocument/2006/relationships/customXml" Target="../ink/ink37.xml"/><Relationship Id="rId14" Type="http://schemas.openxmlformats.org/officeDocument/2006/relationships/image" Target="../media/image35.png"/><Relationship Id="rId30" Type="http://schemas.openxmlformats.org/officeDocument/2006/relationships/image" Target="../media/image43.png"/><Relationship Id="rId35" Type="http://schemas.openxmlformats.org/officeDocument/2006/relationships/customXml" Target="../ink/ink45.xml"/><Relationship Id="rId56" Type="http://schemas.openxmlformats.org/officeDocument/2006/relationships/image" Target="../media/image56.png"/><Relationship Id="rId77" Type="http://schemas.openxmlformats.org/officeDocument/2006/relationships/customXml" Target="../ink/ink66.xml"/><Relationship Id="rId100" Type="http://schemas.openxmlformats.org/officeDocument/2006/relationships/image" Target="../media/image78.png"/><Relationship Id="rId105" Type="http://schemas.openxmlformats.org/officeDocument/2006/relationships/customXml" Target="../ink/ink80.xml"/><Relationship Id="rId126" Type="http://schemas.openxmlformats.org/officeDocument/2006/relationships/image" Target="../media/image91.png"/><Relationship Id="rId147" Type="http://schemas.openxmlformats.org/officeDocument/2006/relationships/image" Target="../media/image101.png"/><Relationship Id="rId168" Type="http://schemas.openxmlformats.org/officeDocument/2006/relationships/customXml" Target="../ink/ink112.xml"/><Relationship Id="rId8" Type="http://schemas.openxmlformats.org/officeDocument/2006/relationships/image" Target="../media/image32.png"/><Relationship Id="rId51" Type="http://schemas.openxmlformats.org/officeDocument/2006/relationships/customXml" Target="../ink/ink53.xml"/><Relationship Id="rId72" Type="http://schemas.openxmlformats.org/officeDocument/2006/relationships/image" Target="../media/image64.png"/><Relationship Id="rId93" Type="http://schemas.openxmlformats.org/officeDocument/2006/relationships/customXml" Target="../ink/ink74.xml"/><Relationship Id="rId98" Type="http://schemas.openxmlformats.org/officeDocument/2006/relationships/image" Target="../media/image77.png"/><Relationship Id="rId121" Type="http://schemas.openxmlformats.org/officeDocument/2006/relationships/customXml" Target="../ink/ink88.xml"/><Relationship Id="rId142" Type="http://schemas.openxmlformats.org/officeDocument/2006/relationships/customXml" Target="../ink/ink99.xml"/><Relationship Id="rId163" Type="http://schemas.openxmlformats.org/officeDocument/2006/relationships/image" Target="../media/image109.png"/><Relationship Id="rId184" Type="http://schemas.openxmlformats.org/officeDocument/2006/relationships/customXml" Target="../ink/ink120.xml"/><Relationship Id="rId189" Type="http://schemas.openxmlformats.org/officeDocument/2006/relationships/customXml" Target="../ink/ink123.xml"/><Relationship Id="rId3" Type="http://schemas.openxmlformats.org/officeDocument/2006/relationships/image" Target="../media/image16.png"/><Relationship Id="rId25" Type="http://schemas.openxmlformats.org/officeDocument/2006/relationships/customXml" Target="../ink/ink40.xml"/><Relationship Id="rId46" Type="http://schemas.openxmlformats.org/officeDocument/2006/relationships/image" Target="../media/image51.png"/><Relationship Id="rId67" Type="http://schemas.openxmlformats.org/officeDocument/2006/relationships/customXml" Target="../ink/ink61.xml"/><Relationship Id="rId116" Type="http://schemas.openxmlformats.org/officeDocument/2006/relationships/image" Target="../media/image86.png"/><Relationship Id="rId137" Type="http://schemas.openxmlformats.org/officeDocument/2006/relationships/customXml" Target="../ink/ink96.xml"/><Relationship Id="rId158" Type="http://schemas.openxmlformats.org/officeDocument/2006/relationships/customXml" Target="../ink/ink107.xml"/><Relationship Id="rId20" Type="http://schemas.openxmlformats.org/officeDocument/2006/relationships/image" Target="../media/image38.png"/><Relationship Id="rId41" Type="http://schemas.openxmlformats.org/officeDocument/2006/relationships/customXml" Target="../ink/ink48.xml"/><Relationship Id="rId62" Type="http://schemas.openxmlformats.org/officeDocument/2006/relationships/image" Target="../media/image59.png"/><Relationship Id="rId83" Type="http://schemas.openxmlformats.org/officeDocument/2006/relationships/customXml" Target="../ink/ink69.xml"/><Relationship Id="rId88" Type="http://schemas.openxmlformats.org/officeDocument/2006/relationships/image" Target="../media/image72.png"/><Relationship Id="rId111" Type="http://schemas.openxmlformats.org/officeDocument/2006/relationships/customXml" Target="../ink/ink83.xml"/><Relationship Id="rId132" Type="http://schemas.openxmlformats.org/officeDocument/2006/relationships/image" Target="../media/image94.png"/><Relationship Id="rId153" Type="http://schemas.openxmlformats.org/officeDocument/2006/relationships/image" Target="../media/image104.png"/><Relationship Id="rId174" Type="http://schemas.openxmlformats.org/officeDocument/2006/relationships/customXml" Target="../ink/ink115.xml"/><Relationship Id="rId179" Type="http://schemas.openxmlformats.org/officeDocument/2006/relationships/image" Target="../media/image117.png"/><Relationship Id="rId195" Type="http://schemas.openxmlformats.org/officeDocument/2006/relationships/customXml" Target="../ink/ink126.xml"/><Relationship Id="rId190" Type="http://schemas.openxmlformats.org/officeDocument/2006/relationships/image" Target="../media/image122.png"/><Relationship Id="rId15" Type="http://schemas.openxmlformats.org/officeDocument/2006/relationships/customXml" Target="../ink/ink35.xml"/><Relationship Id="rId36" Type="http://schemas.openxmlformats.org/officeDocument/2006/relationships/image" Target="../media/image46.png"/><Relationship Id="rId57" Type="http://schemas.openxmlformats.org/officeDocument/2006/relationships/customXml" Target="../ink/ink56.xml"/><Relationship Id="rId106" Type="http://schemas.openxmlformats.org/officeDocument/2006/relationships/image" Target="../media/image81.png"/><Relationship Id="rId127" Type="http://schemas.openxmlformats.org/officeDocument/2006/relationships/customXml" Target="../ink/ink91.xml"/><Relationship Id="rId10" Type="http://schemas.openxmlformats.org/officeDocument/2006/relationships/image" Target="../media/image33.png"/><Relationship Id="rId31" Type="http://schemas.openxmlformats.org/officeDocument/2006/relationships/customXml" Target="../ink/ink43.xml"/><Relationship Id="rId52" Type="http://schemas.openxmlformats.org/officeDocument/2006/relationships/image" Target="../media/image54.png"/><Relationship Id="rId73" Type="http://schemas.openxmlformats.org/officeDocument/2006/relationships/customXml" Target="../ink/ink64.xml"/><Relationship Id="rId78" Type="http://schemas.openxmlformats.org/officeDocument/2006/relationships/image" Target="../media/image67.png"/><Relationship Id="rId94" Type="http://schemas.openxmlformats.org/officeDocument/2006/relationships/image" Target="../media/image75.png"/><Relationship Id="rId99" Type="http://schemas.openxmlformats.org/officeDocument/2006/relationships/customXml" Target="../ink/ink77.xml"/><Relationship Id="rId101" Type="http://schemas.openxmlformats.org/officeDocument/2006/relationships/customXml" Target="../ink/ink78.xml"/><Relationship Id="rId122" Type="http://schemas.openxmlformats.org/officeDocument/2006/relationships/image" Target="../media/image89.png"/><Relationship Id="rId143" Type="http://schemas.openxmlformats.org/officeDocument/2006/relationships/image" Target="../media/image99.png"/><Relationship Id="rId148" Type="http://schemas.openxmlformats.org/officeDocument/2006/relationships/customXml" Target="../ink/ink102.xml"/><Relationship Id="rId164" Type="http://schemas.openxmlformats.org/officeDocument/2006/relationships/customXml" Target="../ink/ink110.xml"/><Relationship Id="rId169" Type="http://schemas.openxmlformats.org/officeDocument/2006/relationships/image" Target="../media/image112.png"/><Relationship Id="rId185" Type="http://schemas.openxmlformats.org/officeDocument/2006/relationships/customXml" Target="../ink/ink121.xml"/><Relationship Id="rId4" Type="http://schemas.openxmlformats.org/officeDocument/2006/relationships/customXml" Target="../ink/ink29.xml"/><Relationship Id="rId9" Type="http://schemas.openxmlformats.org/officeDocument/2006/relationships/customXml" Target="../ink/ink32.xml"/><Relationship Id="rId180" Type="http://schemas.openxmlformats.org/officeDocument/2006/relationships/customXml" Target="../ink/ink118.xml"/><Relationship Id="rId26" Type="http://schemas.openxmlformats.org/officeDocument/2006/relationships/image" Target="../media/image41.png"/><Relationship Id="rId47" Type="http://schemas.openxmlformats.org/officeDocument/2006/relationships/customXml" Target="../ink/ink51.xml"/><Relationship Id="rId68" Type="http://schemas.openxmlformats.org/officeDocument/2006/relationships/image" Target="../media/image62.png"/><Relationship Id="rId89" Type="http://schemas.openxmlformats.org/officeDocument/2006/relationships/customXml" Target="../ink/ink72.xml"/><Relationship Id="rId112" Type="http://schemas.openxmlformats.org/officeDocument/2006/relationships/image" Target="../media/image84.png"/><Relationship Id="rId133" Type="http://schemas.openxmlformats.org/officeDocument/2006/relationships/customXml" Target="../ink/ink94.xml"/><Relationship Id="rId154" Type="http://schemas.openxmlformats.org/officeDocument/2006/relationships/customXml" Target="../ink/ink105.xml"/><Relationship Id="rId175" Type="http://schemas.openxmlformats.org/officeDocument/2006/relationships/image" Target="../media/image115.png"/><Relationship Id="rId196" Type="http://schemas.openxmlformats.org/officeDocument/2006/relationships/image" Target="../media/image125.png"/><Relationship Id="rId200" Type="http://schemas.openxmlformats.org/officeDocument/2006/relationships/image" Target="../media/image127.png"/><Relationship Id="rId16" Type="http://schemas.openxmlformats.org/officeDocument/2006/relationships/image" Target="../media/image36.png"/><Relationship Id="rId37" Type="http://schemas.openxmlformats.org/officeDocument/2006/relationships/customXml" Target="../ink/ink46.xml"/><Relationship Id="rId58" Type="http://schemas.openxmlformats.org/officeDocument/2006/relationships/image" Target="../media/image57.png"/><Relationship Id="rId79" Type="http://schemas.openxmlformats.org/officeDocument/2006/relationships/customXml" Target="../ink/ink67.xml"/><Relationship Id="rId102" Type="http://schemas.openxmlformats.org/officeDocument/2006/relationships/image" Target="../media/image79.png"/><Relationship Id="rId123" Type="http://schemas.openxmlformats.org/officeDocument/2006/relationships/customXml" Target="../ink/ink89.xml"/><Relationship Id="rId144" Type="http://schemas.openxmlformats.org/officeDocument/2006/relationships/customXml" Target="../ink/ink100.xml"/><Relationship Id="rId90" Type="http://schemas.openxmlformats.org/officeDocument/2006/relationships/image" Target="../media/image73.png"/><Relationship Id="rId165" Type="http://schemas.openxmlformats.org/officeDocument/2006/relationships/image" Target="../media/image110.png"/><Relationship Id="rId186" Type="http://schemas.openxmlformats.org/officeDocument/2006/relationships/image" Target="../media/image120.png"/><Relationship Id="rId27" Type="http://schemas.openxmlformats.org/officeDocument/2006/relationships/customXml" Target="../ink/ink41.xml"/><Relationship Id="rId48" Type="http://schemas.openxmlformats.org/officeDocument/2006/relationships/image" Target="../media/image52.png"/><Relationship Id="rId69" Type="http://schemas.openxmlformats.org/officeDocument/2006/relationships/customXml" Target="../ink/ink62.xml"/><Relationship Id="rId113" Type="http://schemas.openxmlformats.org/officeDocument/2006/relationships/customXml" Target="../ink/ink84.xml"/><Relationship Id="rId134" Type="http://schemas.openxmlformats.org/officeDocument/2006/relationships/image" Target="../media/image95.png"/><Relationship Id="rId80" Type="http://schemas.openxmlformats.org/officeDocument/2006/relationships/image" Target="../media/image68.png"/><Relationship Id="rId155" Type="http://schemas.openxmlformats.org/officeDocument/2006/relationships/image" Target="../media/image105.png"/><Relationship Id="rId176" Type="http://schemas.openxmlformats.org/officeDocument/2006/relationships/customXml" Target="../ink/ink116.xml"/><Relationship Id="rId197" Type="http://schemas.openxmlformats.org/officeDocument/2006/relationships/customXml" Target="../ink/ink127.xml"/><Relationship Id="rId17" Type="http://schemas.openxmlformats.org/officeDocument/2006/relationships/customXml" Target="../ink/ink36.xml"/><Relationship Id="rId38" Type="http://schemas.openxmlformats.org/officeDocument/2006/relationships/image" Target="../media/image47.png"/><Relationship Id="rId59" Type="http://schemas.openxmlformats.org/officeDocument/2006/relationships/customXml" Target="../ink/ink57.xml"/><Relationship Id="rId103" Type="http://schemas.openxmlformats.org/officeDocument/2006/relationships/customXml" Target="../ink/ink79.xml"/><Relationship Id="rId124" Type="http://schemas.openxmlformats.org/officeDocument/2006/relationships/image" Target="../media/image90.png"/><Relationship Id="rId70" Type="http://schemas.openxmlformats.org/officeDocument/2006/relationships/image" Target="../media/image63.png"/><Relationship Id="rId91" Type="http://schemas.openxmlformats.org/officeDocument/2006/relationships/customXml" Target="../ink/ink73.xml"/><Relationship Id="rId145" Type="http://schemas.openxmlformats.org/officeDocument/2006/relationships/image" Target="../media/image100.png"/><Relationship Id="rId166" Type="http://schemas.openxmlformats.org/officeDocument/2006/relationships/customXml" Target="../ink/ink111.xml"/><Relationship Id="rId187" Type="http://schemas.openxmlformats.org/officeDocument/2006/relationships/customXml" Target="../ink/ink122.xml"/><Relationship Id="rId1" Type="http://schemas.openxmlformats.org/officeDocument/2006/relationships/slideLayout" Target="../slideLayouts/slideLayout2.xml"/><Relationship Id="rId28" Type="http://schemas.openxmlformats.org/officeDocument/2006/relationships/image" Target="../media/image42.png"/><Relationship Id="rId49" Type="http://schemas.openxmlformats.org/officeDocument/2006/relationships/customXml" Target="../ink/ink52.xml"/><Relationship Id="rId114" Type="http://schemas.openxmlformats.org/officeDocument/2006/relationships/image" Target="../media/image85.png"/><Relationship Id="rId60" Type="http://schemas.openxmlformats.org/officeDocument/2006/relationships/image" Target="../media/image58.png"/><Relationship Id="rId81" Type="http://schemas.openxmlformats.org/officeDocument/2006/relationships/customXml" Target="../ink/ink68.xml"/><Relationship Id="rId135" Type="http://schemas.openxmlformats.org/officeDocument/2006/relationships/customXml" Target="../ink/ink95.xml"/><Relationship Id="rId156" Type="http://schemas.openxmlformats.org/officeDocument/2006/relationships/customXml" Target="../ink/ink106.xml"/><Relationship Id="rId177" Type="http://schemas.openxmlformats.org/officeDocument/2006/relationships/image" Target="../media/image116.png"/><Relationship Id="rId198" Type="http://schemas.openxmlformats.org/officeDocument/2006/relationships/image" Target="../media/image126.png"/><Relationship Id="rId18" Type="http://schemas.openxmlformats.org/officeDocument/2006/relationships/image" Target="../media/image37.png"/><Relationship Id="rId39" Type="http://schemas.openxmlformats.org/officeDocument/2006/relationships/customXml" Target="../ink/ink47.xml"/><Relationship Id="rId50" Type="http://schemas.openxmlformats.org/officeDocument/2006/relationships/image" Target="../media/image53.png"/><Relationship Id="rId104" Type="http://schemas.openxmlformats.org/officeDocument/2006/relationships/image" Target="../media/image80.png"/><Relationship Id="rId125" Type="http://schemas.openxmlformats.org/officeDocument/2006/relationships/customXml" Target="../ink/ink90.xml"/><Relationship Id="rId146" Type="http://schemas.openxmlformats.org/officeDocument/2006/relationships/customXml" Target="../ink/ink101.xml"/><Relationship Id="rId167" Type="http://schemas.openxmlformats.org/officeDocument/2006/relationships/image" Target="../media/image111.png"/><Relationship Id="rId188" Type="http://schemas.openxmlformats.org/officeDocument/2006/relationships/image" Target="../media/image121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7.png"/><Relationship Id="rId299" Type="http://schemas.openxmlformats.org/officeDocument/2006/relationships/image" Target="../media/image266.png"/><Relationship Id="rId21" Type="http://schemas.openxmlformats.org/officeDocument/2006/relationships/image" Target="../media/image129.png"/><Relationship Id="rId63" Type="http://schemas.openxmlformats.org/officeDocument/2006/relationships/image" Target="../media/image150.png"/><Relationship Id="rId159" Type="http://schemas.openxmlformats.org/officeDocument/2006/relationships/image" Target="../media/image197.png"/><Relationship Id="rId324" Type="http://schemas.openxmlformats.org/officeDocument/2006/relationships/customXml" Target="../ink/ink291.xml"/><Relationship Id="rId366" Type="http://schemas.openxmlformats.org/officeDocument/2006/relationships/customXml" Target="../ink/ink312.xml"/><Relationship Id="rId170" Type="http://schemas.openxmlformats.org/officeDocument/2006/relationships/customXml" Target="../ink/ink214.xml"/><Relationship Id="rId226" Type="http://schemas.openxmlformats.org/officeDocument/2006/relationships/customXml" Target="../ink/ink242.xml"/><Relationship Id="rId268" Type="http://schemas.openxmlformats.org/officeDocument/2006/relationships/customXml" Target="../ink/ink263.xml"/><Relationship Id="rId32" Type="http://schemas.openxmlformats.org/officeDocument/2006/relationships/customXml" Target="../ink/ink144.xml"/><Relationship Id="rId74" Type="http://schemas.openxmlformats.org/officeDocument/2006/relationships/customXml" Target="../ink/ink165.xml"/><Relationship Id="rId128" Type="http://schemas.openxmlformats.org/officeDocument/2006/relationships/customXml" Target="../ink/ink192.xml"/><Relationship Id="rId335" Type="http://schemas.openxmlformats.org/officeDocument/2006/relationships/image" Target="../media/image284.png"/><Relationship Id="rId377" Type="http://schemas.openxmlformats.org/officeDocument/2006/relationships/image" Target="../media/image305.png"/><Relationship Id="rId5" Type="http://schemas.openxmlformats.org/officeDocument/2006/relationships/image" Target="../media/image1210.png"/><Relationship Id="rId181" Type="http://schemas.openxmlformats.org/officeDocument/2006/relationships/image" Target="../media/image207.png"/><Relationship Id="rId237" Type="http://schemas.openxmlformats.org/officeDocument/2006/relationships/image" Target="../media/image235.png"/><Relationship Id="rId279" Type="http://schemas.openxmlformats.org/officeDocument/2006/relationships/image" Target="../media/image256.png"/><Relationship Id="rId43" Type="http://schemas.openxmlformats.org/officeDocument/2006/relationships/image" Target="../media/image140.png"/><Relationship Id="rId139" Type="http://schemas.openxmlformats.org/officeDocument/2006/relationships/image" Target="../media/image187.png"/><Relationship Id="rId290" Type="http://schemas.openxmlformats.org/officeDocument/2006/relationships/customXml" Target="../ink/ink274.xml"/><Relationship Id="rId304" Type="http://schemas.openxmlformats.org/officeDocument/2006/relationships/customXml" Target="../ink/ink281.xml"/><Relationship Id="rId346" Type="http://schemas.openxmlformats.org/officeDocument/2006/relationships/customXml" Target="../ink/ink302.xml"/><Relationship Id="rId85" Type="http://schemas.openxmlformats.org/officeDocument/2006/relationships/image" Target="../media/image161.png"/><Relationship Id="rId150" Type="http://schemas.openxmlformats.org/officeDocument/2006/relationships/customXml" Target="../ink/ink203.xml"/><Relationship Id="rId192" Type="http://schemas.openxmlformats.org/officeDocument/2006/relationships/customXml" Target="../ink/ink225.xml"/><Relationship Id="rId206" Type="http://schemas.openxmlformats.org/officeDocument/2006/relationships/customXml" Target="../ink/ink232.xml"/><Relationship Id="rId248" Type="http://schemas.openxmlformats.org/officeDocument/2006/relationships/customXml" Target="../ink/ink253.xml"/><Relationship Id="rId12" Type="http://schemas.openxmlformats.org/officeDocument/2006/relationships/customXml" Target="../ink/ink134.xml"/><Relationship Id="rId108" Type="http://schemas.openxmlformats.org/officeDocument/2006/relationships/customXml" Target="../ink/ink182.xml"/><Relationship Id="rId315" Type="http://schemas.openxmlformats.org/officeDocument/2006/relationships/image" Target="../media/image274.png"/><Relationship Id="rId357" Type="http://schemas.openxmlformats.org/officeDocument/2006/relationships/image" Target="../media/image295.png"/><Relationship Id="rId54" Type="http://schemas.openxmlformats.org/officeDocument/2006/relationships/customXml" Target="../ink/ink155.xml"/><Relationship Id="rId96" Type="http://schemas.openxmlformats.org/officeDocument/2006/relationships/customXml" Target="../ink/ink176.xml"/><Relationship Id="rId161" Type="http://schemas.openxmlformats.org/officeDocument/2006/relationships/customXml" Target="../ink/ink209.xml"/><Relationship Id="rId217" Type="http://schemas.openxmlformats.org/officeDocument/2006/relationships/image" Target="../media/image225.png"/><Relationship Id="rId259" Type="http://schemas.openxmlformats.org/officeDocument/2006/relationships/image" Target="../media/image246.png"/><Relationship Id="rId23" Type="http://schemas.openxmlformats.org/officeDocument/2006/relationships/image" Target="../media/image130.png"/><Relationship Id="rId119" Type="http://schemas.openxmlformats.org/officeDocument/2006/relationships/image" Target="../media/image178.png"/><Relationship Id="rId270" Type="http://schemas.openxmlformats.org/officeDocument/2006/relationships/customXml" Target="../ink/ink264.xml"/><Relationship Id="rId326" Type="http://schemas.openxmlformats.org/officeDocument/2006/relationships/customXml" Target="../ink/ink292.xml"/><Relationship Id="rId65" Type="http://schemas.openxmlformats.org/officeDocument/2006/relationships/image" Target="../media/image151.png"/><Relationship Id="rId130" Type="http://schemas.openxmlformats.org/officeDocument/2006/relationships/customXml" Target="../ink/ink193.xml"/><Relationship Id="rId368" Type="http://schemas.openxmlformats.org/officeDocument/2006/relationships/customXml" Target="../ink/ink313.xml"/><Relationship Id="rId172" Type="http://schemas.openxmlformats.org/officeDocument/2006/relationships/customXml" Target="../ink/ink215.xml"/><Relationship Id="rId228" Type="http://schemas.openxmlformats.org/officeDocument/2006/relationships/customXml" Target="../ink/ink243.xml"/><Relationship Id="rId281" Type="http://schemas.openxmlformats.org/officeDocument/2006/relationships/image" Target="../media/image257.png"/><Relationship Id="rId337" Type="http://schemas.openxmlformats.org/officeDocument/2006/relationships/image" Target="../media/image285.png"/><Relationship Id="rId34" Type="http://schemas.openxmlformats.org/officeDocument/2006/relationships/customXml" Target="../ink/ink145.xml"/><Relationship Id="rId76" Type="http://schemas.openxmlformats.org/officeDocument/2006/relationships/customXml" Target="../ink/ink166.xml"/><Relationship Id="rId141" Type="http://schemas.openxmlformats.org/officeDocument/2006/relationships/image" Target="../media/image188.png"/><Relationship Id="rId379" Type="http://schemas.openxmlformats.org/officeDocument/2006/relationships/image" Target="../media/image306.png"/><Relationship Id="rId7" Type="http://schemas.openxmlformats.org/officeDocument/2006/relationships/image" Target="../media/image1220.png"/><Relationship Id="rId183" Type="http://schemas.openxmlformats.org/officeDocument/2006/relationships/image" Target="../media/image208.png"/><Relationship Id="rId239" Type="http://schemas.openxmlformats.org/officeDocument/2006/relationships/image" Target="../media/image236.png"/><Relationship Id="rId250" Type="http://schemas.openxmlformats.org/officeDocument/2006/relationships/customXml" Target="../ink/ink254.xml"/><Relationship Id="rId292" Type="http://schemas.openxmlformats.org/officeDocument/2006/relationships/customXml" Target="../ink/ink275.xml"/><Relationship Id="rId306" Type="http://schemas.openxmlformats.org/officeDocument/2006/relationships/customXml" Target="../ink/ink282.xml"/><Relationship Id="rId45" Type="http://schemas.openxmlformats.org/officeDocument/2006/relationships/image" Target="../media/image141.png"/><Relationship Id="rId87" Type="http://schemas.openxmlformats.org/officeDocument/2006/relationships/image" Target="../media/image162.png"/><Relationship Id="rId110" Type="http://schemas.openxmlformats.org/officeDocument/2006/relationships/customXml" Target="../ink/ink183.xml"/><Relationship Id="rId348" Type="http://schemas.openxmlformats.org/officeDocument/2006/relationships/customXml" Target="../ink/ink303.xml"/><Relationship Id="rId152" Type="http://schemas.openxmlformats.org/officeDocument/2006/relationships/customXml" Target="../ink/ink204.xml"/><Relationship Id="rId194" Type="http://schemas.openxmlformats.org/officeDocument/2006/relationships/customXml" Target="../ink/ink226.xml"/><Relationship Id="rId208" Type="http://schemas.openxmlformats.org/officeDocument/2006/relationships/customXml" Target="../ink/ink233.xml"/><Relationship Id="rId261" Type="http://schemas.openxmlformats.org/officeDocument/2006/relationships/image" Target="../media/image247.png"/><Relationship Id="rId14" Type="http://schemas.openxmlformats.org/officeDocument/2006/relationships/customXml" Target="../ink/ink135.xml"/><Relationship Id="rId56" Type="http://schemas.openxmlformats.org/officeDocument/2006/relationships/customXml" Target="../ink/ink156.xml"/><Relationship Id="rId317" Type="http://schemas.openxmlformats.org/officeDocument/2006/relationships/image" Target="../media/image275.png"/><Relationship Id="rId359" Type="http://schemas.openxmlformats.org/officeDocument/2006/relationships/image" Target="../media/image296.png"/><Relationship Id="rId98" Type="http://schemas.openxmlformats.org/officeDocument/2006/relationships/customXml" Target="../ink/ink177.xml"/><Relationship Id="rId121" Type="http://schemas.openxmlformats.org/officeDocument/2006/relationships/image" Target="../media/image179.png"/><Relationship Id="rId163" Type="http://schemas.openxmlformats.org/officeDocument/2006/relationships/customXml" Target="../ink/ink210.xml"/><Relationship Id="rId219" Type="http://schemas.openxmlformats.org/officeDocument/2006/relationships/image" Target="../media/image226.png"/><Relationship Id="rId370" Type="http://schemas.openxmlformats.org/officeDocument/2006/relationships/customXml" Target="../ink/ink314.xml"/><Relationship Id="rId230" Type="http://schemas.openxmlformats.org/officeDocument/2006/relationships/customXml" Target="../ink/ink244.xml"/><Relationship Id="rId25" Type="http://schemas.openxmlformats.org/officeDocument/2006/relationships/image" Target="../media/image131.png"/><Relationship Id="rId67" Type="http://schemas.openxmlformats.org/officeDocument/2006/relationships/image" Target="../media/image152.png"/><Relationship Id="rId272" Type="http://schemas.openxmlformats.org/officeDocument/2006/relationships/customXml" Target="../ink/ink265.xml"/><Relationship Id="rId328" Type="http://schemas.openxmlformats.org/officeDocument/2006/relationships/customXml" Target="../ink/ink293.xml"/><Relationship Id="rId132" Type="http://schemas.openxmlformats.org/officeDocument/2006/relationships/customXml" Target="../ink/ink194.xml"/><Relationship Id="rId174" Type="http://schemas.openxmlformats.org/officeDocument/2006/relationships/customXml" Target="../ink/ink216.xml"/><Relationship Id="rId381" Type="http://schemas.openxmlformats.org/officeDocument/2006/relationships/image" Target="../media/image307.png"/><Relationship Id="rId241" Type="http://schemas.openxmlformats.org/officeDocument/2006/relationships/image" Target="../media/image237.png"/><Relationship Id="rId36" Type="http://schemas.openxmlformats.org/officeDocument/2006/relationships/customXml" Target="../ink/ink146.xml"/><Relationship Id="rId283" Type="http://schemas.openxmlformats.org/officeDocument/2006/relationships/image" Target="../media/image258.png"/><Relationship Id="rId339" Type="http://schemas.openxmlformats.org/officeDocument/2006/relationships/image" Target="../media/image286.png"/><Relationship Id="rId78" Type="http://schemas.openxmlformats.org/officeDocument/2006/relationships/customXml" Target="../ink/ink167.xml"/><Relationship Id="rId101" Type="http://schemas.openxmlformats.org/officeDocument/2006/relationships/image" Target="../media/image169.png"/><Relationship Id="rId143" Type="http://schemas.openxmlformats.org/officeDocument/2006/relationships/image" Target="../media/image189.png"/><Relationship Id="rId185" Type="http://schemas.openxmlformats.org/officeDocument/2006/relationships/image" Target="../media/image209.png"/><Relationship Id="rId350" Type="http://schemas.openxmlformats.org/officeDocument/2006/relationships/customXml" Target="../ink/ink304.xml"/><Relationship Id="rId9" Type="http://schemas.openxmlformats.org/officeDocument/2006/relationships/image" Target="../media/image1230.png"/><Relationship Id="rId210" Type="http://schemas.openxmlformats.org/officeDocument/2006/relationships/customXml" Target="../ink/ink234.xml"/><Relationship Id="rId26" Type="http://schemas.openxmlformats.org/officeDocument/2006/relationships/customXml" Target="../ink/ink141.xml"/><Relationship Id="rId231" Type="http://schemas.openxmlformats.org/officeDocument/2006/relationships/image" Target="../media/image232.png"/><Relationship Id="rId252" Type="http://schemas.openxmlformats.org/officeDocument/2006/relationships/customXml" Target="../ink/ink255.xml"/><Relationship Id="rId273" Type="http://schemas.openxmlformats.org/officeDocument/2006/relationships/image" Target="../media/image253.png"/><Relationship Id="rId294" Type="http://schemas.openxmlformats.org/officeDocument/2006/relationships/customXml" Target="../ink/ink276.xml"/><Relationship Id="rId308" Type="http://schemas.openxmlformats.org/officeDocument/2006/relationships/customXml" Target="../ink/ink283.xml"/><Relationship Id="rId329" Type="http://schemas.openxmlformats.org/officeDocument/2006/relationships/image" Target="../media/image281.png"/><Relationship Id="rId47" Type="http://schemas.openxmlformats.org/officeDocument/2006/relationships/image" Target="../media/image142.png"/><Relationship Id="rId68" Type="http://schemas.openxmlformats.org/officeDocument/2006/relationships/customXml" Target="../ink/ink162.xml"/><Relationship Id="rId89" Type="http://schemas.openxmlformats.org/officeDocument/2006/relationships/image" Target="../media/image163.png"/><Relationship Id="rId112" Type="http://schemas.openxmlformats.org/officeDocument/2006/relationships/customXml" Target="../ink/ink184.xml"/><Relationship Id="rId133" Type="http://schemas.openxmlformats.org/officeDocument/2006/relationships/image" Target="../media/image184.png"/><Relationship Id="rId154" Type="http://schemas.openxmlformats.org/officeDocument/2006/relationships/customXml" Target="../ink/ink205.xml"/><Relationship Id="rId175" Type="http://schemas.openxmlformats.org/officeDocument/2006/relationships/image" Target="../media/image204.png"/><Relationship Id="rId340" Type="http://schemas.openxmlformats.org/officeDocument/2006/relationships/customXml" Target="../ink/ink299.xml"/><Relationship Id="rId361" Type="http://schemas.openxmlformats.org/officeDocument/2006/relationships/image" Target="../media/image297.png"/><Relationship Id="rId196" Type="http://schemas.openxmlformats.org/officeDocument/2006/relationships/customXml" Target="../ink/ink227.xml"/><Relationship Id="rId200" Type="http://schemas.openxmlformats.org/officeDocument/2006/relationships/customXml" Target="../ink/ink229.xml"/><Relationship Id="rId16" Type="http://schemas.openxmlformats.org/officeDocument/2006/relationships/customXml" Target="../ink/ink136.xml"/><Relationship Id="rId221" Type="http://schemas.openxmlformats.org/officeDocument/2006/relationships/image" Target="../media/image227.png"/><Relationship Id="rId242" Type="http://schemas.openxmlformats.org/officeDocument/2006/relationships/customXml" Target="../ink/ink250.xml"/><Relationship Id="rId263" Type="http://schemas.openxmlformats.org/officeDocument/2006/relationships/image" Target="../media/image248.png"/><Relationship Id="rId284" Type="http://schemas.openxmlformats.org/officeDocument/2006/relationships/customXml" Target="../ink/ink271.xml"/><Relationship Id="rId319" Type="http://schemas.openxmlformats.org/officeDocument/2006/relationships/image" Target="../media/image276.png"/><Relationship Id="rId37" Type="http://schemas.openxmlformats.org/officeDocument/2006/relationships/image" Target="../media/image137.png"/><Relationship Id="rId58" Type="http://schemas.openxmlformats.org/officeDocument/2006/relationships/customXml" Target="../ink/ink157.xml"/><Relationship Id="rId79" Type="http://schemas.openxmlformats.org/officeDocument/2006/relationships/image" Target="../media/image158.png"/><Relationship Id="rId102" Type="http://schemas.openxmlformats.org/officeDocument/2006/relationships/customXml" Target="../ink/ink179.xml"/><Relationship Id="rId123" Type="http://schemas.openxmlformats.org/officeDocument/2006/relationships/image" Target="../media/image180.png"/><Relationship Id="rId144" Type="http://schemas.openxmlformats.org/officeDocument/2006/relationships/customXml" Target="../ink/ink200.xml"/><Relationship Id="rId330" Type="http://schemas.openxmlformats.org/officeDocument/2006/relationships/customXml" Target="../ink/ink294.xml"/><Relationship Id="rId90" Type="http://schemas.openxmlformats.org/officeDocument/2006/relationships/customXml" Target="../ink/ink173.xml"/><Relationship Id="rId165" Type="http://schemas.openxmlformats.org/officeDocument/2006/relationships/customXml" Target="../ink/ink211.xml"/><Relationship Id="rId186" Type="http://schemas.openxmlformats.org/officeDocument/2006/relationships/customXml" Target="../ink/ink222.xml"/><Relationship Id="rId351" Type="http://schemas.openxmlformats.org/officeDocument/2006/relationships/image" Target="../media/image292.png"/><Relationship Id="rId372" Type="http://schemas.openxmlformats.org/officeDocument/2006/relationships/customXml" Target="../ink/ink315.xml"/><Relationship Id="rId211" Type="http://schemas.openxmlformats.org/officeDocument/2006/relationships/image" Target="../media/image222.png"/><Relationship Id="rId232" Type="http://schemas.openxmlformats.org/officeDocument/2006/relationships/customXml" Target="../ink/ink245.xml"/><Relationship Id="rId253" Type="http://schemas.openxmlformats.org/officeDocument/2006/relationships/image" Target="../media/image243.png"/><Relationship Id="rId274" Type="http://schemas.openxmlformats.org/officeDocument/2006/relationships/customXml" Target="../ink/ink266.xml"/><Relationship Id="rId295" Type="http://schemas.openxmlformats.org/officeDocument/2006/relationships/image" Target="../media/image264.png"/><Relationship Id="rId309" Type="http://schemas.openxmlformats.org/officeDocument/2006/relationships/image" Target="../media/image271.png"/><Relationship Id="rId27" Type="http://schemas.openxmlformats.org/officeDocument/2006/relationships/image" Target="../media/image132.png"/><Relationship Id="rId48" Type="http://schemas.openxmlformats.org/officeDocument/2006/relationships/customXml" Target="../ink/ink152.xml"/><Relationship Id="rId69" Type="http://schemas.openxmlformats.org/officeDocument/2006/relationships/image" Target="../media/image153.png"/><Relationship Id="rId113" Type="http://schemas.openxmlformats.org/officeDocument/2006/relationships/image" Target="../media/image175.png"/><Relationship Id="rId134" Type="http://schemas.openxmlformats.org/officeDocument/2006/relationships/customXml" Target="../ink/ink195.xml"/><Relationship Id="rId320" Type="http://schemas.openxmlformats.org/officeDocument/2006/relationships/customXml" Target="../ink/ink289.xml"/><Relationship Id="rId80" Type="http://schemas.openxmlformats.org/officeDocument/2006/relationships/customXml" Target="../ink/ink168.xml"/><Relationship Id="rId155" Type="http://schemas.openxmlformats.org/officeDocument/2006/relationships/image" Target="../media/image195.png"/><Relationship Id="rId176" Type="http://schemas.openxmlformats.org/officeDocument/2006/relationships/customXml" Target="../ink/ink217.xml"/><Relationship Id="rId197" Type="http://schemas.openxmlformats.org/officeDocument/2006/relationships/image" Target="../media/image215.png"/><Relationship Id="rId341" Type="http://schemas.openxmlformats.org/officeDocument/2006/relationships/image" Target="../media/image287.png"/><Relationship Id="rId362" Type="http://schemas.openxmlformats.org/officeDocument/2006/relationships/customXml" Target="../ink/ink310.xml"/><Relationship Id="rId201" Type="http://schemas.openxmlformats.org/officeDocument/2006/relationships/image" Target="../media/image217.png"/><Relationship Id="rId222" Type="http://schemas.openxmlformats.org/officeDocument/2006/relationships/customXml" Target="../ink/ink240.xml"/><Relationship Id="rId243" Type="http://schemas.openxmlformats.org/officeDocument/2006/relationships/image" Target="../media/image238.png"/><Relationship Id="rId264" Type="http://schemas.openxmlformats.org/officeDocument/2006/relationships/customXml" Target="../ink/ink261.xml"/><Relationship Id="rId285" Type="http://schemas.openxmlformats.org/officeDocument/2006/relationships/image" Target="../media/image259.png"/><Relationship Id="rId17" Type="http://schemas.openxmlformats.org/officeDocument/2006/relationships/image" Target="../media/image1270.png"/><Relationship Id="rId38" Type="http://schemas.openxmlformats.org/officeDocument/2006/relationships/customXml" Target="../ink/ink147.xml"/><Relationship Id="rId59" Type="http://schemas.openxmlformats.org/officeDocument/2006/relationships/image" Target="../media/image148.png"/><Relationship Id="rId103" Type="http://schemas.openxmlformats.org/officeDocument/2006/relationships/image" Target="../media/image170.png"/><Relationship Id="rId124" Type="http://schemas.openxmlformats.org/officeDocument/2006/relationships/customXml" Target="../ink/ink190.xml"/><Relationship Id="rId310" Type="http://schemas.openxmlformats.org/officeDocument/2006/relationships/customXml" Target="../ink/ink284.xml"/><Relationship Id="rId70" Type="http://schemas.openxmlformats.org/officeDocument/2006/relationships/customXml" Target="../ink/ink163.xml"/><Relationship Id="rId91" Type="http://schemas.openxmlformats.org/officeDocument/2006/relationships/image" Target="../media/image164.png"/><Relationship Id="rId145" Type="http://schemas.openxmlformats.org/officeDocument/2006/relationships/image" Target="../media/image190.png"/><Relationship Id="rId166" Type="http://schemas.openxmlformats.org/officeDocument/2006/relationships/customXml" Target="../ink/ink212.xml"/><Relationship Id="rId187" Type="http://schemas.openxmlformats.org/officeDocument/2006/relationships/image" Target="../media/image210.png"/><Relationship Id="rId331" Type="http://schemas.openxmlformats.org/officeDocument/2006/relationships/image" Target="../media/image282.png"/><Relationship Id="rId352" Type="http://schemas.openxmlformats.org/officeDocument/2006/relationships/customXml" Target="../ink/ink305.xml"/><Relationship Id="rId373" Type="http://schemas.openxmlformats.org/officeDocument/2006/relationships/image" Target="../media/image30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35.xml"/><Relationship Id="rId233" Type="http://schemas.openxmlformats.org/officeDocument/2006/relationships/image" Target="../media/image233.png"/><Relationship Id="rId254" Type="http://schemas.openxmlformats.org/officeDocument/2006/relationships/customXml" Target="../ink/ink256.xml"/><Relationship Id="rId28" Type="http://schemas.openxmlformats.org/officeDocument/2006/relationships/customXml" Target="../ink/ink142.xml"/><Relationship Id="rId49" Type="http://schemas.openxmlformats.org/officeDocument/2006/relationships/image" Target="../media/image143.png"/><Relationship Id="rId114" Type="http://schemas.openxmlformats.org/officeDocument/2006/relationships/customXml" Target="../ink/ink185.xml"/><Relationship Id="rId275" Type="http://schemas.openxmlformats.org/officeDocument/2006/relationships/image" Target="../media/image254.png"/><Relationship Id="rId296" Type="http://schemas.openxmlformats.org/officeDocument/2006/relationships/customXml" Target="../ink/ink277.xml"/><Relationship Id="rId300" Type="http://schemas.openxmlformats.org/officeDocument/2006/relationships/customXml" Target="../ink/ink279.xml"/><Relationship Id="rId60" Type="http://schemas.openxmlformats.org/officeDocument/2006/relationships/customXml" Target="../ink/ink158.xml"/><Relationship Id="rId81" Type="http://schemas.openxmlformats.org/officeDocument/2006/relationships/image" Target="../media/image159.png"/><Relationship Id="rId135" Type="http://schemas.openxmlformats.org/officeDocument/2006/relationships/image" Target="../media/image185.png"/><Relationship Id="rId156" Type="http://schemas.openxmlformats.org/officeDocument/2006/relationships/customXml" Target="../ink/ink206.xml"/><Relationship Id="rId177" Type="http://schemas.openxmlformats.org/officeDocument/2006/relationships/image" Target="../media/image205.png"/><Relationship Id="rId198" Type="http://schemas.openxmlformats.org/officeDocument/2006/relationships/customXml" Target="../ink/ink228.xml"/><Relationship Id="rId321" Type="http://schemas.openxmlformats.org/officeDocument/2006/relationships/image" Target="../media/image277.png"/><Relationship Id="rId342" Type="http://schemas.openxmlformats.org/officeDocument/2006/relationships/customXml" Target="../ink/ink300.xml"/><Relationship Id="rId363" Type="http://schemas.openxmlformats.org/officeDocument/2006/relationships/image" Target="../media/image298.png"/><Relationship Id="rId202" Type="http://schemas.openxmlformats.org/officeDocument/2006/relationships/customXml" Target="../ink/ink230.xml"/><Relationship Id="rId223" Type="http://schemas.openxmlformats.org/officeDocument/2006/relationships/image" Target="../media/image228.png"/><Relationship Id="rId244" Type="http://schemas.openxmlformats.org/officeDocument/2006/relationships/customXml" Target="../ink/ink251.xml"/><Relationship Id="rId18" Type="http://schemas.openxmlformats.org/officeDocument/2006/relationships/customXml" Target="../ink/ink137.xml"/><Relationship Id="rId39" Type="http://schemas.openxmlformats.org/officeDocument/2006/relationships/image" Target="../media/image138.png"/><Relationship Id="rId265" Type="http://schemas.openxmlformats.org/officeDocument/2006/relationships/image" Target="../media/image249.png"/><Relationship Id="rId286" Type="http://schemas.openxmlformats.org/officeDocument/2006/relationships/customXml" Target="../ink/ink272.xml"/><Relationship Id="rId50" Type="http://schemas.openxmlformats.org/officeDocument/2006/relationships/customXml" Target="../ink/ink153.xml"/><Relationship Id="rId104" Type="http://schemas.openxmlformats.org/officeDocument/2006/relationships/customXml" Target="../ink/ink180.xml"/><Relationship Id="rId125" Type="http://schemas.openxmlformats.org/officeDocument/2006/relationships/image" Target="../media/image181.png"/><Relationship Id="rId146" Type="http://schemas.openxmlformats.org/officeDocument/2006/relationships/customXml" Target="../ink/ink201.xml"/><Relationship Id="rId167" Type="http://schemas.openxmlformats.org/officeDocument/2006/relationships/image" Target="../media/image200.png"/><Relationship Id="rId188" Type="http://schemas.openxmlformats.org/officeDocument/2006/relationships/customXml" Target="../ink/ink223.xml"/><Relationship Id="rId311" Type="http://schemas.openxmlformats.org/officeDocument/2006/relationships/image" Target="../media/image272.png"/><Relationship Id="rId332" Type="http://schemas.openxmlformats.org/officeDocument/2006/relationships/customXml" Target="../ink/ink295.xml"/><Relationship Id="rId353" Type="http://schemas.openxmlformats.org/officeDocument/2006/relationships/image" Target="../media/image293.png"/><Relationship Id="rId374" Type="http://schemas.openxmlformats.org/officeDocument/2006/relationships/customXml" Target="../ink/ink316.xml"/><Relationship Id="rId71" Type="http://schemas.openxmlformats.org/officeDocument/2006/relationships/image" Target="../media/image154.png"/><Relationship Id="rId92" Type="http://schemas.openxmlformats.org/officeDocument/2006/relationships/customXml" Target="../ink/ink174.xml"/><Relationship Id="rId213" Type="http://schemas.openxmlformats.org/officeDocument/2006/relationships/image" Target="../media/image223.png"/><Relationship Id="rId234" Type="http://schemas.openxmlformats.org/officeDocument/2006/relationships/customXml" Target="../ink/ink246.xml"/><Relationship Id="rId2" Type="http://schemas.openxmlformats.org/officeDocument/2006/relationships/customXml" Target="../ink/ink129.xml"/><Relationship Id="rId29" Type="http://schemas.openxmlformats.org/officeDocument/2006/relationships/image" Target="../media/image133.png"/><Relationship Id="rId255" Type="http://schemas.openxmlformats.org/officeDocument/2006/relationships/image" Target="../media/image244.png"/><Relationship Id="rId276" Type="http://schemas.openxmlformats.org/officeDocument/2006/relationships/customXml" Target="../ink/ink267.xml"/><Relationship Id="rId297" Type="http://schemas.openxmlformats.org/officeDocument/2006/relationships/image" Target="../media/image265.png"/><Relationship Id="rId40" Type="http://schemas.openxmlformats.org/officeDocument/2006/relationships/customXml" Target="../ink/ink148.xml"/><Relationship Id="rId115" Type="http://schemas.openxmlformats.org/officeDocument/2006/relationships/image" Target="../media/image176.png"/><Relationship Id="rId136" Type="http://schemas.openxmlformats.org/officeDocument/2006/relationships/customXml" Target="../ink/ink196.xml"/><Relationship Id="rId157" Type="http://schemas.openxmlformats.org/officeDocument/2006/relationships/image" Target="../media/image196.png"/><Relationship Id="rId178" Type="http://schemas.openxmlformats.org/officeDocument/2006/relationships/customXml" Target="../ink/ink218.xml"/><Relationship Id="rId301" Type="http://schemas.openxmlformats.org/officeDocument/2006/relationships/image" Target="../media/image267.png"/><Relationship Id="rId322" Type="http://schemas.openxmlformats.org/officeDocument/2006/relationships/customXml" Target="../ink/ink290.xml"/><Relationship Id="rId343" Type="http://schemas.openxmlformats.org/officeDocument/2006/relationships/image" Target="../media/image288.png"/><Relationship Id="rId364" Type="http://schemas.openxmlformats.org/officeDocument/2006/relationships/customXml" Target="../ink/ink311.xml"/><Relationship Id="rId61" Type="http://schemas.openxmlformats.org/officeDocument/2006/relationships/image" Target="../media/image149.png"/><Relationship Id="rId82" Type="http://schemas.openxmlformats.org/officeDocument/2006/relationships/customXml" Target="../ink/ink169.xml"/><Relationship Id="rId199" Type="http://schemas.openxmlformats.org/officeDocument/2006/relationships/image" Target="../media/image216.png"/><Relationship Id="rId203" Type="http://schemas.openxmlformats.org/officeDocument/2006/relationships/image" Target="../media/image218.png"/><Relationship Id="rId19" Type="http://schemas.openxmlformats.org/officeDocument/2006/relationships/image" Target="../media/image128.png"/><Relationship Id="rId224" Type="http://schemas.openxmlformats.org/officeDocument/2006/relationships/customXml" Target="../ink/ink241.xml"/><Relationship Id="rId245" Type="http://schemas.openxmlformats.org/officeDocument/2006/relationships/image" Target="../media/image239.png"/><Relationship Id="rId266" Type="http://schemas.openxmlformats.org/officeDocument/2006/relationships/customXml" Target="../ink/ink262.xml"/><Relationship Id="rId287" Type="http://schemas.openxmlformats.org/officeDocument/2006/relationships/image" Target="../media/image260.png"/><Relationship Id="rId30" Type="http://schemas.openxmlformats.org/officeDocument/2006/relationships/customXml" Target="../ink/ink143.xml"/><Relationship Id="rId105" Type="http://schemas.openxmlformats.org/officeDocument/2006/relationships/image" Target="../media/image171.png"/><Relationship Id="rId126" Type="http://schemas.openxmlformats.org/officeDocument/2006/relationships/customXml" Target="../ink/ink191.xml"/><Relationship Id="rId147" Type="http://schemas.openxmlformats.org/officeDocument/2006/relationships/image" Target="../media/image191.png"/><Relationship Id="rId168" Type="http://schemas.openxmlformats.org/officeDocument/2006/relationships/customXml" Target="../ink/ink213.xml"/><Relationship Id="rId312" Type="http://schemas.openxmlformats.org/officeDocument/2006/relationships/customXml" Target="../ink/ink285.xml"/><Relationship Id="rId333" Type="http://schemas.openxmlformats.org/officeDocument/2006/relationships/image" Target="../media/image283.png"/><Relationship Id="rId354" Type="http://schemas.openxmlformats.org/officeDocument/2006/relationships/customXml" Target="../ink/ink306.xml"/><Relationship Id="rId51" Type="http://schemas.openxmlformats.org/officeDocument/2006/relationships/image" Target="../media/image144.png"/><Relationship Id="rId72" Type="http://schemas.openxmlformats.org/officeDocument/2006/relationships/customXml" Target="../ink/ink164.xml"/><Relationship Id="rId93" Type="http://schemas.openxmlformats.org/officeDocument/2006/relationships/image" Target="../media/image165.png"/><Relationship Id="rId189" Type="http://schemas.openxmlformats.org/officeDocument/2006/relationships/image" Target="../media/image211.png"/><Relationship Id="rId375" Type="http://schemas.openxmlformats.org/officeDocument/2006/relationships/image" Target="../media/image304.png"/><Relationship Id="rId3" Type="http://schemas.openxmlformats.org/officeDocument/2006/relationships/image" Target="../media/image1200.png"/><Relationship Id="rId214" Type="http://schemas.openxmlformats.org/officeDocument/2006/relationships/customXml" Target="../ink/ink236.xml"/><Relationship Id="rId235" Type="http://schemas.openxmlformats.org/officeDocument/2006/relationships/image" Target="../media/image234.png"/><Relationship Id="rId256" Type="http://schemas.openxmlformats.org/officeDocument/2006/relationships/customXml" Target="../ink/ink257.xml"/><Relationship Id="rId277" Type="http://schemas.openxmlformats.org/officeDocument/2006/relationships/image" Target="../media/image255.png"/><Relationship Id="rId298" Type="http://schemas.openxmlformats.org/officeDocument/2006/relationships/customXml" Target="../ink/ink278.xml"/><Relationship Id="rId116" Type="http://schemas.openxmlformats.org/officeDocument/2006/relationships/customXml" Target="../ink/ink186.xml"/><Relationship Id="rId137" Type="http://schemas.openxmlformats.org/officeDocument/2006/relationships/image" Target="../media/image186.png"/><Relationship Id="rId158" Type="http://schemas.openxmlformats.org/officeDocument/2006/relationships/customXml" Target="../ink/ink207.xml"/><Relationship Id="rId302" Type="http://schemas.openxmlformats.org/officeDocument/2006/relationships/customXml" Target="../ink/ink280.xml"/><Relationship Id="rId323" Type="http://schemas.openxmlformats.org/officeDocument/2006/relationships/image" Target="../media/image278.png"/><Relationship Id="rId344" Type="http://schemas.openxmlformats.org/officeDocument/2006/relationships/customXml" Target="../ink/ink301.xml"/><Relationship Id="rId20" Type="http://schemas.openxmlformats.org/officeDocument/2006/relationships/customXml" Target="../ink/ink138.xml"/><Relationship Id="rId41" Type="http://schemas.openxmlformats.org/officeDocument/2006/relationships/image" Target="../media/image139.png"/><Relationship Id="rId62" Type="http://schemas.openxmlformats.org/officeDocument/2006/relationships/customXml" Target="../ink/ink159.xml"/><Relationship Id="rId83" Type="http://schemas.openxmlformats.org/officeDocument/2006/relationships/image" Target="../media/image160.png"/><Relationship Id="rId179" Type="http://schemas.openxmlformats.org/officeDocument/2006/relationships/image" Target="../media/image206.png"/><Relationship Id="rId365" Type="http://schemas.openxmlformats.org/officeDocument/2006/relationships/image" Target="../media/image299.png"/><Relationship Id="rId190" Type="http://schemas.openxmlformats.org/officeDocument/2006/relationships/customXml" Target="../ink/ink224.xml"/><Relationship Id="rId204" Type="http://schemas.openxmlformats.org/officeDocument/2006/relationships/customXml" Target="../ink/ink231.xml"/><Relationship Id="rId225" Type="http://schemas.openxmlformats.org/officeDocument/2006/relationships/image" Target="../media/image229.png"/><Relationship Id="rId246" Type="http://schemas.openxmlformats.org/officeDocument/2006/relationships/customXml" Target="../ink/ink252.xml"/><Relationship Id="rId267" Type="http://schemas.openxmlformats.org/officeDocument/2006/relationships/image" Target="../media/image250.png"/><Relationship Id="rId288" Type="http://schemas.openxmlformats.org/officeDocument/2006/relationships/customXml" Target="../ink/ink273.xml"/><Relationship Id="rId106" Type="http://schemas.openxmlformats.org/officeDocument/2006/relationships/customXml" Target="../ink/ink181.xml"/><Relationship Id="rId127" Type="http://schemas.openxmlformats.org/officeDocument/2006/relationships/image" Target="../media/image182.png"/><Relationship Id="rId313" Type="http://schemas.openxmlformats.org/officeDocument/2006/relationships/image" Target="../media/image273.png"/><Relationship Id="rId10" Type="http://schemas.openxmlformats.org/officeDocument/2006/relationships/customXml" Target="../ink/ink133.xml"/><Relationship Id="rId31" Type="http://schemas.openxmlformats.org/officeDocument/2006/relationships/image" Target="../media/image134.png"/><Relationship Id="rId52" Type="http://schemas.openxmlformats.org/officeDocument/2006/relationships/customXml" Target="../ink/ink154.xml"/><Relationship Id="rId73" Type="http://schemas.openxmlformats.org/officeDocument/2006/relationships/image" Target="../media/image155.png"/><Relationship Id="rId94" Type="http://schemas.openxmlformats.org/officeDocument/2006/relationships/customXml" Target="../ink/ink175.xml"/><Relationship Id="rId148" Type="http://schemas.openxmlformats.org/officeDocument/2006/relationships/customXml" Target="../ink/ink202.xml"/><Relationship Id="rId169" Type="http://schemas.openxmlformats.org/officeDocument/2006/relationships/image" Target="../media/image201.png"/><Relationship Id="rId334" Type="http://schemas.openxmlformats.org/officeDocument/2006/relationships/customXml" Target="../ink/ink296.xml"/><Relationship Id="rId355" Type="http://schemas.openxmlformats.org/officeDocument/2006/relationships/image" Target="../media/image294.png"/><Relationship Id="rId376" Type="http://schemas.openxmlformats.org/officeDocument/2006/relationships/customXml" Target="../ink/ink317.xml"/><Relationship Id="rId4" Type="http://schemas.openxmlformats.org/officeDocument/2006/relationships/customXml" Target="../ink/ink130.xml"/><Relationship Id="rId180" Type="http://schemas.openxmlformats.org/officeDocument/2006/relationships/customXml" Target="../ink/ink219.xml"/><Relationship Id="rId215" Type="http://schemas.openxmlformats.org/officeDocument/2006/relationships/image" Target="../media/image224.png"/><Relationship Id="rId236" Type="http://schemas.openxmlformats.org/officeDocument/2006/relationships/customXml" Target="../ink/ink247.xml"/><Relationship Id="rId257" Type="http://schemas.openxmlformats.org/officeDocument/2006/relationships/image" Target="../media/image245.png"/><Relationship Id="rId278" Type="http://schemas.openxmlformats.org/officeDocument/2006/relationships/customXml" Target="../ink/ink268.xml"/><Relationship Id="rId303" Type="http://schemas.openxmlformats.org/officeDocument/2006/relationships/image" Target="../media/image268.png"/><Relationship Id="rId42" Type="http://schemas.openxmlformats.org/officeDocument/2006/relationships/customXml" Target="../ink/ink149.xml"/><Relationship Id="rId84" Type="http://schemas.openxmlformats.org/officeDocument/2006/relationships/customXml" Target="../ink/ink170.xml"/><Relationship Id="rId138" Type="http://schemas.openxmlformats.org/officeDocument/2006/relationships/customXml" Target="../ink/ink197.xml"/><Relationship Id="rId345" Type="http://schemas.openxmlformats.org/officeDocument/2006/relationships/image" Target="../media/image289.png"/><Relationship Id="rId191" Type="http://schemas.openxmlformats.org/officeDocument/2006/relationships/image" Target="../media/image212.png"/><Relationship Id="rId205" Type="http://schemas.openxmlformats.org/officeDocument/2006/relationships/image" Target="../media/image219.png"/><Relationship Id="rId247" Type="http://schemas.openxmlformats.org/officeDocument/2006/relationships/image" Target="../media/image240.png"/><Relationship Id="rId107" Type="http://schemas.openxmlformats.org/officeDocument/2006/relationships/image" Target="../media/image172.png"/><Relationship Id="rId289" Type="http://schemas.openxmlformats.org/officeDocument/2006/relationships/image" Target="../media/image261.png"/><Relationship Id="rId11" Type="http://schemas.openxmlformats.org/officeDocument/2006/relationships/image" Target="../media/image1240.png"/><Relationship Id="rId53" Type="http://schemas.openxmlformats.org/officeDocument/2006/relationships/image" Target="../media/image145.png"/><Relationship Id="rId149" Type="http://schemas.openxmlformats.org/officeDocument/2006/relationships/image" Target="../media/image192.png"/><Relationship Id="rId314" Type="http://schemas.openxmlformats.org/officeDocument/2006/relationships/customXml" Target="../ink/ink286.xml"/><Relationship Id="rId356" Type="http://schemas.openxmlformats.org/officeDocument/2006/relationships/customXml" Target="../ink/ink307.xml"/><Relationship Id="rId95" Type="http://schemas.openxmlformats.org/officeDocument/2006/relationships/image" Target="../media/image166.png"/><Relationship Id="rId160" Type="http://schemas.openxmlformats.org/officeDocument/2006/relationships/customXml" Target="../ink/ink208.xml"/><Relationship Id="rId216" Type="http://schemas.openxmlformats.org/officeDocument/2006/relationships/customXml" Target="../ink/ink237.xml"/><Relationship Id="rId258" Type="http://schemas.openxmlformats.org/officeDocument/2006/relationships/customXml" Target="../ink/ink258.xml"/><Relationship Id="rId22" Type="http://schemas.openxmlformats.org/officeDocument/2006/relationships/customXml" Target="../ink/ink139.xml"/><Relationship Id="rId64" Type="http://schemas.openxmlformats.org/officeDocument/2006/relationships/customXml" Target="../ink/ink160.xml"/><Relationship Id="rId118" Type="http://schemas.openxmlformats.org/officeDocument/2006/relationships/customXml" Target="../ink/ink187.xml"/><Relationship Id="rId325" Type="http://schemas.openxmlformats.org/officeDocument/2006/relationships/image" Target="../media/image279.png"/><Relationship Id="rId367" Type="http://schemas.openxmlformats.org/officeDocument/2006/relationships/image" Target="../media/image300.png"/><Relationship Id="rId171" Type="http://schemas.openxmlformats.org/officeDocument/2006/relationships/image" Target="../media/image202.png"/><Relationship Id="rId227" Type="http://schemas.openxmlformats.org/officeDocument/2006/relationships/image" Target="../media/image230.png"/><Relationship Id="rId269" Type="http://schemas.openxmlformats.org/officeDocument/2006/relationships/image" Target="../media/image251.png"/><Relationship Id="rId33" Type="http://schemas.openxmlformats.org/officeDocument/2006/relationships/image" Target="../media/image135.png"/><Relationship Id="rId129" Type="http://schemas.openxmlformats.org/officeDocument/2006/relationships/image" Target="../media/image16.png"/><Relationship Id="rId280" Type="http://schemas.openxmlformats.org/officeDocument/2006/relationships/customXml" Target="../ink/ink269.xml"/><Relationship Id="rId336" Type="http://schemas.openxmlformats.org/officeDocument/2006/relationships/customXml" Target="../ink/ink297.xml"/><Relationship Id="rId75" Type="http://schemas.openxmlformats.org/officeDocument/2006/relationships/image" Target="../media/image156.png"/><Relationship Id="rId140" Type="http://schemas.openxmlformats.org/officeDocument/2006/relationships/customXml" Target="../ink/ink198.xml"/><Relationship Id="rId182" Type="http://schemas.openxmlformats.org/officeDocument/2006/relationships/customXml" Target="../ink/ink220.xml"/><Relationship Id="rId378" Type="http://schemas.openxmlformats.org/officeDocument/2006/relationships/customXml" Target="../ink/ink318.xml"/><Relationship Id="rId6" Type="http://schemas.openxmlformats.org/officeDocument/2006/relationships/customXml" Target="../ink/ink131.xml"/><Relationship Id="rId238" Type="http://schemas.openxmlformats.org/officeDocument/2006/relationships/customXml" Target="../ink/ink248.xml"/><Relationship Id="rId291" Type="http://schemas.openxmlformats.org/officeDocument/2006/relationships/image" Target="../media/image262.png"/><Relationship Id="rId305" Type="http://schemas.openxmlformats.org/officeDocument/2006/relationships/image" Target="../media/image269.png"/><Relationship Id="rId347" Type="http://schemas.openxmlformats.org/officeDocument/2006/relationships/image" Target="../media/image290.png"/><Relationship Id="rId44" Type="http://schemas.openxmlformats.org/officeDocument/2006/relationships/customXml" Target="../ink/ink150.xml"/><Relationship Id="rId86" Type="http://schemas.openxmlformats.org/officeDocument/2006/relationships/customXml" Target="../ink/ink171.xml"/><Relationship Id="rId151" Type="http://schemas.openxmlformats.org/officeDocument/2006/relationships/image" Target="../media/image193.png"/><Relationship Id="rId193" Type="http://schemas.openxmlformats.org/officeDocument/2006/relationships/image" Target="../media/image213.png"/><Relationship Id="rId207" Type="http://schemas.openxmlformats.org/officeDocument/2006/relationships/image" Target="../media/image220.png"/><Relationship Id="rId249" Type="http://schemas.openxmlformats.org/officeDocument/2006/relationships/image" Target="../media/image241.png"/><Relationship Id="rId13" Type="http://schemas.openxmlformats.org/officeDocument/2006/relationships/image" Target="../media/image1250.png"/><Relationship Id="rId109" Type="http://schemas.openxmlformats.org/officeDocument/2006/relationships/image" Target="../media/image173.png"/><Relationship Id="rId260" Type="http://schemas.openxmlformats.org/officeDocument/2006/relationships/customXml" Target="../ink/ink259.xml"/><Relationship Id="rId316" Type="http://schemas.openxmlformats.org/officeDocument/2006/relationships/customXml" Target="../ink/ink287.xml"/><Relationship Id="rId55" Type="http://schemas.openxmlformats.org/officeDocument/2006/relationships/image" Target="../media/image146.png"/><Relationship Id="rId97" Type="http://schemas.openxmlformats.org/officeDocument/2006/relationships/image" Target="../media/image167.png"/><Relationship Id="rId120" Type="http://schemas.openxmlformats.org/officeDocument/2006/relationships/customXml" Target="../ink/ink188.xml"/><Relationship Id="rId358" Type="http://schemas.openxmlformats.org/officeDocument/2006/relationships/customXml" Target="../ink/ink308.xml"/><Relationship Id="rId162" Type="http://schemas.openxmlformats.org/officeDocument/2006/relationships/image" Target="../media/image198.png"/><Relationship Id="rId218" Type="http://schemas.openxmlformats.org/officeDocument/2006/relationships/customXml" Target="../ink/ink238.xml"/><Relationship Id="rId271" Type="http://schemas.openxmlformats.org/officeDocument/2006/relationships/image" Target="../media/image252.png"/><Relationship Id="rId24" Type="http://schemas.openxmlformats.org/officeDocument/2006/relationships/customXml" Target="../ink/ink140.xml"/><Relationship Id="rId66" Type="http://schemas.openxmlformats.org/officeDocument/2006/relationships/customXml" Target="../ink/ink161.xml"/><Relationship Id="rId131" Type="http://schemas.openxmlformats.org/officeDocument/2006/relationships/image" Target="../media/image183.png"/><Relationship Id="rId327" Type="http://schemas.openxmlformats.org/officeDocument/2006/relationships/image" Target="../media/image280.png"/><Relationship Id="rId369" Type="http://schemas.openxmlformats.org/officeDocument/2006/relationships/image" Target="../media/image301.png"/><Relationship Id="rId173" Type="http://schemas.openxmlformats.org/officeDocument/2006/relationships/image" Target="../media/image203.png"/><Relationship Id="rId229" Type="http://schemas.openxmlformats.org/officeDocument/2006/relationships/image" Target="../media/image231.png"/><Relationship Id="rId380" Type="http://schemas.openxmlformats.org/officeDocument/2006/relationships/customXml" Target="../ink/ink319.xml"/><Relationship Id="rId240" Type="http://schemas.openxmlformats.org/officeDocument/2006/relationships/customXml" Target="../ink/ink249.xml"/><Relationship Id="rId35" Type="http://schemas.openxmlformats.org/officeDocument/2006/relationships/image" Target="../media/image136.png"/><Relationship Id="rId77" Type="http://schemas.openxmlformats.org/officeDocument/2006/relationships/image" Target="../media/image157.png"/><Relationship Id="rId100" Type="http://schemas.openxmlformats.org/officeDocument/2006/relationships/customXml" Target="../ink/ink178.xml"/><Relationship Id="rId282" Type="http://schemas.openxmlformats.org/officeDocument/2006/relationships/customXml" Target="../ink/ink270.xml"/><Relationship Id="rId338" Type="http://schemas.openxmlformats.org/officeDocument/2006/relationships/customXml" Target="../ink/ink298.xml"/><Relationship Id="rId8" Type="http://schemas.openxmlformats.org/officeDocument/2006/relationships/customXml" Target="../ink/ink132.xml"/><Relationship Id="rId142" Type="http://schemas.openxmlformats.org/officeDocument/2006/relationships/customXml" Target="../ink/ink199.xml"/><Relationship Id="rId184" Type="http://schemas.openxmlformats.org/officeDocument/2006/relationships/customXml" Target="../ink/ink221.xml"/><Relationship Id="rId251" Type="http://schemas.openxmlformats.org/officeDocument/2006/relationships/image" Target="../media/image242.png"/><Relationship Id="rId46" Type="http://schemas.openxmlformats.org/officeDocument/2006/relationships/customXml" Target="../ink/ink151.xml"/><Relationship Id="rId293" Type="http://schemas.openxmlformats.org/officeDocument/2006/relationships/image" Target="../media/image263.png"/><Relationship Id="rId307" Type="http://schemas.openxmlformats.org/officeDocument/2006/relationships/image" Target="../media/image270.png"/><Relationship Id="rId349" Type="http://schemas.openxmlformats.org/officeDocument/2006/relationships/image" Target="../media/image291.png"/><Relationship Id="rId88" Type="http://schemas.openxmlformats.org/officeDocument/2006/relationships/customXml" Target="../ink/ink172.xml"/><Relationship Id="rId111" Type="http://schemas.openxmlformats.org/officeDocument/2006/relationships/image" Target="../media/image174.png"/><Relationship Id="rId153" Type="http://schemas.openxmlformats.org/officeDocument/2006/relationships/image" Target="../media/image194.png"/><Relationship Id="rId195" Type="http://schemas.openxmlformats.org/officeDocument/2006/relationships/image" Target="../media/image214.png"/><Relationship Id="rId209" Type="http://schemas.openxmlformats.org/officeDocument/2006/relationships/image" Target="../media/image221.png"/><Relationship Id="rId360" Type="http://schemas.openxmlformats.org/officeDocument/2006/relationships/customXml" Target="../ink/ink309.xml"/><Relationship Id="rId220" Type="http://schemas.openxmlformats.org/officeDocument/2006/relationships/customXml" Target="../ink/ink239.xml"/><Relationship Id="rId15" Type="http://schemas.openxmlformats.org/officeDocument/2006/relationships/image" Target="../media/image1260.png"/><Relationship Id="rId57" Type="http://schemas.openxmlformats.org/officeDocument/2006/relationships/image" Target="../media/image147.png"/><Relationship Id="rId262" Type="http://schemas.openxmlformats.org/officeDocument/2006/relationships/customXml" Target="../ink/ink260.xml"/><Relationship Id="rId318" Type="http://schemas.openxmlformats.org/officeDocument/2006/relationships/customXml" Target="../ink/ink288.xml"/><Relationship Id="rId99" Type="http://schemas.openxmlformats.org/officeDocument/2006/relationships/image" Target="../media/image168.png"/><Relationship Id="rId122" Type="http://schemas.openxmlformats.org/officeDocument/2006/relationships/customXml" Target="../ink/ink189.xml"/><Relationship Id="rId164" Type="http://schemas.openxmlformats.org/officeDocument/2006/relationships/image" Target="../media/image199.png"/><Relationship Id="rId371" Type="http://schemas.openxmlformats.org/officeDocument/2006/relationships/image" Target="../media/image302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4.png"/><Relationship Id="rId299" Type="http://schemas.openxmlformats.org/officeDocument/2006/relationships/image" Target="../media/image454.png"/><Relationship Id="rId21" Type="http://schemas.openxmlformats.org/officeDocument/2006/relationships/image" Target="../media/image317.png"/><Relationship Id="rId63" Type="http://schemas.openxmlformats.org/officeDocument/2006/relationships/image" Target="../media/image337.png"/><Relationship Id="rId159" Type="http://schemas.openxmlformats.org/officeDocument/2006/relationships/image" Target="../media/image384.png"/><Relationship Id="rId324" Type="http://schemas.openxmlformats.org/officeDocument/2006/relationships/customXml" Target="../ink/ink482.xml"/><Relationship Id="rId366" Type="http://schemas.openxmlformats.org/officeDocument/2006/relationships/customXml" Target="../ink/ink503.xml"/><Relationship Id="rId170" Type="http://schemas.openxmlformats.org/officeDocument/2006/relationships/customXml" Target="../ink/ink405.xml"/><Relationship Id="rId226" Type="http://schemas.openxmlformats.org/officeDocument/2006/relationships/customXml" Target="../ink/ink433.xml"/><Relationship Id="rId268" Type="http://schemas.openxmlformats.org/officeDocument/2006/relationships/customXml" Target="../ink/ink454.xml"/><Relationship Id="rId32" Type="http://schemas.openxmlformats.org/officeDocument/2006/relationships/customXml" Target="../ink/ink335.xml"/><Relationship Id="rId74" Type="http://schemas.openxmlformats.org/officeDocument/2006/relationships/customXml" Target="../ink/ink356.xml"/><Relationship Id="rId128" Type="http://schemas.openxmlformats.org/officeDocument/2006/relationships/customXml" Target="../ink/ink383.xml"/><Relationship Id="rId335" Type="http://schemas.openxmlformats.org/officeDocument/2006/relationships/image" Target="../media/image472.png"/><Relationship Id="rId5" Type="http://schemas.openxmlformats.org/officeDocument/2006/relationships/image" Target="../media/image309.png"/><Relationship Id="rId181" Type="http://schemas.openxmlformats.org/officeDocument/2006/relationships/image" Target="../media/image395.png"/><Relationship Id="rId237" Type="http://schemas.openxmlformats.org/officeDocument/2006/relationships/image" Target="../media/image423.png"/><Relationship Id="rId279" Type="http://schemas.openxmlformats.org/officeDocument/2006/relationships/image" Target="../media/image444.png"/><Relationship Id="rId43" Type="http://schemas.openxmlformats.org/officeDocument/2006/relationships/image" Target="../media/image328.png"/><Relationship Id="rId139" Type="http://schemas.openxmlformats.org/officeDocument/2006/relationships/image" Target="../media/image374.png"/><Relationship Id="rId290" Type="http://schemas.openxmlformats.org/officeDocument/2006/relationships/customXml" Target="../ink/ink465.xml"/><Relationship Id="rId304" Type="http://schemas.openxmlformats.org/officeDocument/2006/relationships/customXml" Target="../ink/ink472.xml"/><Relationship Id="rId346" Type="http://schemas.openxmlformats.org/officeDocument/2006/relationships/customXml" Target="../ink/ink493.xml"/><Relationship Id="rId85" Type="http://schemas.openxmlformats.org/officeDocument/2006/relationships/image" Target="../media/image348.png"/><Relationship Id="rId150" Type="http://schemas.openxmlformats.org/officeDocument/2006/relationships/customXml" Target="../ink/ink395.xml"/><Relationship Id="rId192" Type="http://schemas.openxmlformats.org/officeDocument/2006/relationships/customXml" Target="../ink/ink416.xml"/><Relationship Id="rId206" Type="http://schemas.openxmlformats.org/officeDocument/2006/relationships/customXml" Target="../ink/ink423.xml"/><Relationship Id="rId248" Type="http://schemas.openxmlformats.org/officeDocument/2006/relationships/customXml" Target="../ink/ink444.xml"/><Relationship Id="rId12" Type="http://schemas.openxmlformats.org/officeDocument/2006/relationships/customXml" Target="../ink/ink325.xml"/><Relationship Id="rId108" Type="http://schemas.openxmlformats.org/officeDocument/2006/relationships/customXml" Target="../ink/ink373.xml"/><Relationship Id="rId315" Type="http://schemas.openxmlformats.org/officeDocument/2006/relationships/image" Target="../media/image462.png"/><Relationship Id="rId357" Type="http://schemas.openxmlformats.org/officeDocument/2006/relationships/image" Target="../media/image483.png"/><Relationship Id="rId54" Type="http://schemas.openxmlformats.org/officeDocument/2006/relationships/customXml" Target="../ink/ink346.xml"/><Relationship Id="rId96" Type="http://schemas.openxmlformats.org/officeDocument/2006/relationships/customXml" Target="../ink/ink367.xml"/><Relationship Id="rId161" Type="http://schemas.openxmlformats.org/officeDocument/2006/relationships/image" Target="../media/image385.png"/><Relationship Id="rId217" Type="http://schemas.openxmlformats.org/officeDocument/2006/relationships/image" Target="../media/image413.png"/><Relationship Id="rId259" Type="http://schemas.openxmlformats.org/officeDocument/2006/relationships/image" Target="../media/image434.png"/><Relationship Id="rId23" Type="http://schemas.openxmlformats.org/officeDocument/2006/relationships/image" Target="../media/image318.png"/><Relationship Id="rId119" Type="http://schemas.openxmlformats.org/officeDocument/2006/relationships/image" Target="../media/image365.png"/><Relationship Id="rId270" Type="http://schemas.openxmlformats.org/officeDocument/2006/relationships/customXml" Target="../ink/ink455.xml"/><Relationship Id="rId326" Type="http://schemas.openxmlformats.org/officeDocument/2006/relationships/customXml" Target="../ink/ink483.xml"/><Relationship Id="rId65" Type="http://schemas.openxmlformats.org/officeDocument/2006/relationships/image" Target="../media/image338.png"/><Relationship Id="rId130" Type="http://schemas.openxmlformats.org/officeDocument/2006/relationships/customXml" Target="../ink/ink384.xml"/><Relationship Id="rId368" Type="http://schemas.openxmlformats.org/officeDocument/2006/relationships/customXml" Target="../ink/ink504.xml"/><Relationship Id="rId172" Type="http://schemas.openxmlformats.org/officeDocument/2006/relationships/customXml" Target="../ink/ink406.xml"/><Relationship Id="rId228" Type="http://schemas.openxmlformats.org/officeDocument/2006/relationships/customXml" Target="../ink/ink434.xml"/><Relationship Id="rId281" Type="http://schemas.openxmlformats.org/officeDocument/2006/relationships/image" Target="../media/image445.png"/><Relationship Id="rId337" Type="http://schemas.openxmlformats.org/officeDocument/2006/relationships/image" Target="../media/image473.png"/><Relationship Id="rId34" Type="http://schemas.openxmlformats.org/officeDocument/2006/relationships/customXml" Target="../ink/ink336.xml"/><Relationship Id="rId76" Type="http://schemas.openxmlformats.org/officeDocument/2006/relationships/customXml" Target="../ink/ink357.xml"/><Relationship Id="rId141" Type="http://schemas.openxmlformats.org/officeDocument/2006/relationships/image" Target="../media/image375.png"/><Relationship Id="rId7" Type="http://schemas.openxmlformats.org/officeDocument/2006/relationships/image" Target="../media/image310.png"/><Relationship Id="rId183" Type="http://schemas.openxmlformats.org/officeDocument/2006/relationships/image" Target="../media/image396.png"/><Relationship Id="rId239" Type="http://schemas.openxmlformats.org/officeDocument/2006/relationships/image" Target="../media/image424.png"/><Relationship Id="rId250" Type="http://schemas.openxmlformats.org/officeDocument/2006/relationships/customXml" Target="../ink/ink445.xml"/><Relationship Id="rId292" Type="http://schemas.openxmlformats.org/officeDocument/2006/relationships/customXml" Target="../ink/ink466.xml"/><Relationship Id="rId306" Type="http://schemas.openxmlformats.org/officeDocument/2006/relationships/customXml" Target="../ink/ink473.xml"/><Relationship Id="rId45" Type="http://schemas.openxmlformats.org/officeDocument/2006/relationships/image" Target="../media/image329.png"/><Relationship Id="rId87" Type="http://schemas.openxmlformats.org/officeDocument/2006/relationships/image" Target="../media/image349.png"/><Relationship Id="rId110" Type="http://schemas.openxmlformats.org/officeDocument/2006/relationships/customXml" Target="../ink/ink374.xml"/><Relationship Id="rId348" Type="http://schemas.openxmlformats.org/officeDocument/2006/relationships/customXml" Target="../ink/ink494.xml"/><Relationship Id="rId152" Type="http://schemas.openxmlformats.org/officeDocument/2006/relationships/customXml" Target="../ink/ink396.xml"/><Relationship Id="rId194" Type="http://schemas.openxmlformats.org/officeDocument/2006/relationships/customXml" Target="../ink/ink417.xml"/><Relationship Id="rId208" Type="http://schemas.openxmlformats.org/officeDocument/2006/relationships/customXml" Target="../ink/ink424.xml"/><Relationship Id="rId261" Type="http://schemas.openxmlformats.org/officeDocument/2006/relationships/image" Target="../media/image435.png"/><Relationship Id="rId14" Type="http://schemas.openxmlformats.org/officeDocument/2006/relationships/customXml" Target="../ink/ink326.xml"/><Relationship Id="rId56" Type="http://schemas.openxmlformats.org/officeDocument/2006/relationships/customXml" Target="../ink/ink347.xml"/><Relationship Id="rId317" Type="http://schemas.openxmlformats.org/officeDocument/2006/relationships/image" Target="../media/image463.png"/><Relationship Id="rId359" Type="http://schemas.openxmlformats.org/officeDocument/2006/relationships/image" Target="../media/image484.png"/><Relationship Id="rId98" Type="http://schemas.openxmlformats.org/officeDocument/2006/relationships/customXml" Target="../ink/ink368.xml"/><Relationship Id="rId121" Type="http://schemas.openxmlformats.org/officeDocument/2006/relationships/image" Target="../media/image366.png"/><Relationship Id="rId163" Type="http://schemas.openxmlformats.org/officeDocument/2006/relationships/image" Target="../media/image386.png"/><Relationship Id="rId219" Type="http://schemas.openxmlformats.org/officeDocument/2006/relationships/image" Target="../media/image414.png"/><Relationship Id="rId370" Type="http://schemas.openxmlformats.org/officeDocument/2006/relationships/customXml" Target="../ink/ink505.xml"/><Relationship Id="rId230" Type="http://schemas.openxmlformats.org/officeDocument/2006/relationships/customXml" Target="../ink/ink435.xml"/><Relationship Id="rId25" Type="http://schemas.openxmlformats.org/officeDocument/2006/relationships/image" Target="../media/image319.png"/><Relationship Id="rId67" Type="http://schemas.openxmlformats.org/officeDocument/2006/relationships/image" Target="../media/image339.png"/><Relationship Id="rId272" Type="http://schemas.openxmlformats.org/officeDocument/2006/relationships/customXml" Target="../ink/ink456.xml"/><Relationship Id="rId328" Type="http://schemas.openxmlformats.org/officeDocument/2006/relationships/customXml" Target="../ink/ink484.xml"/><Relationship Id="rId132" Type="http://schemas.openxmlformats.org/officeDocument/2006/relationships/customXml" Target="../ink/ink385.xml"/><Relationship Id="rId174" Type="http://schemas.openxmlformats.org/officeDocument/2006/relationships/customXml" Target="../ink/ink407.xml"/><Relationship Id="rId241" Type="http://schemas.openxmlformats.org/officeDocument/2006/relationships/image" Target="../media/image425.png"/><Relationship Id="rId36" Type="http://schemas.openxmlformats.org/officeDocument/2006/relationships/customXml" Target="../ink/ink337.xml"/><Relationship Id="rId283" Type="http://schemas.openxmlformats.org/officeDocument/2006/relationships/image" Target="../media/image446.png"/><Relationship Id="rId339" Type="http://schemas.openxmlformats.org/officeDocument/2006/relationships/image" Target="../media/image474.png"/><Relationship Id="rId78" Type="http://schemas.openxmlformats.org/officeDocument/2006/relationships/customXml" Target="../ink/ink358.xml"/><Relationship Id="rId99" Type="http://schemas.openxmlformats.org/officeDocument/2006/relationships/image" Target="../media/image355.png"/><Relationship Id="rId101" Type="http://schemas.openxmlformats.org/officeDocument/2006/relationships/image" Target="../media/image356.png"/><Relationship Id="rId122" Type="http://schemas.openxmlformats.org/officeDocument/2006/relationships/customXml" Target="../ink/ink380.xml"/><Relationship Id="rId143" Type="http://schemas.openxmlformats.org/officeDocument/2006/relationships/image" Target="../media/image376.png"/><Relationship Id="rId164" Type="http://schemas.openxmlformats.org/officeDocument/2006/relationships/customXml" Target="../ink/ink402.xml"/><Relationship Id="rId185" Type="http://schemas.openxmlformats.org/officeDocument/2006/relationships/image" Target="../media/image397.png"/><Relationship Id="rId350" Type="http://schemas.openxmlformats.org/officeDocument/2006/relationships/customXml" Target="../ink/ink495.xml"/><Relationship Id="rId371" Type="http://schemas.openxmlformats.org/officeDocument/2006/relationships/image" Target="../media/image490.png"/><Relationship Id="rId9" Type="http://schemas.openxmlformats.org/officeDocument/2006/relationships/image" Target="../media/image311.png"/><Relationship Id="rId210" Type="http://schemas.openxmlformats.org/officeDocument/2006/relationships/customXml" Target="../ink/ink425.xml"/><Relationship Id="rId26" Type="http://schemas.openxmlformats.org/officeDocument/2006/relationships/customXml" Target="../ink/ink332.xml"/><Relationship Id="rId231" Type="http://schemas.openxmlformats.org/officeDocument/2006/relationships/image" Target="../media/image420.png"/><Relationship Id="rId252" Type="http://schemas.openxmlformats.org/officeDocument/2006/relationships/customXml" Target="../ink/ink446.xml"/><Relationship Id="rId273" Type="http://schemas.openxmlformats.org/officeDocument/2006/relationships/image" Target="../media/image441.png"/><Relationship Id="rId294" Type="http://schemas.openxmlformats.org/officeDocument/2006/relationships/customXml" Target="../ink/ink467.xml"/><Relationship Id="rId308" Type="http://schemas.openxmlformats.org/officeDocument/2006/relationships/customXml" Target="../ink/ink474.xml"/><Relationship Id="rId329" Type="http://schemas.openxmlformats.org/officeDocument/2006/relationships/image" Target="../media/image469.png"/><Relationship Id="rId47" Type="http://schemas.openxmlformats.org/officeDocument/2006/relationships/image" Target="../media/image330.png"/><Relationship Id="rId68" Type="http://schemas.openxmlformats.org/officeDocument/2006/relationships/customXml" Target="../ink/ink353.xml"/><Relationship Id="rId89" Type="http://schemas.openxmlformats.org/officeDocument/2006/relationships/image" Target="../media/image350.png"/><Relationship Id="rId112" Type="http://schemas.openxmlformats.org/officeDocument/2006/relationships/customXml" Target="../ink/ink375.xml"/><Relationship Id="rId133" Type="http://schemas.openxmlformats.org/officeDocument/2006/relationships/image" Target="../media/image372.png"/><Relationship Id="rId154" Type="http://schemas.openxmlformats.org/officeDocument/2006/relationships/customXml" Target="../ink/ink397.xml"/><Relationship Id="rId175" Type="http://schemas.openxmlformats.org/officeDocument/2006/relationships/image" Target="../media/image392.png"/><Relationship Id="rId340" Type="http://schemas.openxmlformats.org/officeDocument/2006/relationships/customXml" Target="../ink/ink490.xml"/><Relationship Id="rId361" Type="http://schemas.openxmlformats.org/officeDocument/2006/relationships/image" Target="../media/image485.png"/><Relationship Id="rId196" Type="http://schemas.openxmlformats.org/officeDocument/2006/relationships/customXml" Target="../ink/ink418.xml"/><Relationship Id="rId200" Type="http://schemas.openxmlformats.org/officeDocument/2006/relationships/customXml" Target="../ink/ink420.xml"/><Relationship Id="rId16" Type="http://schemas.openxmlformats.org/officeDocument/2006/relationships/customXml" Target="../ink/ink327.xml"/><Relationship Id="rId221" Type="http://schemas.openxmlformats.org/officeDocument/2006/relationships/image" Target="../media/image415.png"/><Relationship Id="rId242" Type="http://schemas.openxmlformats.org/officeDocument/2006/relationships/customXml" Target="../ink/ink441.xml"/><Relationship Id="rId263" Type="http://schemas.openxmlformats.org/officeDocument/2006/relationships/image" Target="../media/image436.png"/><Relationship Id="rId284" Type="http://schemas.openxmlformats.org/officeDocument/2006/relationships/customXml" Target="../ink/ink462.xml"/><Relationship Id="rId319" Type="http://schemas.openxmlformats.org/officeDocument/2006/relationships/image" Target="../media/image464.png"/><Relationship Id="rId37" Type="http://schemas.openxmlformats.org/officeDocument/2006/relationships/image" Target="../media/image325.png"/><Relationship Id="rId58" Type="http://schemas.openxmlformats.org/officeDocument/2006/relationships/customXml" Target="../ink/ink348.xml"/><Relationship Id="rId79" Type="http://schemas.openxmlformats.org/officeDocument/2006/relationships/image" Target="../media/image345.png"/><Relationship Id="rId102" Type="http://schemas.openxmlformats.org/officeDocument/2006/relationships/customXml" Target="../ink/ink370.xml"/><Relationship Id="rId123" Type="http://schemas.openxmlformats.org/officeDocument/2006/relationships/image" Target="../media/image367.png"/><Relationship Id="rId144" Type="http://schemas.openxmlformats.org/officeDocument/2006/relationships/customXml" Target="../ink/ink392.xml"/><Relationship Id="rId330" Type="http://schemas.openxmlformats.org/officeDocument/2006/relationships/customXml" Target="../ink/ink485.xml"/><Relationship Id="rId90" Type="http://schemas.openxmlformats.org/officeDocument/2006/relationships/customXml" Target="../ink/ink364.xml"/><Relationship Id="rId165" Type="http://schemas.openxmlformats.org/officeDocument/2006/relationships/image" Target="../media/image387.png"/><Relationship Id="rId186" Type="http://schemas.openxmlformats.org/officeDocument/2006/relationships/customXml" Target="../ink/ink413.xml"/><Relationship Id="rId351" Type="http://schemas.openxmlformats.org/officeDocument/2006/relationships/image" Target="../media/image480.png"/><Relationship Id="rId372" Type="http://schemas.openxmlformats.org/officeDocument/2006/relationships/customXml" Target="../ink/ink506.xml"/><Relationship Id="rId211" Type="http://schemas.openxmlformats.org/officeDocument/2006/relationships/image" Target="../media/image410.png"/><Relationship Id="rId232" Type="http://schemas.openxmlformats.org/officeDocument/2006/relationships/customXml" Target="../ink/ink436.xml"/><Relationship Id="rId253" Type="http://schemas.openxmlformats.org/officeDocument/2006/relationships/image" Target="../media/image431.png"/><Relationship Id="rId274" Type="http://schemas.openxmlformats.org/officeDocument/2006/relationships/customXml" Target="../ink/ink457.xml"/><Relationship Id="rId295" Type="http://schemas.openxmlformats.org/officeDocument/2006/relationships/image" Target="../media/image452.png"/><Relationship Id="rId309" Type="http://schemas.openxmlformats.org/officeDocument/2006/relationships/image" Target="../media/image459.png"/><Relationship Id="rId27" Type="http://schemas.openxmlformats.org/officeDocument/2006/relationships/image" Target="../media/image320.png"/><Relationship Id="rId48" Type="http://schemas.openxmlformats.org/officeDocument/2006/relationships/customXml" Target="../ink/ink343.xml"/><Relationship Id="rId69" Type="http://schemas.openxmlformats.org/officeDocument/2006/relationships/image" Target="../media/image340.png"/><Relationship Id="rId113" Type="http://schemas.openxmlformats.org/officeDocument/2006/relationships/image" Target="../media/image362.png"/><Relationship Id="rId134" Type="http://schemas.openxmlformats.org/officeDocument/2006/relationships/customXml" Target="../ink/ink386.xml"/><Relationship Id="rId320" Type="http://schemas.openxmlformats.org/officeDocument/2006/relationships/customXml" Target="../ink/ink480.xml"/><Relationship Id="rId80" Type="http://schemas.openxmlformats.org/officeDocument/2006/relationships/customXml" Target="../ink/ink359.xml"/><Relationship Id="rId155" Type="http://schemas.openxmlformats.org/officeDocument/2006/relationships/image" Target="../media/image382.png"/><Relationship Id="rId176" Type="http://schemas.openxmlformats.org/officeDocument/2006/relationships/customXml" Target="../ink/ink408.xml"/><Relationship Id="rId197" Type="http://schemas.openxmlformats.org/officeDocument/2006/relationships/image" Target="../media/image403.png"/><Relationship Id="rId341" Type="http://schemas.openxmlformats.org/officeDocument/2006/relationships/image" Target="../media/image475.png"/><Relationship Id="rId362" Type="http://schemas.openxmlformats.org/officeDocument/2006/relationships/customXml" Target="../ink/ink501.xml"/><Relationship Id="rId201" Type="http://schemas.openxmlformats.org/officeDocument/2006/relationships/image" Target="../media/image405.png"/><Relationship Id="rId222" Type="http://schemas.openxmlformats.org/officeDocument/2006/relationships/customXml" Target="../ink/ink431.xml"/><Relationship Id="rId243" Type="http://schemas.openxmlformats.org/officeDocument/2006/relationships/image" Target="../media/image426.png"/><Relationship Id="rId264" Type="http://schemas.openxmlformats.org/officeDocument/2006/relationships/customXml" Target="../ink/ink452.xml"/><Relationship Id="rId285" Type="http://schemas.openxmlformats.org/officeDocument/2006/relationships/image" Target="../media/image447.png"/><Relationship Id="rId17" Type="http://schemas.openxmlformats.org/officeDocument/2006/relationships/image" Target="../media/image315.png"/><Relationship Id="rId38" Type="http://schemas.openxmlformats.org/officeDocument/2006/relationships/customXml" Target="../ink/ink338.xml"/><Relationship Id="rId59" Type="http://schemas.openxmlformats.org/officeDocument/2006/relationships/image" Target="../media/image335.png"/><Relationship Id="rId103" Type="http://schemas.openxmlformats.org/officeDocument/2006/relationships/image" Target="../media/image357.png"/><Relationship Id="rId124" Type="http://schemas.openxmlformats.org/officeDocument/2006/relationships/customXml" Target="../ink/ink381.xml"/><Relationship Id="rId310" Type="http://schemas.openxmlformats.org/officeDocument/2006/relationships/customXml" Target="../ink/ink475.xml"/><Relationship Id="rId70" Type="http://schemas.openxmlformats.org/officeDocument/2006/relationships/customXml" Target="../ink/ink354.xml"/><Relationship Id="rId91" Type="http://schemas.openxmlformats.org/officeDocument/2006/relationships/image" Target="../media/image351.png"/><Relationship Id="rId145" Type="http://schemas.openxmlformats.org/officeDocument/2006/relationships/image" Target="../media/image377.png"/><Relationship Id="rId166" Type="http://schemas.openxmlformats.org/officeDocument/2006/relationships/customXml" Target="../ink/ink403.xml"/><Relationship Id="rId187" Type="http://schemas.openxmlformats.org/officeDocument/2006/relationships/image" Target="../media/image398.png"/><Relationship Id="rId331" Type="http://schemas.openxmlformats.org/officeDocument/2006/relationships/image" Target="../media/image470.png"/><Relationship Id="rId352" Type="http://schemas.openxmlformats.org/officeDocument/2006/relationships/customXml" Target="../ink/ink496.xml"/><Relationship Id="rId373" Type="http://schemas.openxmlformats.org/officeDocument/2006/relationships/image" Target="../media/image49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26.xml"/><Relationship Id="rId233" Type="http://schemas.openxmlformats.org/officeDocument/2006/relationships/image" Target="../media/image421.png"/><Relationship Id="rId254" Type="http://schemas.openxmlformats.org/officeDocument/2006/relationships/customXml" Target="../ink/ink447.xml"/><Relationship Id="rId28" Type="http://schemas.openxmlformats.org/officeDocument/2006/relationships/customXml" Target="../ink/ink333.xml"/><Relationship Id="rId49" Type="http://schemas.openxmlformats.org/officeDocument/2006/relationships/image" Target="../media/image331.png"/><Relationship Id="rId114" Type="http://schemas.openxmlformats.org/officeDocument/2006/relationships/customXml" Target="../ink/ink376.xml"/><Relationship Id="rId275" Type="http://schemas.openxmlformats.org/officeDocument/2006/relationships/image" Target="../media/image442.png"/><Relationship Id="rId296" Type="http://schemas.openxmlformats.org/officeDocument/2006/relationships/customXml" Target="../ink/ink468.xml"/><Relationship Id="rId300" Type="http://schemas.openxmlformats.org/officeDocument/2006/relationships/customXml" Target="../ink/ink470.xml"/><Relationship Id="rId60" Type="http://schemas.openxmlformats.org/officeDocument/2006/relationships/customXml" Target="../ink/ink349.xml"/><Relationship Id="rId81" Type="http://schemas.openxmlformats.org/officeDocument/2006/relationships/image" Target="../media/image346.png"/><Relationship Id="rId135" Type="http://schemas.openxmlformats.org/officeDocument/2006/relationships/customXml" Target="../ink/ink387.xml"/><Relationship Id="rId156" Type="http://schemas.openxmlformats.org/officeDocument/2006/relationships/customXml" Target="../ink/ink398.xml"/><Relationship Id="rId177" Type="http://schemas.openxmlformats.org/officeDocument/2006/relationships/image" Target="../media/image393.png"/><Relationship Id="rId198" Type="http://schemas.openxmlformats.org/officeDocument/2006/relationships/customXml" Target="../ink/ink419.xml"/><Relationship Id="rId321" Type="http://schemas.openxmlformats.org/officeDocument/2006/relationships/image" Target="../media/image465.png"/><Relationship Id="rId342" Type="http://schemas.openxmlformats.org/officeDocument/2006/relationships/customXml" Target="../ink/ink491.xml"/><Relationship Id="rId363" Type="http://schemas.openxmlformats.org/officeDocument/2006/relationships/image" Target="../media/image486.png"/><Relationship Id="rId202" Type="http://schemas.openxmlformats.org/officeDocument/2006/relationships/customXml" Target="../ink/ink421.xml"/><Relationship Id="rId223" Type="http://schemas.openxmlformats.org/officeDocument/2006/relationships/image" Target="../media/image416.png"/><Relationship Id="rId244" Type="http://schemas.openxmlformats.org/officeDocument/2006/relationships/customXml" Target="../ink/ink442.xml"/><Relationship Id="rId18" Type="http://schemas.openxmlformats.org/officeDocument/2006/relationships/customXml" Target="../ink/ink328.xml"/><Relationship Id="rId39" Type="http://schemas.openxmlformats.org/officeDocument/2006/relationships/image" Target="../media/image326.png"/><Relationship Id="rId265" Type="http://schemas.openxmlformats.org/officeDocument/2006/relationships/image" Target="../media/image437.png"/><Relationship Id="rId286" Type="http://schemas.openxmlformats.org/officeDocument/2006/relationships/customXml" Target="../ink/ink463.xml"/><Relationship Id="rId50" Type="http://schemas.openxmlformats.org/officeDocument/2006/relationships/customXml" Target="../ink/ink344.xml"/><Relationship Id="rId104" Type="http://schemas.openxmlformats.org/officeDocument/2006/relationships/customXml" Target="../ink/ink371.xml"/><Relationship Id="rId125" Type="http://schemas.openxmlformats.org/officeDocument/2006/relationships/image" Target="../media/image368.png"/><Relationship Id="rId146" Type="http://schemas.openxmlformats.org/officeDocument/2006/relationships/customXml" Target="../ink/ink393.xml"/><Relationship Id="rId167" Type="http://schemas.openxmlformats.org/officeDocument/2006/relationships/image" Target="../media/image388.png"/><Relationship Id="rId188" Type="http://schemas.openxmlformats.org/officeDocument/2006/relationships/customXml" Target="../ink/ink414.xml"/><Relationship Id="rId311" Type="http://schemas.openxmlformats.org/officeDocument/2006/relationships/image" Target="../media/image460.png"/><Relationship Id="rId332" Type="http://schemas.openxmlformats.org/officeDocument/2006/relationships/customXml" Target="../ink/ink486.xml"/><Relationship Id="rId353" Type="http://schemas.openxmlformats.org/officeDocument/2006/relationships/image" Target="../media/image481.png"/><Relationship Id="rId374" Type="http://schemas.openxmlformats.org/officeDocument/2006/relationships/customXml" Target="../ink/ink507.xml"/><Relationship Id="rId71" Type="http://schemas.openxmlformats.org/officeDocument/2006/relationships/image" Target="../media/image341.png"/><Relationship Id="rId92" Type="http://schemas.openxmlformats.org/officeDocument/2006/relationships/customXml" Target="../ink/ink365.xml"/><Relationship Id="rId213" Type="http://schemas.openxmlformats.org/officeDocument/2006/relationships/image" Target="../media/image411.png"/><Relationship Id="rId234" Type="http://schemas.openxmlformats.org/officeDocument/2006/relationships/customXml" Target="../ink/ink437.xml"/><Relationship Id="rId2" Type="http://schemas.openxmlformats.org/officeDocument/2006/relationships/customXml" Target="../ink/ink320.xml"/><Relationship Id="rId29" Type="http://schemas.openxmlformats.org/officeDocument/2006/relationships/image" Target="../media/image321.png"/><Relationship Id="rId255" Type="http://schemas.openxmlformats.org/officeDocument/2006/relationships/image" Target="../media/image432.png"/><Relationship Id="rId276" Type="http://schemas.openxmlformats.org/officeDocument/2006/relationships/customXml" Target="../ink/ink458.xml"/><Relationship Id="rId297" Type="http://schemas.openxmlformats.org/officeDocument/2006/relationships/image" Target="../media/image453.png"/><Relationship Id="rId40" Type="http://schemas.openxmlformats.org/officeDocument/2006/relationships/customXml" Target="../ink/ink339.xml"/><Relationship Id="rId115" Type="http://schemas.openxmlformats.org/officeDocument/2006/relationships/image" Target="../media/image363.png"/><Relationship Id="rId136" Type="http://schemas.openxmlformats.org/officeDocument/2006/relationships/customXml" Target="../ink/ink388.xml"/><Relationship Id="rId157" Type="http://schemas.openxmlformats.org/officeDocument/2006/relationships/image" Target="../media/image383.png"/><Relationship Id="rId178" Type="http://schemas.openxmlformats.org/officeDocument/2006/relationships/customXml" Target="../ink/ink409.xml"/><Relationship Id="rId301" Type="http://schemas.openxmlformats.org/officeDocument/2006/relationships/image" Target="../media/image455.png"/><Relationship Id="rId322" Type="http://schemas.openxmlformats.org/officeDocument/2006/relationships/customXml" Target="../ink/ink481.xml"/><Relationship Id="rId343" Type="http://schemas.openxmlformats.org/officeDocument/2006/relationships/image" Target="../media/image476.png"/><Relationship Id="rId364" Type="http://schemas.openxmlformats.org/officeDocument/2006/relationships/customXml" Target="../ink/ink502.xml"/><Relationship Id="rId61" Type="http://schemas.openxmlformats.org/officeDocument/2006/relationships/image" Target="../media/image336.png"/><Relationship Id="rId82" Type="http://schemas.openxmlformats.org/officeDocument/2006/relationships/customXml" Target="../ink/ink360.xml"/><Relationship Id="rId199" Type="http://schemas.openxmlformats.org/officeDocument/2006/relationships/image" Target="../media/image404.png"/><Relationship Id="rId203" Type="http://schemas.openxmlformats.org/officeDocument/2006/relationships/image" Target="../media/image406.png"/><Relationship Id="rId19" Type="http://schemas.openxmlformats.org/officeDocument/2006/relationships/image" Target="../media/image316.png"/><Relationship Id="rId224" Type="http://schemas.openxmlformats.org/officeDocument/2006/relationships/customXml" Target="../ink/ink432.xml"/><Relationship Id="rId245" Type="http://schemas.openxmlformats.org/officeDocument/2006/relationships/image" Target="../media/image427.png"/><Relationship Id="rId266" Type="http://schemas.openxmlformats.org/officeDocument/2006/relationships/customXml" Target="../ink/ink453.xml"/><Relationship Id="rId287" Type="http://schemas.openxmlformats.org/officeDocument/2006/relationships/image" Target="../media/image448.png"/><Relationship Id="rId30" Type="http://schemas.openxmlformats.org/officeDocument/2006/relationships/customXml" Target="../ink/ink334.xml"/><Relationship Id="rId105" Type="http://schemas.openxmlformats.org/officeDocument/2006/relationships/image" Target="../media/image358.png"/><Relationship Id="rId126" Type="http://schemas.openxmlformats.org/officeDocument/2006/relationships/customXml" Target="../ink/ink382.xml"/><Relationship Id="rId147" Type="http://schemas.openxmlformats.org/officeDocument/2006/relationships/image" Target="../media/image378.png"/><Relationship Id="rId168" Type="http://schemas.openxmlformats.org/officeDocument/2006/relationships/customXml" Target="../ink/ink404.xml"/><Relationship Id="rId312" Type="http://schemas.openxmlformats.org/officeDocument/2006/relationships/customXml" Target="../ink/ink476.xml"/><Relationship Id="rId333" Type="http://schemas.openxmlformats.org/officeDocument/2006/relationships/image" Target="../media/image471.png"/><Relationship Id="rId354" Type="http://schemas.openxmlformats.org/officeDocument/2006/relationships/customXml" Target="../ink/ink497.xml"/><Relationship Id="rId51" Type="http://schemas.openxmlformats.org/officeDocument/2006/relationships/image" Target="../media/image16.png"/><Relationship Id="rId72" Type="http://schemas.openxmlformats.org/officeDocument/2006/relationships/customXml" Target="../ink/ink355.xml"/><Relationship Id="rId93" Type="http://schemas.openxmlformats.org/officeDocument/2006/relationships/image" Target="../media/image352.png"/><Relationship Id="rId189" Type="http://schemas.openxmlformats.org/officeDocument/2006/relationships/image" Target="../media/image399.png"/><Relationship Id="rId375" Type="http://schemas.openxmlformats.org/officeDocument/2006/relationships/image" Target="../media/image492.png"/><Relationship Id="rId3" Type="http://schemas.openxmlformats.org/officeDocument/2006/relationships/image" Target="../media/image308.png"/><Relationship Id="rId214" Type="http://schemas.openxmlformats.org/officeDocument/2006/relationships/customXml" Target="../ink/ink427.xml"/><Relationship Id="rId235" Type="http://schemas.openxmlformats.org/officeDocument/2006/relationships/image" Target="../media/image422.png"/><Relationship Id="rId256" Type="http://schemas.openxmlformats.org/officeDocument/2006/relationships/customXml" Target="../ink/ink448.xml"/><Relationship Id="rId277" Type="http://schemas.openxmlformats.org/officeDocument/2006/relationships/image" Target="../media/image443.png"/><Relationship Id="rId298" Type="http://schemas.openxmlformats.org/officeDocument/2006/relationships/customXml" Target="../ink/ink469.xml"/><Relationship Id="rId116" Type="http://schemas.openxmlformats.org/officeDocument/2006/relationships/customXml" Target="../ink/ink377.xml"/><Relationship Id="rId137" Type="http://schemas.openxmlformats.org/officeDocument/2006/relationships/image" Target="../media/image373.png"/><Relationship Id="rId158" Type="http://schemas.openxmlformats.org/officeDocument/2006/relationships/customXml" Target="../ink/ink399.xml"/><Relationship Id="rId302" Type="http://schemas.openxmlformats.org/officeDocument/2006/relationships/customXml" Target="../ink/ink471.xml"/><Relationship Id="rId323" Type="http://schemas.openxmlformats.org/officeDocument/2006/relationships/image" Target="../media/image466.png"/><Relationship Id="rId344" Type="http://schemas.openxmlformats.org/officeDocument/2006/relationships/customXml" Target="../ink/ink492.xml"/><Relationship Id="rId20" Type="http://schemas.openxmlformats.org/officeDocument/2006/relationships/customXml" Target="../ink/ink329.xml"/><Relationship Id="rId41" Type="http://schemas.openxmlformats.org/officeDocument/2006/relationships/image" Target="../media/image327.png"/><Relationship Id="rId62" Type="http://schemas.openxmlformats.org/officeDocument/2006/relationships/customXml" Target="../ink/ink350.xml"/><Relationship Id="rId83" Type="http://schemas.openxmlformats.org/officeDocument/2006/relationships/image" Target="../media/image347.png"/><Relationship Id="rId179" Type="http://schemas.openxmlformats.org/officeDocument/2006/relationships/image" Target="../media/image394.png"/><Relationship Id="rId365" Type="http://schemas.openxmlformats.org/officeDocument/2006/relationships/image" Target="../media/image487.png"/><Relationship Id="rId190" Type="http://schemas.openxmlformats.org/officeDocument/2006/relationships/customXml" Target="../ink/ink415.xml"/><Relationship Id="rId204" Type="http://schemas.openxmlformats.org/officeDocument/2006/relationships/customXml" Target="../ink/ink422.xml"/><Relationship Id="rId225" Type="http://schemas.openxmlformats.org/officeDocument/2006/relationships/image" Target="../media/image417.png"/><Relationship Id="rId246" Type="http://schemas.openxmlformats.org/officeDocument/2006/relationships/customXml" Target="../ink/ink443.xml"/><Relationship Id="rId267" Type="http://schemas.openxmlformats.org/officeDocument/2006/relationships/image" Target="../media/image438.png"/><Relationship Id="rId288" Type="http://schemas.openxmlformats.org/officeDocument/2006/relationships/customXml" Target="../ink/ink464.xml"/><Relationship Id="rId106" Type="http://schemas.openxmlformats.org/officeDocument/2006/relationships/customXml" Target="../ink/ink372.xml"/><Relationship Id="rId127" Type="http://schemas.openxmlformats.org/officeDocument/2006/relationships/image" Target="../media/image369.png"/><Relationship Id="rId313" Type="http://schemas.openxmlformats.org/officeDocument/2006/relationships/image" Target="../media/image461.png"/><Relationship Id="rId10" Type="http://schemas.openxmlformats.org/officeDocument/2006/relationships/customXml" Target="../ink/ink324.xml"/><Relationship Id="rId31" Type="http://schemas.openxmlformats.org/officeDocument/2006/relationships/image" Target="../media/image322.png"/><Relationship Id="rId52" Type="http://schemas.openxmlformats.org/officeDocument/2006/relationships/customXml" Target="../ink/ink345.xml"/><Relationship Id="rId73" Type="http://schemas.openxmlformats.org/officeDocument/2006/relationships/image" Target="../media/image342.png"/><Relationship Id="rId94" Type="http://schemas.openxmlformats.org/officeDocument/2006/relationships/customXml" Target="../ink/ink366.xml"/><Relationship Id="rId148" Type="http://schemas.openxmlformats.org/officeDocument/2006/relationships/customXml" Target="../ink/ink394.xml"/><Relationship Id="rId169" Type="http://schemas.openxmlformats.org/officeDocument/2006/relationships/image" Target="../media/image389.png"/><Relationship Id="rId334" Type="http://schemas.openxmlformats.org/officeDocument/2006/relationships/customXml" Target="../ink/ink487.xml"/><Relationship Id="rId355" Type="http://schemas.openxmlformats.org/officeDocument/2006/relationships/image" Target="../media/image482.png"/><Relationship Id="rId4" Type="http://schemas.openxmlformats.org/officeDocument/2006/relationships/customXml" Target="../ink/ink321.xml"/><Relationship Id="rId180" Type="http://schemas.openxmlformats.org/officeDocument/2006/relationships/customXml" Target="../ink/ink410.xml"/><Relationship Id="rId215" Type="http://schemas.openxmlformats.org/officeDocument/2006/relationships/image" Target="../media/image412.png"/><Relationship Id="rId236" Type="http://schemas.openxmlformats.org/officeDocument/2006/relationships/customXml" Target="../ink/ink438.xml"/><Relationship Id="rId257" Type="http://schemas.openxmlformats.org/officeDocument/2006/relationships/image" Target="../media/image433.png"/><Relationship Id="rId278" Type="http://schemas.openxmlformats.org/officeDocument/2006/relationships/customXml" Target="../ink/ink459.xml"/><Relationship Id="rId303" Type="http://schemas.openxmlformats.org/officeDocument/2006/relationships/image" Target="../media/image456.png"/><Relationship Id="rId42" Type="http://schemas.openxmlformats.org/officeDocument/2006/relationships/customXml" Target="../ink/ink340.xml"/><Relationship Id="rId84" Type="http://schemas.openxmlformats.org/officeDocument/2006/relationships/customXml" Target="../ink/ink361.xml"/><Relationship Id="rId138" Type="http://schemas.openxmlformats.org/officeDocument/2006/relationships/customXml" Target="../ink/ink389.xml"/><Relationship Id="rId345" Type="http://schemas.openxmlformats.org/officeDocument/2006/relationships/image" Target="../media/image477.png"/><Relationship Id="rId191" Type="http://schemas.openxmlformats.org/officeDocument/2006/relationships/image" Target="../media/image400.png"/><Relationship Id="rId205" Type="http://schemas.openxmlformats.org/officeDocument/2006/relationships/image" Target="../media/image407.png"/><Relationship Id="rId247" Type="http://schemas.openxmlformats.org/officeDocument/2006/relationships/image" Target="../media/image428.png"/><Relationship Id="rId107" Type="http://schemas.openxmlformats.org/officeDocument/2006/relationships/image" Target="../media/image359.png"/><Relationship Id="rId289" Type="http://schemas.openxmlformats.org/officeDocument/2006/relationships/image" Target="../media/image449.png"/><Relationship Id="rId11" Type="http://schemas.openxmlformats.org/officeDocument/2006/relationships/image" Target="../media/image312.png"/><Relationship Id="rId53" Type="http://schemas.openxmlformats.org/officeDocument/2006/relationships/image" Target="../media/image332.png"/><Relationship Id="rId149" Type="http://schemas.openxmlformats.org/officeDocument/2006/relationships/image" Target="../media/image379.png"/><Relationship Id="rId314" Type="http://schemas.openxmlformats.org/officeDocument/2006/relationships/customXml" Target="../ink/ink477.xml"/><Relationship Id="rId356" Type="http://schemas.openxmlformats.org/officeDocument/2006/relationships/customXml" Target="../ink/ink498.xml"/><Relationship Id="rId95" Type="http://schemas.openxmlformats.org/officeDocument/2006/relationships/image" Target="../media/image353.png"/><Relationship Id="rId160" Type="http://schemas.openxmlformats.org/officeDocument/2006/relationships/customXml" Target="../ink/ink400.xml"/><Relationship Id="rId216" Type="http://schemas.openxmlformats.org/officeDocument/2006/relationships/customXml" Target="../ink/ink428.xml"/><Relationship Id="rId258" Type="http://schemas.openxmlformats.org/officeDocument/2006/relationships/customXml" Target="../ink/ink449.xml"/><Relationship Id="rId22" Type="http://schemas.openxmlformats.org/officeDocument/2006/relationships/customXml" Target="../ink/ink330.xml"/><Relationship Id="rId64" Type="http://schemas.openxmlformats.org/officeDocument/2006/relationships/customXml" Target="../ink/ink351.xml"/><Relationship Id="rId118" Type="http://schemas.openxmlformats.org/officeDocument/2006/relationships/customXml" Target="../ink/ink378.xml"/><Relationship Id="rId325" Type="http://schemas.openxmlformats.org/officeDocument/2006/relationships/image" Target="../media/image467.png"/><Relationship Id="rId367" Type="http://schemas.openxmlformats.org/officeDocument/2006/relationships/image" Target="../media/image488.png"/><Relationship Id="rId171" Type="http://schemas.openxmlformats.org/officeDocument/2006/relationships/image" Target="../media/image390.png"/><Relationship Id="rId227" Type="http://schemas.openxmlformats.org/officeDocument/2006/relationships/image" Target="../media/image418.png"/><Relationship Id="rId269" Type="http://schemas.openxmlformats.org/officeDocument/2006/relationships/image" Target="../media/image439.png"/><Relationship Id="rId33" Type="http://schemas.openxmlformats.org/officeDocument/2006/relationships/image" Target="../media/image323.png"/><Relationship Id="rId129" Type="http://schemas.openxmlformats.org/officeDocument/2006/relationships/image" Target="../media/image370.png"/><Relationship Id="rId280" Type="http://schemas.openxmlformats.org/officeDocument/2006/relationships/customXml" Target="../ink/ink460.xml"/><Relationship Id="rId336" Type="http://schemas.openxmlformats.org/officeDocument/2006/relationships/customXml" Target="../ink/ink488.xml"/><Relationship Id="rId75" Type="http://schemas.openxmlformats.org/officeDocument/2006/relationships/image" Target="../media/image343.png"/><Relationship Id="rId140" Type="http://schemas.openxmlformats.org/officeDocument/2006/relationships/customXml" Target="../ink/ink390.xml"/><Relationship Id="rId182" Type="http://schemas.openxmlformats.org/officeDocument/2006/relationships/customXml" Target="../ink/ink411.xml"/><Relationship Id="rId6" Type="http://schemas.openxmlformats.org/officeDocument/2006/relationships/customXml" Target="../ink/ink322.xml"/><Relationship Id="rId238" Type="http://schemas.openxmlformats.org/officeDocument/2006/relationships/customXml" Target="../ink/ink439.xml"/><Relationship Id="rId291" Type="http://schemas.openxmlformats.org/officeDocument/2006/relationships/image" Target="../media/image450.png"/><Relationship Id="rId305" Type="http://schemas.openxmlformats.org/officeDocument/2006/relationships/image" Target="../media/image457.png"/><Relationship Id="rId347" Type="http://schemas.openxmlformats.org/officeDocument/2006/relationships/image" Target="../media/image478.png"/><Relationship Id="rId44" Type="http://schemas.openxmlformats.org/officeDocument/2006/relationships/customXml" Target="../ink/ink341.xml"/><Relationship Id="rId86" Type="http://schemas.openxmlformats.org/officeDocument/2006/relationships/customXml" Target="../ink/ink362.xml"/><Relationship Id="rId151" Type="http://schemas.openxmlformats.org/officeDocument/2006/relationships/image" Target="../media/image380.png"/><Relationship Id="rId193" Type="http://schemas.openxmlformats.org/officeDocument/2006/relationships/image" Target="../media/image401.png"/><Relationship Id="rId207" Type="http://schemas.openxmlformats.org/officeDocument/2006/relationships/image" Target="../media/image408.png"/><Relationship Id="rId249" Type="http://schemas.openxmlformats.org/officeDocument/2006/relationships/image" Target="../media/image429.png"/><Relationship Id="rId13" Type="http://schemas.openxmlformats.org/officeDocument/2006/relationships/image" Target="../media/image313.png"/><Relationship Id="rId109" Type="http://schemas.openxmlformats.org/officeDocument/2006/relationships/image" Target="../media/image360.png"/><Relationship Id="rId260" Type="http://schemas.openxmlformats.org/officeDocument/2006/relationships/customXml" Target="../ink/ink450.xml"/><Relationship Id="rId316" Type="http://schemas.openxmlformats.org/officeDocument/2006/relationships/customXml" Target="../ink/ink478.xml"/><Relationship Id="rId55" Type="http://schemas.openxmlformats.org/officeDocument/2006/relationships/image" Target="../media/image333.png"/><Relationship Id="rId97" Type="http://schemas.openxmlformats.org/officeDocument/2006/relationships/image" Target="../media/image354.png"/><Relationship Id="rId120" Type="http://schemas.openxmlformats.org/officeDocument/2006/relationships/customXml" Target="../ink/ink379.xml"/><Relationship Id="rId358" Type="http://schemas.openxmlformats.org/officeDocument/2006/relationships/customXml" Target="../ink/ink499.xml"/><Relationship Id="rId162" Type="http://schemas.openxmlformats.org/officeDocument/2006/relationships/customXml" Target="../ink/ink401.xml"/><Relationship Id="rId218" Type="http://schemas.openxmlformats.org/officeDocument/2006/relationships/customXml" Target="../ink/ink429.xml"/><Relationship Id="rId271" Type="http://schemas.openxmlformats.org/officeDocument/2006/relationships/image" Target="../media/image440.png"/><Relationship Id="rId24" Type="http://schemas.openxmlformats.org/officeDocument/2006/relationships/customXml" Target="../ink/ink331.xml"/><Relationship Id="rId66" Type="http://schemas.openxmlformats.org/officeDocument/2006/relationships/customXml" Target="../ink/ink352.xml"/><Relationship Id="rId131" Type="http://schemas.openxmlformats.org/officeDocument/2006/relationships/image" Target="../media/image371.png"/><Relationship Id="rId327" Type="http://schemas.openxmlformats.org/officeDocument/2006/relationships/image" Target="../media/image468.png"/><Relationship Id="rId369" Type="http://schemas.openxmlformats.org/officeDocument/2006/relationships/image" Target="../media/image489.png"/><Relationship Id="rId173" Type="http://schemas.openxmlformats.org/officeDocument/2006/relationships/image" Target="../media/image391.png"/><Relationship Id="rId229" Type="http://schemas.openxmlformats.org/officeDocument/2006/relationships/image" Target="../media/image419.png"/><Relationship Id="rId240" Type="http://schemas.openxmlformats.org/officeDocument/2006/relationships/customXml" Target="../ink/ink440.xml"/><Relationship Id="rId35" Type="http://schemas.openxmlformats.org/officeDocument/2006/relationships/image" Target="../media/image324.png"/><Relationship Id="rId77" Type="http://schemas.openxmlformats.org/officeDocument/2006/relationships/image" Target="../media/image344.png"/><Relationship Id="rId100" Type="http://schemas.openxmlformats.org/officeDocument/2006/relationships/customXml" Target="../ink/ink369.xml"/><Relationship Id="rId282" Type="http://schemas.openxmlformats.org/officeDocument/2006/relationships/customXml" Target="../ink/ink461.xml"/><Relationship Id="rId338" Type="http://schemas.openxmlformats.org/officeDocument/2006/relationships/customXml" Target="../ink/ink489.xml"/><Relationship Id="rId8" Type="http://schemas.openxmlformats.org/officeDocument/2006/relationships/customXml" Target="../ink/ink323.xml"/><Relationship Id="rId142" Type="http://schemas.openxmlformats.org/officeDocument/2006/relationships/customXml" Target="../ink/ink391.xml"/><Relationship Id="rId184" Type="http://schemas.openxmlformats.org/officeDocument/2006/relationships/customXml" Target="../ink/ink412.xml"/><Relationship Id="rId251" Type="http://schemas.openxmlformats.org/officeDocument/2006/relationships/image" Target="../media/image430.png"/><Relationship Id="rId46" Type="http://schemas.openxmlformats.org/officeDocument/2006/relationships/customXml" Target="../ink/ink342.xml"/><Relationship Id="rId293" Type="http://schemas.openxmlformats.org/officeDocument/2006/relationships/image" Target="../media/image451.png"/><Relationship Id="rId307" Type="http://schemas.openxmlformats.org/officeDocument/2006/relationships/image" Target="../media/image458.png"/><Relationship Id="rId349" Type="http://schemas.openxmlformats.org/officeDocument/2006/relationships/image" Target="../media/image479.png"/><Relationship Id="rId88" Type="http://schemas.openxmlformats.org/officeDocument/2006/relationships/customXml" Target="../ink/ink363.xml"/><Relationship Id="rId111" Type="http://schemas.openxmlformats.org/officeDocument/2006/relationships/image" Target="../media/image361.png"/><Relationship Id="rId153" Type="http://schemas.openxmlformats.org/officeDocument/2006/relationships/image" Target="../media/image381.png"/><Relationship Id="rId195" Type="http://schemas.openxmlformats.org/officeDocument/2006/relationships/image" Target="../media/image402.png"/><Relationship Id="rId209" Type="http://schemas.openxmlformats.org/officeDocument/2006/relationships/image" Target="../media/image409.png"/><Relationship Id="rId360" Type="http://schemas.openxmlformats.org/officeDocument/2006/relationships/customXml" Target="../ink/ink500.xml"/><Relationship Id="rId220" Type="http://schemas.openxmlformats.org/officeDocument/2006/relationships/customXml" Target="../ink/ink430.xml"/><Relationship Id="rId15" Type="http://schemas.openxmlformats.org/officeDocument/2006/relationships/image" Target="../media/image314.png"/><Relationship Id="rId57" Type="http://schemas.openxmlformats.org/officeDocument/2006/relationships/image" Target="../media/image334.png"/><Relationship Id="rId262" Type="http://schemas.openxmlformats.org/officeDocument/2006/relationships/customXml" Target="../ink/ink451.xml"/><Relationship Id="rId318" Type="http://schemas.openxmlformats.org/officeDocument/2006/relationships/customXml" Target="../ink/ink479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0.xml"/><Relationship Id="rId117" Type="http://schemas.openxmlformats.org/officeDocument/2006/relationships/image" Target="../media/image549.png"/><Relationship Id="rId21" Type="http://schemas.openxmlformats.org/officeDocument/2006/relationships/customXml" Target="../ink/ink517.xml"/><Relationship Id="rId42" Type="http://schemas.openxmlformats.org/officeDocument/2006/relationships/customXml" Target="../ink/ink528.xml"/><Relationship Id="rId47" Type="http://schemas.openxmlformats.org/officeDocument/2006/relationships/image" Target="../media/image514.png"/><Relationship Id="rId63" Type="http://schemas.openxmlformats.org/officeDocument/2006/relationships/image" Target="../media/image522.png"/><Relationship Id="rId68" Type="http://schemas.openxmlformats.org/officeDocument/2006/relationships/customXml" Target="../ink/ink541.xml"/><Relationship Id="rId84" Type="http://schemas.openxmlformats.org/officeDocument/2006/relationships/customXml" Target="../ink/ink549.xml"/><Relationship Id="rId89" Type="http://schemas.openxmlformats.org/officeDocument/2006/relationships/image" Target="../media/image535.png"/><Relationship Id="rId112" Type="http://schemas.openxmlformats.org/officeDocument/2006/relationships/customXml" Target="../ink/ink563.xml"/><Relationship Id="rId16" Type="http://schemas.openxmlformats.org/officeDocument/2006/relationships/image" Target="../media/image500.png"/><Relationship Id="rId107" Type="http://schemas.openxmlformats.org/officeDocument/2006/relationships/image" Target="../media/image544.png"/><Relationship Id="rId11" Type="http://schemas.openxmlformats.org/officeDocument/2006/relationships/customXml" Target="../ink/ink512.xml"/><Relationship Id="rId32" Type="http://schemas.openxmlformats.org/officeDocument/2006/relationships/customXml" Target="../ink/ink523.xml"/><Relationship Id="rId37" Type="http://schemas.openxmlformats.org/officeDocument/2006/relationships/image" Target="../media/image509.png"/><Relationship Id="rId53" Type="http://schemas.openxmlformats.org/officeDocument/2006/relationships/image" Target="../media/image517.png"/><Relationship Id="rId58" Type="http://schemas.openxmlformats.org/officeDocument/2006/relationships/customXml" Target="../ink/ink536.xml"/><Relationship Id="rId74" Type="http://schemas.openxmlformats.org/officeDocument/2006/relationships/customXml" Target="../ink/ink544.xml"/><Relationship Id="rId79" Type="http://schemas.openxmlformats.org/officeDocument/2006/relationships/image" Target="../media/image530.png"/><Relationship Id="rId102" Type="http://schemas.openxmlformats.org/officeDocument/2006/relationships/customXml" Target="../ink/ink558.xml"/><Relationship Id="rId123" Type="http://schemas.openxmlformats.org/officeDocument/2006/relationships/image" Target="../media/image552.png"/><Relationship Id="rId5" Type="http://schemas.openxmlformats.org/officeDocument/2006/relationships/customXml" Target="../ink/ink509.xml"/><Relationship Id="rId90" Type="http://schemas.openxmlformats.org/officeDocument/2006/relationships/customXml" Target="../ink/ink552.xml"/><Relationship Id="rId95" Type="http://schemas.openxmlformats.org/officeDocument/2006/relationships/image" Target="../media/image538.png"/><Relationship Id="rId22" Type="http://schemas.openxmlformats.org/officeDocument/2006/relationships/customXml" Target="../ink/ink518.xml"/><Relationship Id="rId27" Type="http://schemas.openxmlformats.org/officeDocument/2006/relationships/image" Target="../media/image504.png"/><Relationship Id="rId43" Type="http://schemas.openxmlformats.org/officeDocument/2006/relationships/image" Target="../media/image512.png"/><Relationship Id="rId48" Type="http://schemas.openxmlformats.org/officeDocument/2006/relationships/customXml" Target="../ink/ink531.xml"/><Relationship Id="rId64" Type="http://schemas.openxmlformats.org/officeDocument/2006/relationships/customXml" Target="../ink/ink539.xml"/><Relationship Id="rId69" Type="http://schemas.openxmlformats.org/officeDocument/2006/relationships/image" Target="../media/image525.png"/><Relationship Id="rId113" Type="http://schemas.openxmlformats.org/officeDocument/2006/relationships/image" Target="../media/image547.png"/><Relationship Id="rId118" Type="http://schemas.openxmlformats.org/officeDocument/2006/relationships/customXml" Target="../ink/ink566.xml"/><Relationship Id="rId80" Type="http://schemas.openxmlformats.org/officeDocument/2006/relationships/customXml" Target="../ink/ink547.xml"/><Relationship Id="rId85" Type="http://schemas.openxmlformats.org/officeDocument/2006/relationships/image" Target="../media/image533.png"/><Relationship Id="rId12" Type="http://schemas.openxmlformats.org/officeDocument/2006/relationships/image" Target="../media/image498.png"/><Relationship Id="rId17" Type="http://schemas.openxmlformats.org/officeDocument/2006/relationships/customXml" Target="../ink/ink515.xml"/><Relationship Id="rId33" Type="http://schemas.openxmlformats.org/officeDocument/2006/relationships/image" Target="../media/image507.png"/><Relationship Id="rId38" Type="http://schemas.openxmlformats.org/officeDocument/2006/relationships/customXml" Target="../ink/ink526.xml"/><Relationship Id="rId59" Type="http://schemas.openxmlformats.org/officeDocument/2006/relationships/image" Target="../media/image520.png"/><Relationship Id="rId103" Type="http://schemas.openxmlformats.org/officeDocument/2006/relationships/image" Target="../media/image542.png"/><Relationship Id="rId108" Type="http://schemas.openxmlformats.org/officeDocument/2006/relationships/customXml" Target="../ink/ink561.xml"/><Relationship Id="rId124" Type="http://schemas.openxmlformats.org/officeDocument/2006/relationships/customXml" Target="../ink/ink569.xml"/><Relationship Id="rId54" Type="http://schemas.openxmlformats.org/officeDocument/2006/relationships/customXml" Target="../ink/ink534.xml"/><Relationship Id="rId70" Type="http://schemas.openxmlformats.org/officeDocument/2006/relationships/customXml" Target="../ink/ink542.xml"/><Relationship Id="rId75" Type="http://schemas.openxmlformats.org/officeDocument/2006/relationships/image" Target="../media/image528.png"/><Relationship Id="rId91" Type="http://schemas.openxmlformats.org/officeDocument/2006/relationships/image" Target="../media/image536.png"/><Relationship Id="rId96" Type="http://schemas.openxmlformats.org/officeDocument/2006/relationships/customXml" Target="../ink/ink5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5.png"/><Relationship Id="rId23" Type="http://schemas.openxmlformats.org/officeDocument/2006/relationships/image" Target="../media/image502.png"/><Relationship Id="rId28" Type="http://schemas.openxmlformats.org/officeDocument/2006/relationships/customXml" Target="../ink/ink521.xml"/><Relationship Id="rId49" Type="http://schemas.openxmlformats.org/officeDocument/2006/relationships/image" Target="../media/image515.png"/><Relationship Id="rId114" Type="http://schemas.openxmlformats.org/officeDocument/2006/relationships/customXml" Target="../ink/ink564.xml"/><Relationship Id="rId119" Type="http://schemas.openxmlformats.org/officeDocument/2006/relationships/image" Target="../media/image550.png"/><Relationship Id="rId44" Type="http://schemas.openxmlformats.org/officeDocument/2006/relationships/customXml" Target="../ink/ink529.xml"/><Relationship Id="rId60" Type="http://schemas.openxmlformats.org/officeDocument/2006/relationships/customXml" Target="../ink/ink537.xml"/><Relationship Id="rId65" Type="http://schemas.openxmlformats.org/officeDocument/2006/relationships/image" Target="../media/image523.png"/><Relationship Id="rId81" Type="http://schemas.openxmlformats.org/officeDocument/2006/relationships/image" Target="../media/image531.png"/><Relationship Id="rId86" Type="http://schemas.openxmlformats.org/officeDocument/2006/relationships/customXml" Target="../ink/ink550.xml"/><Relationship Id="rId13" Type="http://schemas.openxmlformats.org/officeDocument/2006/relationships/customXml" Target="../ink/ink513.xml"/><Relationship Id="rId18" Type="http://schemas.openxmlformats.org/officeDocument/2006/relationships/image" Target="../media/image16.png"/><Relationship Id="rId39" Type="http://schemas.openxmlformats.org/officeDocument/2006/relationships/image" Target="../media/image510.png"/><Relationship Id="rId109" Type="http://schemas.openxmlformats.org/officeDocument/2006/relationships/image" Target="../media/image545.png"/><Relationship Id="rId34" Type="http://schemas.openxmlformats.org/officeDocument/2006/relationships/customXml" Target="../ink/ink524.xml"/><Relationship Id="rId50" Type="http://schemas.openxmlformats.org/officeDocument/2006/relationships/customXml" Target="../ink/ink532.xml"/><Relationship Id="rId55" Type="http://schemas.openxmlformats.org/officeDocument/2006/relationships/image" Target="../media/image518.png"/><Relationship Id="rId76" Type="http://schemas.openxmlformats.org/officeDocument/2006/relationships/customXml" Target="../ink/ink545.xml"/><Relationship Id="rId97" Type="http://schemas.openxmlformats.org/officeDocument/2006/relationships/image" Target="../media/image539.png"/><Relationship Id="rId104" Type="http://schemas.openxmlformats.org/officeDocument/2006/relationships/customXml" Target="../ink/ink559.xml"/><Relationship Id="rId120" Type="http://schemas.openxmlformats.org/officeDocument/2006/relationships/customXml" Target="../ink/ink567.xml"/><Relationship Id="rId125" Type="http://schemas.openxmlformats.org/officeDocument/2006/relationships/image" Target="../media/image553.png"/><Relationship Id="rId7" Type="http://schemas.openxmlformats.org/officeDocument/2006/relationships/customXml" Target="../ink/ink510.xml"/><Relationship Id="rId71" Type="http://schemas.openxmlformats.org/officeDocument/2006/relationships/image" Target="../media/image526.png"/><Relationship Id="rId92" Type="http://schemas.openxmlformats.org/officeDocument/2006/relationships/customXml" Target="../ink/ink553.xml"/><Relationship Id="rId2" Type="http://schemas.openxmlformats.org/officeDocument/2006/relationships/image" Target="../media/image493.png"/><Relationship Id="rId29" Type="http://schemas.openxmlformats.org/officeDocument/2006/relationships/image" Target="../media/image505.png"/><Relationship Id="rId24" Type="http://schemas.openxmlformats.org/officeDocument/2006/relationships/customXml" Target="../ink/ink519.xml"/><Relationship Id="rId40" Type="http://schemas.openxmlformats.org/officeDocument/2006/relationships/customXml" Target="../ink/ink527.xml"/><Relationship Id="rId45" Type="http://schemas.openxmlformats.org/officeDocument/2006/relationships/image" Target="../media/image513.png"/><Relationship Id="rId66" Type="http://schemas.openxmlformats.org/officeDocument/2006/relationships/customXml" Target="../ink/ink540.xml"/><Relationship Id="rId87" Type="http://schemas.openxmlformats.org/officeDocument/2006/relationships/image" Target="../media/image534.png"/><Relationship Id="rId110" Type="http://schemas.openxmlformats.org/officeDocument/2006/relationships/customXml" Target="../ink/ink562.xml"/><Relationship Id="rId115" Type="http://schemas.openxmlformats.org/officeDocument/2006/relationships/image" Target="../media/image548.png"/><Relationship Id="rId61" Type="http://schemas.openxmlformats.org/officeDocument/2006/relationships/image" Target="../media/image521.png"/><Relationship Id="rId82" Type="http://schemas.openxmlformats.org/officeDocument/2006/relationships/customXml" Target="../ink/ink548.xml"/><Relationship Id="rId19" Type="http://schemas.openxmlformats.org/officeDocument/2006/relationships/customXml" Target="../ink/ink516.xml"/><Relationship Id="rId14" Type="http://schemas.openxmlformats.org/officeDocument/2006/relationships/image" Target="../media/image499.png"/><Relationship Id="rId30" Type="http://schemas.openxmlformats.org/officeDocument/2006/relationships/customXml" Target="../ink/ink522.xml"/><Relationship Id="rId35" Type="http://schemas.openxmlformats.org/officeDocument/2006/relationships/image" Target="../media/image508.png"/><Relationship Id="rId56" Type="http://schemas.openxmlformats.org/officeDocument/2006/relationships/customXml" Target="../ink/ink535.xml"/><Relationship Id="rId77" Type="http://schemas.openxmlformats.org/officeDocument/2006/relationships/image" Target="../media/image529.png"/><Relationship Id="rId100" Type="http://schemas.openxmlformats.org/officeDocument/2006/relationships/customXml" Target="../ink/ink557.xml"/><Relationship Id="rId105" Type="http://schemas.openxmlformats.org/officeDocument/2006/relationships/image" Target="../media/image543.png"/><Relationship Id="rId8" Type="http://schemas.openxmlformats.org/officeDocument/2006/relationships/image" Target="../media/image496.png"/><Relationship Id="rId51" Type="http://schemas.openxmlformats.org/officeDocument/2006/relationships/image" Target="../media/image516.png"/><Relationship Id="rId72" Type="http://schemas.openxmlformats.org/officeDocument/2006/relationships/customXml" Target="../ink/ink543.xml"/><Relationship Id="rId93" Type="http://schemas.openxmlformats.org/officeDocument/2006/relationships/image" Target="../media/image537.png"/><Relationship Id="rId98" Type="http://schemas.openxmlformats.org/officeDocument/2006/relationships/customXml" Target="../ink/ink556.xml"/><Relationship Id="rId121" Type="http://schemas.openxmlformats.org/officeDocument/2006/relationships/image" Target="../media/image551.png"/><Relationship Id="rId3" Type="http://schemas.openxmlformats.org/officeDocument/2006/relationships/customXml" Target="../ink/ink508.xml"/><Relationship Id="rId25" Type="http://schemas.openxmlformats.org/officeDocument/2006/relationships/image" Target="../media/image503.png"/><Relationship Id="rId46" Type="http://schemas.openxmlformats.org/officeDocument/2006/relationships/customXml" Target="../ink/ink530.xml"/><Relationship Id="rId67" Type="http://schemas.openxmlformats.org/officeDocument/2006/relationships/image" Target="../media/image524.png"/><Relationship Id="rId116" Type="http://schemas.openxmlformats.org/officeDocument/2006/relationships/customXml" Target="../ink/ink565.xml"/><Relationship Id="rId20" Type="http://schemas.openxmlformats.org/officeDocument/2006/relationships/image" Target="../media/image501.png"/><Relationship Id="rId41" Type="http://schemas.openxmlformats.org/officeDocument/2006/relationships/image" Target="../media/image511.png"/><Relationship Id="rId62" Type="http://schemas.openxmlformats.org/officeDocument/2006/relationships/customXml" Target="../ink/ink538.xml"/><Relationship Id="rId83" Type="http://schemas.openxmlformats.org/officeDocument/2006/relationships/image" Target="../media/image532.png"/><Relationship Id="rId88" Type="http://schemas.openxmlformats.org/officeDocument/2006/relationships/customXml" Target="../ink/ink551.xml"/><Relationship Id="rId111" Type="http://schemas.openxmlformats.org/officeDocument/2006/relationships/image" Target="../media/image546.png"/><Relationship Id="rId15" Type="http://schemas.openxmlformats.org/officeDocument/2006/relationships/customXml" Target="../ink/ink514.xml"/><Relationship Id="rId36" Type="http://schemas.openxmlformats.org/officeDocument/2006/relationships/customXml" Target="../ink/ink525.xml"/><Relationship Id="rId57" Type="http://schemas.openxmlformats.org/officeDocument/2006/relationships/image" Target="../media/image519.png"/><Relationship Id="rId106" Type="http://schemas.openxmlformats.org/officeDocument/2006/relationships/customXml" Target="../ink/ink560.xml"/><Relationship Id="rId10" Type="http://schemas.openxmlformats.org/officeDocument/2006/relationships/image" Target="../media/image497.png"/><Relationship Id="rId31" Type="http://schemas.openxmlformats.org/officeDocument/2006/relationships/image" Target="../media/image506.png"/><Relationship Id="rId52" Type="http://schemas.openxmlformats.org/officeDocument/2006/relationships/customXml" Target="../ink/ink533.xml"/><Relationship Id="rId73" Type="http://schemas.openxmlformats.org/officeDocument/2006/relationships/image" Target="../media/image527.png"/><Relationship Id="rId78" Type="http://schemas.openxmlformats.org/officeDocument/2006/relationships/customXml" Target="../ink/ink546.xml"/><Relationship Id="rId94" Type="http://schemas.openxmlformats.org/officeDocument/2006/relationships/customXml" Target="../ink/ink554.xml"/><Relationship Id="rId99" Type="http://schemas.openxmlformats.org/officeDocument/2006/relationships/image" Target="../media/image540.png"/><Relationship Id="rId101" Type="http://schemas.openxmlformats.org/officeDocument/2006/relationships/image" Target="../media/image541.png"/><Relationship Id="rId122" Type="http://schemas.openxmlformats.org/officeDocument/2006/relationships/customXml" Target="../ink/ink568.xml"/><Relationship Id="rId4" Type="http://schemas.openxmlformats.org/officeDocument/2006/relationships/image" Target="../media/image494.png"/><Relationship Id="rId9" Type="http://schemas.openxmlformats.org/officeDocument/2006/relationships/customXml" Target="../ink/ink511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27.xml"/><Relationship Id="rId21" Type="http://schemas.openxmlformats.org/officeDocument/2006/relationships/image" Target="../media/image563.png"/><Relationship Id="rId42" Type="http://schemas.openxmlformats.org/officeDocument/2006/relationships/customXml" Target="../ink/ink590.xml"/><Relationship Id="rId63" Type="http://schemas.openxmlformats.org/officeDocument/2006/relationships/customXml" Target="../ink/ink600.xml"/><Relationship Id="rId84" Type="http://schemas.openxmlformats.org/officeDocument/2006/relationships/image" Target="../media/image595.png"/><Relationship Id="rId138" Type="http://schemas.openxmlformats.org/officeDocument/2006/relationships/image" Target="../media/image622.png"/><Relationship Id="rId159" Type="http://schemas.openxmlformats.org/officeDocument/2006/relationships/customXml" Target="../ink/ink648.xml"/><Relationship Id="rId170" Type="http://schemas.openxmlformats.org/officeDocument/2006/relationships/image" Target="../media/image638.png"/><Relationship Id="rId191" Type="http://schemas.openxmlformats.org/officeDocument/2006/relationships/customXml" Target="../ink/ink664.xml"/><Relationship Id="rId205" Type="http://schemas.openxmlformats.org/officeDocument/2006/relationships/customXml" Target="../ink/ink671.xml"/><Relationship Id="rId107" Type="http://schemas.openxmlformats.org/officeDocument/2006/relationships/customXml" Target="../ink/ink622.xml"/><Relationship Id="rId11" Type="http://schemas.openxmlformats.org/officeDocument/2006/relationships/image" Target="../media/image558.png"/><Relationship Id="rId32" Type="http://schemas.openxmlformats.org/officeDocument/2006/relationships/customXml" Target="../ink/ink585.xml"/><Relationship Id="rId53" Type="http://schemas.openxmlformats.org/officeDocument/2006/relationships/customXml" Target="../ink/ink595.xml"/><Relationship Id="rId74" Type="http://schemas.openxmlformats.org/officeDocument/2006/relationships/image" Target="../media/image590.png"/><Relationship Id="rId128" Type="http://schemas.openxmlformats.org/officeDocument/2006/relationships/image" Target="../media/image617.png"/><Relationship Id="rId149" Type="http://schemas.openxmlformats.org/officeDocument/2006/relationships/customXml" Target="../ink/ink643.xml"/><Relationship Id="rId5" Type="http://schemas.openxmlformats.org/officeDocument/2006/relationships/image" Target="../media/image555.png"/><Relationship Id="rId95" Type="http://schemas.openxmlformats.org/officeDocument/2006/relationships/customXml" Target="../ink/ink616.xml"/><Relationship Id="rId160" Type="http://schemas.openxmlformats.org/officeDocument/2006/relationships/image" Target="../media/image633.png"/><Relationship Id="rId181" Type="http://schemas.openxmlformats.org/officeDocument/2006/relationships/customXml" Target="../ink/ink659.xml"/><Relationship Id="rId216" Type="http://schemas.openxmlformats.org/officeDocument/2006/relationships/image" Target="../media/image661.png"/><Relationship Id="rId22" Type="http://schemas.openxmlformats.org/officeDocument/2006/relationships/customXml" Target="../ink/ink580.xml"/><Relationship Id="rId43" Type="http://schemas.openxmlformats.org/officeDocument/2006/relationships/image" Target="../media/image574.png"/><Relationship Id="rId64" Type="http://schemas.openxmlformats.org/officeDocument/2006/relationships/image" Target="../media/image585.png"/><Relationship Id="rId118" Type="http://schemas.openxmlformats.org/officeDocument/2006/relationships/image" Target="../media/image612.png"/><Relationship Id="rId139" Type="http://schemas.openxmlformats.org/officeDocument/2006/relationships/customXml" Target="../ink/ink638.xml"/><Relationship Id="rId85" Type="http://schemas.openxmlformats.org/officeDocument/2006/relationships/customXml" Target="../ink/ink611.xml"/><Relationship Id="rId150" Type="http://schemas.openxmlformats.org/officeDocument/2006/relationships/image" Target="../media/image628.png"/><Relationship Id="rId171" Type="http://schemas.openxmlformats.org/officeDocument/2006/relationships/customXml" Target="../ink/ink654.xml"/><Relationship Id="rId192" Type="http://schemas.openxmlformats.org/officeDocument/2006/relationships/image" Target="../media/image649.png"/><Relationship Id="rId206" Type="http://schemas.openxmlformats.org/officeDocument/2006/relationships/image" Target="../media/image656.png"/><Relationship Id="rId12" Type="http://schemas.openxmlformats.org/officeDocument/2006/relationships/customXml" Target="../ink/ink575.xml"/><Relationship Id="rId33" Type="http://schemas.openxmlformats.org/officeDocument/2006/relationships/image" Target="../media/image569.png"/><Relationship Id="rId108" Type="http://schemas.openxmlformats.org/officeDocument/2006/relationships/image" Target="../media/image607.png"/><Relationship Id="rId129" Type="http://schemas.openxmlformats.org/officeDocument/2006/relationships/customXml" Target="../ink/ink633.xml"/><Relationship Id="rId54" Type="http://schemas.openxmlformats.org/officeDocument/2006/relationships/image" Target="../media/image580.png"/><Relationship Id="rId75" Type="http://schemas.openxmlformats.org/officeDocument/2006/relationships/customXml" Target="../ink/ink606.xml"/><Relationship Id="rId96" Type="http://schemas.openxmlformats.org/officeDocument/2006/relationships/image" Target="../media/image601.png"/><Relationship Id="rId140" Type="http://schemas.openxmlformats.org/officeDocument/2006/relationships/image" Target="../media/image623.png"/><Relationship Id="rId161" Type="http://schemas.openxmlformats.org/officeDocument/2006/relationships/customXml" Target="../ink/ink649.xml"/><Relationship Id="rId182" Type="http://schemas.openxmlformats.org/officeDocument/2006/relationships/image" Target="../media/image644.png"/><Relationship Id="rId217" Type="http://schemas.openxmlformats.org/officeDocument/2006/relationships/customXml" Target="../ink/ink677.xml"/><Relationship Id="rId6" Type="http://schemas.openxmlformats.org/officeDocument/2006/relationships/customXml" Target="../ink/ink572.xml"/><Relationship Id="rId23" Type="http://schemas.openxmlformats.org/officeDocument/2006/relationships/image" Target="../media/image564.png"/><Relationship Id="rId119" Type="http://schemas.openxmlformats.org/officeDocument/2006/relationships/customXml" Target="../ink/ink628.xml"/><Relationship Id="rId44" Type="http://schemas.openxmlformats.org/officeDocument/2006/relationships/customXml" Target="../ink/ink591.xml"/><Relationship Id="rId65" Type="http://schemas.openxmlformats.org/officeDocument/2006/relationships/customXml" Target="../ink/ink601.xml"/><Relationship Id="rId86" Type="http://schemas.openxmlformats.org/officeDocument/2006/relationships/image" Target="../media/image596.png"/><Relationship Id="rId130" Type="http://schemas.openxmlformats.org/officeDocument/2006/relationships/image" Target="../media/image618.png"/><Relationship Id="rId151" Type="http://schemas.openxmlformats.org/officeDocument/2006/relationships/customXml" Target="../ink/ink644.xml"/><Relationship Id="rId172" Type="http://schemas.openxmlformats.org/officeDocument/2006/relationships/image" Target="../media/image639.png"/><Relationship Id="rId193" Type="http://schemas.openxmlformats.org/officeDocument/2006/relationships/customXml" Target="../ink/ink665.xml"/><Relationship Id="rId207" Type="http://schemas.openxmlformats.org/officeDocument/2006/relationships/customXml" Target="../ink/ink672.xml"/><Relationship Id="rId13" Type="http://schemas.openxmlformats.org/officeDocument/2006/relationships/image" Target="../media/image559.png"/><Relationship Id="rId109" Type="http://schemas.openxmlformats.org/officeDocument/2006/relationships/customXml" Target="../ink/ink623.xml"/><Relationship Id="rId34" Type="http://schemas.openxmlformats.org/officeDocument/2006/relationships/customXml" Target="../ink/ink586.xml"/><Relationship Id="rId55" Type="http://schemas.openxmlformats.org/officeDocument/2006/relationships/customXml" Target="../ink/ink596.xml"/><Relationship Id="rId76" Type="http://schemas.openxmlformats.org/officeDocument/2006/relationships/image" Target="../media/image591.png"/><Relationship Id="rId97" Type="http://schemas.openxmlformats.org/officeDocument/2006/relationships/customXml" Target="../ink/ink617.xml"/><Relationship Id="rId120" Type="http://schemas.openxmlformats.org/officeDocument/2006/relationships/image" Target="../media/image613.png"/><Relationship Id="rId141" Type="http://schemas.openxmlformats.org/officeDocument/2006/relationships/customXml" Target="../ink/ink639.xml"/><Relationship Id="rId7" Type="http://schemas.openxmlformats.org/officeDocument/2006/relationships/image" Target="../media/image556.png"/><Relationship Id="rId162" Type="http://schemas.openxmlformats.org/officeDocument/2006/relationships/image" Target="../media/image634.png"/><Relationship Id="rId183" Type="http://schemas.openxmlformats.org/officeDocument/2006/relationships/customXml" Target="../ink/ink660.xml"/><Relationship Id="rId218" Type="http://schemas.openxmlformats.org/officeDocument/2006/relationships/image" Target="../media/image662.png"/><Relationship Id="rId24" Type="http://schemas.openxmlformats.org/officeDocument/2006/relationships/customXml" Target="../ink/ink581.xml"/><Relationship Id="rId45" Type="http://schemas.openxmlformats.org/officeDocument/2006/relationships/image" Target="../media/image575.png"/><Relationship Id="rId66" Type="http://schemas.openxmlformats.org/officeDocument/2006/relationships/image" Target="../media/image586.png"/><Relationship Id="rId87" Type="http://schemas.openxmlformats.org/officeDocument/2006/relationships/customXml" Target="../ink/ink612.xml"/><Relationship Id="rId110" Type="http://schemas.openxmlformats.org/officeDocument/2006/relationships/image" Target="../media/image608.png"/><Relationship Id="rId131" Type="http://schemas.openxmlformats.org/officeDocument/2006/relationships/customXml" Target="../ink/ink634.xml"/><Relationship Id="rId152" Type="http://schemas.openxmlformats.org/officeDocument/2006/relationships/image" Target="../media/image629.png"/><Relationship Id="rId173" Type="http://schemas.openxmlformats.org/officeDocument/2006/relationships/customXml" Target="../ink/ink655.xml"/><Relationship Id="rId194" Type="http://schemas.openxmlformats.org/officeDocument/2006/relationships/image" Target="../media/image650.png"/><Relationship Id="rId208" Type="http://schemas.openxmlformats.org/officeDocument/2006/relationships/image" Target="../media/image657.png"/><Relationship Id="rId14" Type="http://schemas.openxmlformats.org/officeDocument/2006/relationships/customXml" Target="../ink/ink576.xml"/><Relationship Id="rId35" Type="http://schemas.openxmlformats.org/officeDocument/2006/relationships/image" Target="../media/image570.png"/><Relationship Id="rId56" Type="http://schemas.openxmlformats.org/officeDocument/2006/relationships/image" Target="../media/image581.png"/><Relationship Id="rId77" Type="http://schemas.openxmlformats.org/officeDocument/2006/relationships/customXml" Target="../ink/ink607.xml"/><Relationship Id="rId100" Type="http://schemas.openxmlformats.org/officeDocument/2006/relationships/image" Target="../media/image603.png"/><Relationship Id="rId8" Type="http://schemas.openxmlformats.org/officeDocument/2006/relationships/customXml" Target="../ink/ink573.xml"/><Relationship Id="rId51" Type="http://schemas.openxmlformats.org/officeDocument/2006/relationships/image" Target="../media/image578.png"/><Relationship Id="rId72" Type="http://schemas.openxmlformats.org/officeDocument/2006/relationships/image" Target="../media/image589.png"/><Relationship Id="rId93" Type="http://schemas.openxmlformats.org/officeDocument/2006/relationships/customXml" Target="../ink/ink615.xml"/><Relationship Id="rId98" Type="http://schemas.openxmlformats.org/officeDocument/2006/relationships/image" Target="../media/image602.png"/><Relationship Id="rId121" Type="http://schemas.openxmlformats.org/officeDocument/2006/relationships/customXml" Target="../ink/ink629.xml"/><Relationship Id="rId142" Type="http://schemas.openxmlformats.org/officeDocument/2006/relationships/image" Target="../media/image624.png"/><Relationship Id="rId163" Type="http://schemas.openxmlformats.org/officeDocument/2006/relationships/customXml" Target="../ink/ink650.xml"/><Relationship Id="rId184" Type="http://schemas.openxmlformats.org/officeDocument/2006/relationships/image" Target="../media/image645.png"/><Relationship Id="rId189" Type="http://schemas.openxmlformats.org/officeDocument/2006/relationships/customXml" Target="../ink/ink663.xml"/><Relationship Id="rId219" Type="http://schemas.openxmlformats.org/officeDocument/2006/relationships/customXml" Target="../ink/ink678.xml"/><Relationship Id="rId3" Type="http://schemas.openxmlformats.org/officeDocument/2006/relationships/image" Target="../media/image554.png"/><Relationship Id="rId214" Type="http://schemas.openxmlformats.org/officeDocument/2006/relationships/image" Target="../media/image660.png"/><Relationship Id="rId25" Type="http://schemas.openxmlformats.org/officeDocument/2006/relationships/image" Target="../media/image565.png"/><Relationship Id="rId46" Type="http://schemas.openxmlformats.org/officeDocument/2006/relationships/customXml" Target="../ink/ink592.xml"/><Relationship Id="rId67" Type="http://schemas.openxmlformats.org/officeDocument/2006/relationships/customXml" Target="../ink/ink602.xml"/><Relationship Id="rId116" Type="http://schemas.openxmlformats.org/officeDocument/2006/relationships/image" Target="../media/image611.png"/><Relationship Id="rId137" Type="http://schemas.openxmlformats.org/officeDocument/2006/relationships/customXml" Target="../ink/ink637.xml"/><Relationship Id="rId158" Type="http://schemas.openxmlformats.org/officeDocument/2006/relationships/image" Target="../media/image632.png"/><Relationship Id="rId20" Type="http://schemas.openxmlformats.org/officeDocument/2006/relationships/customXml" Target="../ink/ink579.xml"/><Relationship Id="rId41" Type="http://schemas.openxmlformats.org/officeDocument/2006/relationships/image" Target="../media/image573.png"/><Relationship Id="rId62" Type="http://schemas.openxmlformats.org/officeDocument/2006/relationships/image" Target="../media/image584.png"/><Relationship Id="rId83" Type="http://schemas.openxmlformats.org/officeDocument/2006/relationships/customXml" Target="../ink/ink610.xml"/><Relationship Id="rId88" Type="http://schemas.openxmlformats.org/officeDocument/2006/relationships/image" Target="../media/image597.png"/><Relationship Id="rId111" Type="http://schemas.openxmlformats.org/officeDocument/2006/relationships/customXml" Target="../ink/ink624.xml"/><Relationship Id="rId132" Type="http://schemas.openxmlformats.org/officeDocument/2006/relationships/image" Target="../media/image619.png"/><Relationship Id="rId153" Type="http://schemas.openxmlformats.org/officeDocument/2006/relationships/customXml" Target="../ink/ink645.xml"/><Relationship Id="rId174" Type="http://schemas.openxmlformats.org/officeDocument/2006/relationships/image" Target="../media/image640.png"/><Relationship Id="rId179" Type="http://schemas.openxmlformats.org/officeDocument/2006/relationships/customXml" Target="../ink/ink658.xml"/><Relationship Id="rId195" Type="http://schemas.openxmlformats.org/officeDocument/2006/relationships/customXml" Target="../ink/ink666.xml"/><Relationship Id="rId209" Type="http://schemas.openxmlformats.org/officeDocument/2006/relationships/customXml" Target="../ink/ink673.xml"/><Relationship Id="rId190" Type="http://schemas.openxmlformats.org/officeDocument/2006/relationships/image" Target="../media/image648.png"/><Relationship Id="rId204" Type="http://schemas.openxmlformats.org/officeDocument/2006/relationships/image" Target="../media/image655.png"/><Relationship Id="rId220" Type="http://schemas.openxmlformats.org/officeDocument/2006/relationships/image" Target="../media/image663.png"/><Relationship Id="rId15" Type="http://schemas.openxmlformats.org/officeDocument/2006/relationships/image" Target="../media/image560.png"/><Relationship Id="rId36" Type="http://schemas.openxmlformats.org/officeDocument/2006/relationships/customXml" Target="../ink/ink587.xml"/><Relationship Id="rId57" Type="http://schemas.openxmlformats.org/officeDocument/2006/relationships/customXml" Target="../ink/ink597.xml"/><Relationship Id="rId106" Type="http://schemas.openxmlformats.org/officeDocument/2006/relationships/image" Target="../media/image606.png"/><Relationship Id="rId127" Type="http://schemas.openxmlformats.org/officeDocument/2006/relationships/customXml" Target="../ink/ink632.xml"/><Relationship Id="rId10" Type="http://schemas.openxmlformats.org/officeDocument/2006/relationships/customXml" Target="../ink/ink574.xml"/><Relationship Id="rId31" Type="http://schemas.openxmlformats.org/officeDocument/2006/relationships/image" Target="../media/image568.png"/><Relationship Id="rId52" Type="http://schemas.openxmlformats.org/officeDocument/2006/relationships/image" Target="../media/image579.png"/><Relationship Id="rId73" Type="http://schemas.openxmlformats.org/officeDocument/2006/relationships/customXml" Target="../ink/ink605.xml"/><Relationship Id="rId78" Type="http://schemas.openxmlformats.org/officeDocument/2006/relationships/image" Target="../media/image592.png"/><Relationship Id="rId94" Type="http://schemas.openxmlformats.org/officeDocument/2006/relationships/image" Target="../media/image600.png"/><Relationship Id="rId99" Type="http://schemas.openxmlformats.org/officeDocument/2006/relationships/customXml" Target="../ink/ink618.xml"/><Relationship Id="rId101" Type="http://schemas.openxmlformats.org/officeDocument/2006/relationships/customXml" Target="../ink/ink619.xml"/><Relationship Id="rId122" Type="http://schemas.openxmlformats.org/officeDocument/2006/relationships/image" Target="../media/image614.png"/><Relationship Id="rId143" Type="http://schemas.openxmlformats.org/officeDocument/2006/relationships/customXml" Target="../ink/ink640.xml"/><Relationship Id="rId148" Type="http://schemas.openxmlformats.org/officeDocument/2006/relationships/image" Target="../media/image627.png"/><Relationship Id="rId164" Type="http://schemas.openxmlformats.org/officeDocument/2006/relationships/image" Target="../media/image635.png"/><Relationship Id="rId169" Type="http://schemas.openxmlformats.org/officeDocument/2006/relationships/customXml" Target="../ink/ink653.xml"/><Relationship Id="rId185" Type="http://schemas.openxmlformats.org/officeDocument/2006/relationships/customXml" Target="../ink/ink661.xml"/><Relationship Id="rId4" Type="http://schemas.openxmlformats.org/officeDocument/2006/relationships/customXml" Target="../ink/ink571.xml"/><Relationship Id="rId9" Type="http://schemas.openxmlformats.org/officeDocument/2006/relationships/image" Target="../media/image557.png"/><Relationship Id="rId180" Type="http://schemas.openxmlformats.org/officeDocument/2006/relationships/image" Target="../media/image643.png"/><Relationship Id="rId210" Type="http://schemas.openxmlformats.org/officeDocument/2006/relationships/image" Target="../media/image658.png"/><Relationship Id="rId215" Type="http://schemas.openxmlformats.org/officeDocument/2006/relationships/customXml" Target="../ink/ink676.xml"/><Relationship Id="rId26" Type="http://schemas.openxmlformats.org/officeDocument/2006/relationships/customXml" Target="../ink/ink582.xml"/><Relationship Id="rId47" Type="http://schemas.openxmlformats.org/officeDocument/2006/relationships/image" Target="../media/image576.png"/><Relationship Id="rId68" Type="http://schemas.openxmlformats.org/officeDocument/2006/relationships/image" Target="../media/image587.png"/><Relationship Id="rId89" Type="http://schemas.openxmlformats.org/officeDocument/2006/relationships/customXml" Target="../ink/ink613.xml"/><Relationship Id="rId112" Type="http://schemas.openxmlformats.org/officeDocument/2006/relationships/image" Target="../media/image609.png"/><Relationship Id="rId133" Type="http://schemas.openxmlformats.org/officeDocument/2006/relationships/customXml" Target="../ink/ink635.xml"/><Relationship Id="rId154" Type="http://schemas.openxmlformats.org/officeDocument/2006/relationships/image" Target="../media/image630.png"/><Relationship Id="rId175" Type="http://schemas.openxmlformats.org/officeDocument/2006/relationships/customXml" Target="../ink/ink656.xml"/><Relationship Id="rId196" Type="http://schemas.openxmlformats.org/officeDocument/2006/relationships/image" Target="../media/image651.png"/><Relationship Id="rId200" Type="http://schemas.openxmlformats.org/officeDocument/2006/relationships/image" Target="../media/image653.png"/><Relationship Id="rId16" Type="http://schemas.openxmlformats.org/officeDocument/2006/relationships/customXml" Target="../ink/ink577.xml"/><Relationship Id="rId221" Type="http://schemas.openxmlformats.org/officeDocument/2006/relationships/customXml" Target="../ink/ink679.xml"/><Relationship Id="rId37" Type="http://schemas.openxmlformats.org/officeDocument/2006/relationships/image" Target="../media/image571.png"/><Relationship Id="rId58" Type="http://schemas.openxmlformats.org/officeDocument/2006/relationships/image" Target="../media/image582.png"/><Relationship Id="rId79" Type="http://schemas.openxmlformats.org/officeDocument/2006/relationships/customXml" Target="../ink/ink608.xml"/><Relationship Id="rId102" Type="http://schemas.openxmlformats.org/officeDocument/2006/relationships/image" Target="../media/image604.png"/><Relationship Id="rId123" Type="http://schemas.openxmlformats.org/officeDocument/2006/relationships/customXml" Target="../ink/ink630.xml"/><Relationship Id="rId144" Type="http://schemas.openxmlformats.org/officeDocument/2006/relationships/image" Target="../media/image625.png"/><Relationship Id="rId90" Type="http://schemas.openxmlformats.org/officeDocument/2006/relationships/image" Target="../media/image598.png"/><Relationship Id="rId165" Type="http://schemas.openxmlformats.org/officeDocument/2006/relationships/customXml" Target="../ink/ink651.xml"/><Relationship Id="rId186" Type="http://schemas.openxmlformats.org/officeDocument/2006/relationships/image" Target="../media/image646.png"/><Relationship Id="rId211" Type="http://schemas.openxmlformats.org/officeDocument/2006/relationships/customXml" Target="../ink/ink674.xml"/><Relationship Id="rId27" Type="http://schemas.openxmlformats.org/officeDocument/2006/relationships/image" Target="../media/image566.png"/><Relationship Id="rId48" Type="http://schemas.openxmlformats.org/officeDocument/2006/relationships/customXml" Target="../ink/ink593.xml"/><Relationship Id="rId69" Type="http://schemas.openxmlformats.org/officeDocument/2006/relationships/customXml" Target="../ink/ink603.xml"/><Relationship Id="rId113" Type="http://schemas.openxmlformats.org/officeDocument/2006/relationships/customXml" Target="../ink/ink625.xml"/><Relationship Id="rId134" Type="http://schemas.openxmlformats.org/officeDocument/2006/relationships/image" Target="../media/image620.png"/><Relationship Id="rId80" Type="http://schemas.openxmlformats.org/officeDocument/2006/relationships/image" Target="../media/image593.png"/><Relationship Id="rId155" Type="http://schemas.openxmlformats.org/officeDocument/2006/relationships/customXml" Target="../ink/ink646.xml"/><Relationship Id="rId176" Type="http://schemas.openxmlformats.org/officeDocument/2006/relationships/image" Target="../media/image641.png"/><Relationship Id="rId197" Type="http://schemas.openxmlformats.org/officeDocument/2006/relationships/customXml" Target="../ink/ink667.xml"/><Relationship Id="rId201" Type="http://schemas.openxmlformats.org/officeDocument/2006/relationships/customXml" Target="../ink/ink669.xml"/><Relationship Id="rId222" Type="http://schemas.openxmlformats.org/officeDocument/2006/relationships/image" Target="../media/image664.png"/><Relationship Id="rId17" Type="http://schemas.openxmlformats.org/officeDocument/2006/relationships/image" Target="../media/image561.png"/><Relationship Id="rId38" Type="http://schemas.openxmlformats.org/officeDocument/2006/relationships/customXml" Target="../ink/ink588.xml"/><Relationship Id="rId59" Type="http://schemas.openxmlformats.org/officeDocument/2006/relationships/customXml" Target="../ink/ink598.xml"/><Relationship Id="rId103" Type="http://schemas.openxmlformats.org/officeDocument/2006/relationships/customXml" Target="../ink/ink620.xml"/><Relationship Id="rId124" Type="http://schemas.openxmlformats.org/officeDocument/2006/relationships/image" Target="../media/image615.png"/><Relationship Id="rId70" Type="http://schemas.openxmlformats.org/officeDocument/2006/relationships/image" Target="../media/image588.png"/><Relationship Id="rId91" Type="http://schemas.openxmlformats.org/officeDocument/2006/relationships/customXml" Target="../ink/ink614.xml"/><Relationship Id="rId145" Type="http://schemas.openxmlformats.org/officeDocument/2006/relationships/customXml" Target="../ink/ink641.xml"/><Relationship Id="rId166" Type="http://schemas.openxmlformats.org/officeDocument/2006/relationships/image" Target="../media/image636.png"/><Relationship Id="rId187" Type="http://schemas.openxmlformats.org/officeDocument/2006/relationships/customXml" Target="../ink/ink66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59.png"/><Relationship Id="rId28" Type="http://schemas.openxmlformats.org/officeDocument/2006/relationships/customXml" Target="../ink/ink583.xml"/><Relationship Id="rId49" Type="http://schemas.openxmlformats.org/officeDocument/2006/relationships/image" Target="../media/image577.png"/><Relationship Id="rId114" Type="http://schemas.openxmlformats.org/officeDocument/2006/relationships/image" Target="../media/image610.png"/><Relationship Id="rId60" Type="http://schemas.openxmlformats.org/officeDocument/2006/relationships/image" Target="../media/image583.png"/><Relationship Id="rId81" Type="http://schemas.openxmlformats.org/officeDocument/2006/relationships/customXml" Target="../ink/ink609.xml"/><Relationship Id="rId135" Type="http://schemas.openxmlformats.org/officeDocument/2006/relationships/customXml" Target="../ink/ink636.xml"/><Relationship Id="rId156" Type="http://schemas.openxmlformats.org/officeDocument/2006/relationships/image" Target="../media/image631.png"/><Relationship Id="rId177" Type="http://schemas.openxmlformats.org/officeDocument/2006/relationships/customXml" Target="../ink/ink657.xml"/><Relationship Id="rId198" Type="http://schemas.openxmlformats.org/officeDocument/2006/relationships/image" Target="../media/image652.png"/><Relationship Id="rId202" Type="http://schemas.openxmlformats.org/officeDocument/2006/relationships/image" Target="../media/image654.png"/><Relationship Id="rId223" Type="http://schemas.openxmlformats.org/officeDocument/2006/relationships/customXml" Target="../ink/ink680.xml"/><Relationship Id="rId18" Type="http://schemas.openxmlformats.org/officeDocument/2006/relationships/customXml" Target="../ink/ink578.xml"/><Relationship Id="rId39" Type="http://schemas.openxmlformats.org/officeDocument/2006/relationships/image" Target="../media/image572.png"/><Relationship Id="rId50" Type="http://schemas.openxmlformats.org/officeDocument/2006/relationships/customXml" Target="../ink/ink594.xml"/><Relationship Id="rId104" Type="http://schemas.openxmlformats.org/officeDocument/2006/relationships/image" Target="../media/image605.png"/><Relationship Id="rId125" Type="http://schemas.openxmlformats.org/officeDocument/2006/relationships/customXml" Target="../ink/ink631.xml"/><Relationship Id="rId146" Type="http://schemas.openxmlformats.org/officeDocument/2006/relationships/image" Target="../media/image626.png"/><Relationship Id="rId167" Type="http://schemas.openxmlformats.org/officeDocument/2006/relationships/customXml" Target="../ink/ink652.xml"/><Relationship Id="rId188" Type="http://schemas.openxmlformats.org/officeDocument/2006/relationships/image" Target="../media/image647.png"/><Relationship Id="rId71" Type="http://schemas.openxmlformats.org/officeDocument/2006/relationships/customXml" Target="../ink/ink604.xml"/><Relationship Id="rId92" Type="http://schemas.openxmlformats.org/officeDocument/2006/relationships/image" Target="../media/image599.png"/><Relationship Id="rId213" Type="http://schemas.openxmlformats.org/officeDocument/2006/relationships/customXml" Target="../ink/ink675.xml"/><Relationship Id="rId2" Type="http://schemas.openxmlformats.org/officeDocument/2006/relationships/customXml" Target="../ink/ink570.xml"/><Relationship Id="rId29" Type="http://schemas.openxmlformats.org/officeDocument/2006/relationships/image" Target="../media/image567.png"/><Relationship Id="rId40" Type="http://schemas.openxmlformats.org/officeDocument/2006/relationships/customXml" Target="../ink/ink589.xml"/><Relationship Id="rId115" Type="http://schemas.openxmlformats.org/officeDocument/2006/relationships/customXml" Target="../ink/ink626.xml"/><Relationship Id="rId136" Type="http://schemas.openxmlformats.org/officeDocument/2006/relationships/image" Target="../media/image621.png"/><Relationship Id="rId157" Type="http://schemas.openxmlformats.org/officeDocument/2006/relationships/customXml" Target="../ink/ink647.xml"/><Relationship Id="rId178" Type="http://schemas.openxmlformats.org/officeDocument/2006/relationships/image" Target="../media/image642.png"/><Relationship Id="rId61" Type="http://schemas.openxmlformats.org/officeDocument/2006/relationships/customXml" Target="../ink/ink599.xml"/><Relationship Id="rId82" Type="http://schemas.openxmlformats.org/officeDocument/2006/relationships/image" Target="../media/image594.png"/><Relationship Id="rId199" Type="http://schemas.openxmlformats.org/officeDocument/2006/relationships/customXml" Target="../ink/ink668.xml"/><Relationship Id="rId203" Type="http://schemas.openxmlformats.org/officeDocument/2006/relationships/customXml" Target="../ink/ink670.xml"/><Relationship Id="rId19" Type="http://schemas.openxmlformats.org/officeDocument/2006/relationships/image" Target="../media/image562.png"/><Relationship Id="rId224" Type="http://schemas.openxmlformats.org/officeDocument/2006/relationships/image" Target="../media/image665.png"/><Relationship Id="rId30" Type="http://schemas.openxmlformats.org/officeDocument/2006/relationships/customXml" Target="../ink/ink584.xml"/><Relationship Id="rId105" Type="http://schemas.openxmlformats.org/officeDocument/2006/relationships/customXml" Target="../ink/ink621.xml"/><Relationship Id="rId126" Type="http://schemas.openxmlformats.org/officeDocument/2006/relationships/image" Target="../media/image616.png"/><Relationship Id="rId147" Type="http://schemas.openxmlformats.org/officeDocument/2006/relationships/customXml" Target="../ink/ink642.xml"/><Relationship Id="rId168" Type="http://schemas.openxmlformats.org/officeDocument/2006/relationships/image" Target="../media/image63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38.xml"/><Relationship Id="rId21" Type="http://schemas.openxmlformats.org/officeDocument/2006/relationships/customXml" Target="../ink/ink690.xml"/><Relationship Id="rId42" Type="http://schemas.openxmlformats.org/officeDocument/2006/relationships/image" Target="../media/image686.png"/><Relationship Id="rId63" Type="http://schemas.openxmlformats.org/officeDocument/2006/relationships/customXml" Target="../ink/ink711.xml"/><Relationship Id="rId84" Type="http://schemas.openxmlformats.org/officeDocument/2006/relationships/image" Target="../media/image707.png"/><Relationship Id="rId138" Type="http://schemas.openxmlformats.org/officeDocument/2006/relationships/image" Target="../media/image734.png"/><Relationship Id="rId159" Type="http://schemas.openxmlformats.org/officeDocument/2006/relationships/customXml" Target="../ink/ink759.xml"/><Relationship Id="rId170" Type="http://schemas.openxmlformats.org/officeDocument/2006/relationships/image" Target="../media/image749.png"/><Relationship Id="rId191" Type="http://schemas.openxmlformats.org/officeDocument/2006/relationships/customXml" Target="../ink/ink776.xml"/><Relationship Id="rId107" Type="http://schemas.openxmlformats.org/officeDocument/2006/relationships/customXml" Target="../ink/ink733.xml"/><Relationship Id="rId11" Type="http://schemas.openxmlformats.org/officeDocument/2006/relationships/customXml" Target="../ink/ink685.xml"/><Relationship Id="rId32" Type="http://schemas.openxmlformats.org/officeDocument/2006/relationships/image" Target="../media/image681.png"/><Relationship Id="rId53" Type="http://schemas.openxmlformats.org/officeDocument/2006/relationships/customXml" Target="../ink/ink706.xml"/><Relationship Id="rId74" Type="http://schemas.openxmlformats.org/officeDocument/2006/relationships/image" Target="../media/image702.png"/><Relationship Id="rId128" Type="http://schemas.openxmlformats.org/officeDocument/2006/relationships/image" Target="../media/image729.png"/><Relationship Id="rId149" Type="http://schemas.openxmlformats.org/officeDocument/2006/relationships/customXml" Target="../ink/ink754.xml"/><Relationship Id="rId5" Type="http://schemas.openxmlformats.org/officeDocument/2006/relationships/customXml" Target="../ink/ink682.xml"/><Relationship Id="rId95" Type="http://schemas.openxmlformats.org/officeDocument/2006/relationships/customXml" Target="../ink/ink727.xml"/><Relationship Id="rId160" Type="http://schemas.openxmlformats.org/officeDocument/2006/relationships/customXml" Target="../ink/ink760.xml"/><Relationship Id="rId181" Type="http://schemas.openxmlformats.org/officeDocument/2006/relationships/customXml" Target="../ink/ink771.xml"/><Relationship Id="rId22" Type="http://schemas.openxmlformats.org/officeDocument/2006/relationships/image" Target="../media/image676.png"/><Relationship Id="rId43" Type="http://schemas.openxmlformats.org/officeDocument/2006/relationships/customXml" Target="../ink/ink701.xml"/><Relationship Id="rId64" Type="http://schemas.openxmlformats.org/officeDocument/2006/relationships/image" Target="../media/image697.png"/><Relationship Id="rId118" Type="http://schemas.openxmlformats.org/officeDocument/2006/relationships/image" Target="../media/image724.png"/><Relationship Id="rId139" Type="http://schemas.openxmlformats.org/officeDocument/2006/relationships/customXml" Target="../ink/ink749.xml"/><Relationship Id="rId85" Type="http://schemas.openxmlformats.org/officeDocument/2006/relationships/customXml" Target="../ink/ink722.xml"/><Relationship Id="rId150" Type="http://schemas.openxmlformats.org/officeDocument/2006/relationships/image" Target="../media/image740.png"/><Relationship Id="rId171" Type="http://schemas.openxmlformats.org/officeDocument/2006/relationships/customXml" Target="../ink/ink766.xml"/><Relationship Id="rId192" Type="http://schemas.openxmlformats.org/officeDocument/2006/relationships/image" Target="../media/image760.png"/><Relationship Id="rId12" Type="http://schemas.openxmlformats.org/officeDocument/2006/relationships/image" Target="../media/image671.png"/><Relationship Id="rId33" Type="http://schemas.openxmlformats.org/officeDocument/2006/relationships/customXml" Target="../ink/ink696.xml"/><Relationship Id="rId108" Type="http://schemas.openxmlformats.org/officeDocument/2006/relationships/image" Target="../media/image719.png"/><Relationship Id="rId129" Type="http://schemas.openxmlformats.org/officeDocument/2006/relationships/customXml" Target="../ink/ink744.xml"/><Relationship Id="rId54" Type="http://schemas.openxmlformats.org/officeDocument/2006/relationships/image" Target="../media/image692.png"/><Relationship Id="rId75" Type="http://schemas.openxmlformats.org/officeDocument/2006/relationships/customXml" Target="../ink/ink717.xml"/><Relationship Id="rId96" Type="http://schemas.openxmlformats.org/officeDocument/2006/relationships/image" Target="../media/image713.png"/><Relationship Id="rId140" Type="http://schemas.openxmlformats.org/officeDocument/2006/relationships/image" Target="../media/image735.png"/><Relationship Id="rId161" Type="http://schemas.openxmlformats.org/officeDocument/2006/relationships/customXml" Target="../ink/ink761.xml"/><Relationship Id="rId182" Type="http://schemas.openxmlformats.org/officeDocument/2006/relationships/image" Target="../media/image755.png"/><Relationship Id="rId6" Type="http://schemas.openxmlformats.org/officeDocument/2006/relationships/image" Target="../media/image668.png"/><Relationship Id="rId23" Type="http://schemas.openxmlformats.org/officeDocument/2006/relationships/customXml" Target="../ink/ink691.xml"/><Relationship Id="rId119" Type="http://schemas.openxmlformats.org/officeDocument/2006/relationships/customXml" Target="../ink/ink739.xml"/><Relationship Id="rId44" Type="http://schemas.openxmlformats.org/officeDocument/2006/relationships/image" Target="../media/image687.png"/><Relationship Id="rId65" Type="http://schemas.openxmlformats.org/officeDocument/2006/relationships/customXml" Target="../ink/ink712.xml"/><Relationship Id="rId86" Type="http://schemas.openxmlformats.org/officeDocument/2006/relationships/image" Target="../media/image708.png"/><Relationship Id="rId130" Type="http://schemas.openxmlformats.org/officeDocument/2006/relationships/image" Target="../media/image730.png"/><Relationship Id="rId151" Type="http://schemas.openxmlformats.org/officeDocument/2006/relationships/customXml" Target="../ink/ink755.xml"/><Relationship Id="rId172" Type="http://schemas.openxmlformats.org/officeDocument/2006/relationships/image" Target="../media/image750.png"/><Relationship Id="rId193" Type="http://schemas.openxmlformats.org/officeDocument/2006/relationships/customXml" Target="../ink/ink777.xml"/><Relationship Id="rId13" Type="http://schemas.openxmlformats.org/officeDocument/2006/relationships/customXml" Target="../ink/ink686.xml"/><Relationship Id="rId109" Type="http://schemas.openxmlformats.org/officeDocument/2006/relationships/customXml" Target="../ink/ink734.xml"/><Relationship Id="rId34" Type="http://schemas.openxmlformats.org/officeDocument/2006/relationships/image" Target="../media/image682.png"/><Relationship Id="rId55" Type="http://schemas.openxmlformats.org/officeDocument/2006/relationships/customXml" Target="../ink/ink707.xml"/><Relationship Id="rId76" Type="http://schemas.openxmlformats.org/officeDocument/2006/relationships/image" Target="../media/image703.png"/><Relationship Id="rId97" Type="http://schemas.openxmlformats.org/officeDocument/2006/relationships/customXml" Target="../ink/ink728.xml"/><Relationship Id="rId120" Type="http://schemas.openxmlformats.org/officeDocument/2006/relationships/image" Target="../media/image725.png"/><Relationship Id="rId141" Type="http://schemas.openxmlformats.org/officeDocument/2006/relationships/customXml" Target="../ink/ink750.xml"/><Relationship Id="rId7" Type="http://schemas.openxmlformats.org/officeDocument/2006/relationships/customXml" Target="../ink/ink683.xml"/><Relationship Id="rId71" Type="http://schemas.openxmlformats.org/officeDocument/2006/relationships/customXml" Target="../ink/ink715.xml"/><Relationship Id="rId92" Type="http://schemas.openxmlformats.org/officeDocument/2006/relationships/image" Target="../media/image711.png"/><Relationship Id="rId162" Type="http://schemas.openxmlformats.org/officeDocument/2006/relationships/image" Target="../media/image745.png"/><Relationship Id="rId183" Type="http://schemas.openxmlformats.org/officeDocument/2006/relationships/customXml" Target="../ink/ink772.xml"/><Relationship Id="rId2" Type="http://schemas.openxmlformats.org/officeDocument/2006/relationships/image" Target="../media/image666.png"/><Relationship Id="rId29" Type="http://schemas.openxmlformats.org/officeDocument/2006/relationships/customXml" Target="../ink/ink694.xml"/><Relationship Id="rId24" Type="http://schemas.openxmlformats.org/officeDocument/2006/relationships/image" Target="../media/image677.png"/><Relationship Id="rId40" Type="http://schemas.openxmlformats.org/officeDocument/2006/relationships/image" Target="../media/image685.png"/><Relationship Id="rId45" Type="http://schemas.openxmlformats.org/officeDocument/2006/relationships/customXml" Target="../ink/ink702.xml"/><Relationship Id="rId66" Type="http://schemas.openxmlformats.org/officeDocument/2006/relationships/image" Target="../media/image698.png"/><Relationship Id="rId87" Type="http://schemas.openxmlformats.org/officeDocument/2006/relationships/customXml" Target="../ink/ink723.xml"/><Relationship Id="rId110" Type="http://schemas.openxmlformats.org/officeDocument/2006/relationships/image" Target="../media/image720.png"/><Relationship Id="rId115" Type="http://schemas.openxmlformats.org/officeDocument/2006/relationships/customXml" Target="../ink/ink737.xml"/><Relationship Id="rId131" Type="http://schemas.openxmlformats.org/officeDocument/2006/relationships/customXml" Target="../ink/ink745.xml"/><Relationship Id="rId136" Type="http://schemas.openxmlformats.org/officeDocument/2006/relationships/image" Target="../media/image733.png"/><Relationship Id="rId157" Type="http://schemas.openxmlformats.org/officeDocument/2006/relationships/customXml" Target="../ink/ink758.xml"/><Relationship Id="rId178" Type="http://schemas.openxmlformats.org/officeDocument/2006/relationships/image" Target="../media/image753.png"/><Relationship Id="rId61" Type="http://schemas.openxmlformats.org/officeDocument/2006/relationships/customXml" Target="../ink/ink710.xml"/><Relationship Id="rId82" Type="http://schemas.openxmlformats.org/officeDocument/2006/relationships/image" Target="../media/image706.png"/><Relationship Id="rId152" Type="http://schemas.openxmlformats.org/officeDocument/2006/relationships/image" Target="../media/image741.png"/><Relationship Id="rId173" Type="http://schemas.openxmlformats.org/officeDocument/2006/relationships/customXml" Target="../ink/ink767.xml"/><Relationship Id="rId194" Type="http://schemas.openxmlformats.org/officeDocument/2006/relationships/image" Target="../media/image761.png"/><Relationship Id="rId199" Type="http://schemas.openxmlformats.org/officeDocument/2006/relationships/customXml" Target="../ink/ink780.xml"/><Relationship Id="rId19" Type="http://schemas.openxmlformats.org/officeDocument/2006/relationships/customXml" Target="../ink/ink689.xml"/><Relationship Id="rId14" Type="http://schemas.openxmlformats.org/officeDocument/2006/relationships/image" Target="../media/image672.png"/><Relationship Id="rId30" Type="http://schemas.openxmlformats.org/officeDocument/2006/relationships/image" Target="../media/image680.png"/><Relationship Id="rId35" Type="http://schemas.openxmlformats.org/officeDocument/2006/relationships/customXml" Target="../ink/ink697.xml"/><Relationship Id="rId56" Type="http://schemas.openxmlformats.org/officeDocument/2006/relationships/image" Target="../media/image693.png"/><Relationship Id="rId77" Type="http://schemas.openxmlformats.org/officeDocument/2006/relationships/customXml" Target="../ink/ink718.xml"/><Relationship Id="rId100" Type="http://schemas.openxmlformats.org/officeDocument/2006/relationships/image" Target="../media/image715.png"/><Relationship Id="rId105" Type="http://schemas.openxmlformats.org/officeDocument/2006/relationships/customXml" Target="../ink/ink732.xml"/><Relationship Id="rId126" Type="http://schemas.openxmlformats.org/officeDocument/2006/relationships/image" Target="../media/image728.png"/><Relationship Id="rId147" Type="http://schemas.openxmlformats.org/officeDocument/2006/relationships/customXml" Target="../ink/ink753.xml"/><Relationship Id="rId168" Type="http://schemas.openxmlformats.org/officeDocument/2006/relationships/image" Target="../media/image748.png"/><Relationship Id="rId8" Type="http://schemas.openxmlformats.org/officeDocument/2006/relationships/image" Target="../media/image669.png"/><Relationship Id="rId51" Type="http://schemas.openxmlformats.org/officeDocument/2006/relationships/customXml" Target="../ink/ink705.xml"/><Relationship Id="rId72" Type="http://schemas.openxmlformats.org/officeDocument/2006/relationships/image" Target="../media/image701.png"/><Relationship Id="rId93" Type="http://schemas.openxmlformats.org/officeDocument/2006/relationships/customXml" Target="../ink/ink726.xml"/><Relationship Id="rId98" Type="http://schemas.openxmlformats.org/officeDocument/2006/relationships/image" Target="../media/image714.png"/><Relationship Id="rId121" Type="http://schemas.openxmlformats.org/officeDocument/2006/relationships/customXml" Target="../ink/ink740.xml"/><Relationship Id="rId142" Type="http://schemas.openxmlformats.org/officeDocument/2006/relationships/image" Target="../media/image736.png"/><Relationship Id="rId163" Type="http://schemas.openxmlformats.org/officeDocument/2006/relationships/customXml" Target="../ink/ink762.xml"/><Relationship Id="rId184" Type="http://schemas.openxmlformats.org/officeDocument/2006/relationships/image" Target="../media/image756.png"/><Relationship Id="rId189" Type="http://schemas.openxmlformats.org/officeDocument/2006/relationships/customXml" Target="../ink/ink775.xml"/><Relationship Id="rId3" Type="http://schemas.openxmlformats.org/officeDocument/2006/relationships/customXml" Target="../ink/ink681.xml"/><Relationship Id="rId25" Type="http://schemas.openxmlformats.org/officeDocument/2006/relationships/customXml" Target="../ink/ink692.xml"/><Relationship Id="rId46" Type="http://schemas.openxmlformats.org/officeDocument/2006/relationships/image" Target="../media/image688.png"/><Relationship Id="rId67" Type="http://schemas.openxmlformats.org/officeDocument/2006/relationships/customXml" Target="../ink/ink713.xml"/><Relationship Id="rId116" Type="http://schemas.openxmlformats.org/officeDocument/2006/relationships/image" Target="../media/image723.png"/><Relationship Id="rId137" Type="http://schemas.openxmlformats.org/officeDocument/2006/relationships/customXml" Target="../ink/ink748.xml"/><Relationship Id="rId158" Type="http://schemas.openxmlformats.org/officeDocument/2006/relationships/image" Target="../media/image744.png"/><Relationship Id="rId20" Type="http://schemas.openxmlformats.org/officeDocument/2006/relationships/image" Target="../media/image675.png"/><Relationship Id="rId41" Type="http://schemas.openxmlformats.org/officeDocument/2006/relationships/customXml" Target="../ink/ink700.xml"/><Relationship Id="rId62" Type="http://schemas.openxmlformats.org/officeDocument/2006/relationships/image" Target="../media/image696.png"/><Relationship Id="rId83" Type="http://schemas.openxmlformats.org/officeDocument/2006/relationships/customXml" Target="../ink/ink721.xml"/><Relationship Id="rId88" Type="http://schemas.openxmlformats.org/officeDocument/2006/relationships/image" Target="../media/image709.png"/><Relationship Id="rId111" Type="http://schemas.openxmlformats.org/officeDocument/2006/relationships/customXml" Target="../ink/ink735.xml"/><Relationship Id="rId132" Type="http://schemas.openxmlformats.org/officeDocument/2006/relationships/image" Target="../media/image731.png"/><Relationship Id="rId153" Type="http://schemas.openxmlformats.org/officeDocument/2006/relationships/customXml" Target="../ink/ink756.xml"/><Relationship Id="rId174" Type="http://schemas.openxmlformats.org/officeDocument/2006/relationships/image" Target="../media/image751.png"/><Relationship Id="rId179" Type="http://schemas.openxmlformats.org/officeDocument/2006/relationships/customXml" Target="../ink/ink770.xml"/><Relationship Id="rId195" Type="http://schemas.openxmlformats.org/officeDocument/2006/relationships/customXml" Target="../ink/ink778.xml"/><Relationship Id="rId190" Type="http://schemas.openxmlformats.org/officeDocument/2006/relationships/image" Target="../media/image759.png"/><Relationship Id="rId15" Type="http://schemas.openxmlformats.org/officeDocument/2006/relationships/customXml" Target="../ink/ink687.xml"/><Relationship Id="rId36" Type="http://schemas.openxmlformats.org/officeDocument/2006/relationships/image" Target="../media/image683.png"/><Relationship Id="rId57" Type="http://schemas.openxmlformats.org/officeDocument/2006/relationships/customXml" Target="../ink/ink708.xml"/><Relationship Id="rId106" Type="http://schemas.openxmlformats.org/officeDocument/2006/relationships/image" Target="../media/image718.png"/><Relationship Id="rId127" Type="http://schemas.openxmlformats.org/officeDocument/2006/relationships/customXml" Target="../ink/ink743.xml"/><Relationship Id="rId10" Type="http://schemas.openxmlformats.org/officeDocument/2006/relationships/image" Target="../media/image670.png"/><Relationship Id="rId31" Type="http://schemas.openxmlformats.org/officeDocument/2006/relationships/customXml" Target="../ink/ink695.xml"/><Relationship Id="rId52" Type="http://schemas.openxmlformats.org/officeDocument/2006/relationships/image" Target="../media/image691.png"/><Relationship Id="rId73" Type="http://schemas.openxmlformats.org/officeDocument/2006/relationships/customXml" Target="../ink/ink716.xml"/><Relationship Id="rId78" Type="http://schemas.openxmlformats.org/officeDocument/2006/relationships/image" Target="../media/image704.png"/><Relationship Id="rId94" Type="http://schemas.openxmlformats.org/officeDocument/2006/relationships/image" Target="../media/image712.png"/><Relationship Id="rId99" Type="http://schemas.openxmlformats.org/officeDocument/2006/relationships/customXml" Target="../ink/ink729.xml"/><Relationship Id="rId101" Type="http://schemas.openxmlformats.org/officeDocument/2006/relationships/customXml" Target="../ink/ink730.xml"/><Relationship Id="rId122" Type="http://schemas.openxmlformats.org/officeDocument/2006/relationships/image" Target="../media/image726.png"/><Relationship Id="rId143" Type="http://schemas.openxmlformats.org/officeDocument/2006/relationships/customXml" Target="../ink/ink751.xml"/><Relationship Id="rId148" Type="http://schemas.openxmlformats.org/officeDocument/2006/relationships/image" Target="../media/image739.png"/><Relationship Id="rId164" Type="http://schemas.openxmlformats.org/officeDocument/2006/relationships/image" Target="../media/image746.png"/><Relationship Id="rId169" Type="http://schemas.openxmlformats.org/officeDocument/2006/relationships/customXml" Target="../ink/ink765.xml"/><Relationship Id="rId185" Type="http://schemas.openxmlformats.org/officeDocument/2006/relationships/customXml" Target="../ink/ink773.xml"/><Relationship Id="rId4" Type="http://schemas.openxmlformats.org/officeDocument/2006/relationships/image" Target="../media/image667.png"/><Relationship Id="rId9" Type="http://schemas.openxmlformats.org/officeDocument/2006/relationships/customXml" Target="../ink/ink684.xml"/><Relationship Id="rId180" Type="http://schemas.openxmlformats.org/officeDocument/2006/relationships/image" Target="../media/image754.png"/><Relationship Id="rId26" Type="http://schemas.openxmlformats.org/officeDocument/2006/relationships/image" Target="../media/image678.png"/><Relationship Id="rId47" Type="http://schemas.openxmlformats.org/officeDocument/2006/relationships/customXml" Target="../ink/ink703.xml"/><Relationship Id="rId68" Type="http://schemas.openxmlformats.org/officeDocument/2006/relationships/image" Target="../media/image699.png"/><Relationship Id="rId89" Type="http://schemas.openxmlformats.org/officeDocument/2006/relationships/customXml" Target="../ink/ink724.xml"/><Relationship Id="rId112" Type="http://schemas.openxmlformats.org/officeDocument/2006/relationships/image" Target="../media/image721.png"/><Relationship Id="rId133" Type="http://schemas.openxmlformats.org/officeDocument/2006/relationships/customXml" Target="../ink/ink746.xml"/><Relationship Id="rId154" Type="http://schemas.openxmlformats.org/officeDocument/2006/relationships/image" Target="../media/image742.png"/><Relationship Id="rId175" Type="http://schemas.openxmlformats.org/officeDocument/2006/relationships/customXml" Target="../ink/ink768.xml"/><Relationship Id="rId196" Type="http://schemas.openxmlformats.org/officeDocument/2006/relationships/image" Target="../media/image762.png"/><Relationship Id="rId200" Type="http://schemas.openxmlformats.org/officeDocument/2006/relationships/image" Target="../media/image764.png"/><Relationship Id="rId16" Type="http://schemas.openxmlformats.org/officeDocument/2006/relationships/image" Target="../media/image673.png"/><Relationship Id="rId37" Type="http://schemas.openxmlformats.org/officeDocument/2006/relationships/customXml" Target="../ink/ink698.xml"/><Relationship Id="rId58" Type="http://schemas.openxmlformats.org/officeDocument/2006/relationships/image" Target="../media/image694.png"/><Relationship Id="rId79" Type="http://schemas.openxmlformats.org/officeDocument/2006/relationships/customXml" Target="../ink/ink719.xml"/><Relationship Id="rId102" Type="http://schemas.openxmlformats.org/officeDocument/2006/relationships/image" Target="../media/image716.png"/><Relationship Id="rId123" Type="http://schemas.openxmlformats.org/officeDocument/2006/relationships/customXml" Target="../ink/ink741.xml"/><Relationship Id="rId144" Type="http://schemas.openxmlformats.org/officeDocument/2006/relationships/image" Target="../media/image737.png"/><Relationship Id="rId90" Type="http://schemas.openxmlformats.org/officeDocument/2006/relationships/image" Target="../media/image710.png"/><Relationship Id="rId165" Type="http://schemas.openxmlformats.org/officeDocument/2006/relationships/customXml" Target="../ink/ink763.xml"/><Relationship Id="rId186" Type="http://schemas.openxmlformats.org/officeDocument/2006/relationships/image" Target="../media/image757.png"/><Relationship Id="rId27" Type="http://schemas.openxmlformats.org/officeDocument/2006/relationships/customXml" Target="../ink/ink693.xml"/><Relationship Id="rId48" Type="http://schemas.openxmlformats.org/officeDocument/2006/relationships/image" Target="../media/image689.png"/><Relationship Id="rId69" Type="http://schemas.openxmlformats.org/officeDocument/2006/relationships/customXml" Target="../ink/ink714.xml"/><Relationship Id="rId113" Type="http://schemas.openxmlformats.org/officeDocument/2006/relationships/customXml" Target="../ink/ink736.xml"/><Relationship Id="rId134" Type="http://schemas.openxmlformats.org/officeDocument/2006/relationships/image" Target="../media/image732.png"/><Relationship Id="rId80" Type="http://schemas.openxmlformats.org/officeDocument/2006/relationships/image" Target="../media/image705.png"/><Relationship Id="rId155" Type="http://schemas.openxmlformats.org/officeDocument/2006/relationships/customXml" Target="../ink/ink757.xml"/><Relationship Id="rId176" Type="http://schemas.openxmlformats.org/officeDocument/2006/relationships/image" Target="../media/image752.png"/><Relationship Id="rId197" Type="http://schemas.openxmlformats.org/officeDocument/2006/relationships/customXml" Target="../ink/ink779.xml"/><Relationship Id="rId17" Type="http://schemas.openxmlformats.org/officeDocument/2006/relationships/customXml" Target="../ink/ink688.xml"/><Relationship Id="rId38" Type="http://schemas.openxmlformats.org/officeDocument/2006/relationships/image" Target="../media/image684.png"/><Relationship Id="rId59" Type="http://schemas.openxmlformats.org/officeDocument/2006/relationships/customXml" Target="../ink/ink709.xml"/><Relationship Id="rId103" Type="http://schemas.openxmlformats.org/officeDocument/2006/relationships/customXml" Target="../ink/ink731.xml"/><Relationship Id="rId124" Type="http://schemas.openxmlformats.org/officeDocument/2006/relationships/image" Target="../media/image727.png"/><Relationship Id="rId70" Type="http://schemas.openxmlformats.org/officeDocument/2006/relationships/image" Target="../media/image700.png"/><Relationship Id="rId91" Type="http://schemas.openxmlformats.org/officeDocument/2006/relationships/customXml" Target="../ink/ink725.xml"/><Relationship Id="rId145" Type="http://schemas.openxmlformats.org/officeDocument/2006/relationships/customXml" Target="../ink/ink752.xml"/><Relationship Id="rId166" Type="http://schemas.openxmlformats.org/officeDocument/2006/relationships/image" Target="../media/image747.png"/><Relationship Id="rId187" Type="http://schemas.openxmlformats.org/officeDocument/2006/relationships/customXml" Target="../ink/ink774.xml"/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679.png"/><Relationship Id="rId49" Type="http://schemas.openxmlformats.org/officeDocument/2006/relationships/customXml" Target="../ink/ink704.xml"/><Relationship Id="rId114" Type="http://schemas.openxmlformats.org/officeDocument/2006/relationships/image" Target="../media/image722.png"/><Relationship Id="rId60" Type="http://schemas.openxmlformats.org/officeDocument/2006/relationships/image" Target="../media/image695.png"/><Relationship Id="rId81" Type="http://schemas.openxmlformats.org/officeDocument/2006/relationships/customXml" Target="../ink/ink720.xml"/><Relationship Id="rId135" Type="http://schemas.openxmlformats.org/officeDocument/2006/relationships/customXml" Target="../ink/ink747.xml"/><Relationship Id="rId156" Type="http://schemas.openxmlformats.org/officeDocument/2006/relationships/image" Target="../media/image743.png"/><Relationship Id="rId177" Type="http://schemas.openxmlformats.org/officeDocument/2006/relationships/customXml" Target="../ink/ink769.xml"/><Relationship Id="rId198" Type="http://schemas.openxmlformats.org/officeDocument/2006/relationships/image" Target="../media/image763.png"/><Relationship Id="rId18" Type="http://schemas.openxmlformats.org/officeDocument/2006/relationships/image" Target="../media/image674.png"/><Relationship Id="rId39" Type="http://schemas.openxmlformats.org/officeDocument/2006/relationships/customXml" Target="../ink/ink699.xml"/><Relationship Id="rId50" Type="http://schemas.openxmlformats.org/officeDocument/2006/relationships/image" Target="../media/image690.png"/><Relationship Id="rId104" Type="http://schemas.openxmlformats.org/officeDocument/2006/relationships/image" Target="../media/image717.png"/><Relationship Id="rId125" Type="http://schemas.openxmlformats.org/officeDocument/2006/relationships/customXml" Target="../ink/ink742.xml"/><Relationship Id="rId146" Type="http://schemas.openxmlformats.org/officeDocument/2006/relationships/image" Target="../media/image738.png"/><Relationship Id="rId167" Type="http://schemas.openxmlformats.org/officeDocument/2006/relationships/customXml" Target="../ink/ink764.xml"/><Relationship Id="rId188" Type="http://schemas.openxmlformats.org/officeDocument/2006/relationships/image" Target="../media/image758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38.xml"/><Relationship Id="rId299" Type="http://schemas.openxmlformats.org/officeDocument/2006/relationships/customXml" Target="../ink/ink929.xml"/><Relationship Id="rId21" Type="http://schemas.openxmlformats.org/officeDocument/2006/relationships/customXml" Target="../ink/ink790.xml"/><Relationship Id="rId63" Type="http://schemas.openxmlformats.org/officeDocument/2006/relationships/customXml" Target="../ink/ink811.xml"/><Relationship Id="rId159" Type="http://schemas.openxmlformats.org/officeDocument/2006/relationships/customXml" Target="../ink/ink859.xml"/><Relationship Id="rId324" Type="http://schemas.openxmlformats.org/officeDocument/2006/relationships/image" Target="../media/image926.png"/><Relationship Id="rId366" Type="http://schemas.openxmlformats.org/officeDocument/2006/relationships/image" Target="../media/image947.png"/><Relationship Id="rId170" Type="http://schemas.openxmlformats.org/officeDocument/2006/relationships/image" Target="../media/image849.png"/><Relationship Id="rId226" Type="http://schemas.openxmlformats.org/officeDocument/2006/relationships/image" Target="../media/image877.png"/><Relationship Id="rId433" Type="http://schemas.openxmlformats.org/officeDocument/2006/relationships/image" Target="../media/image980.png"/><Relationship Id="rId268" Type="http://schemas.openxmlformats.org/officeDocument/2006/relationships/image" Target="../media/image898.png"/><Relationship Id="rId32" Type="http://schemas.openxmlformats.org/officeDocument/2006/relationships/image" Target="../media/image780.png"/><Relationship Id="rId74" Type="http://schemas.openxmlformats.org/officeDocument/2006/relationships/image" Target="../media/image801.png"/><Relationship Id="rId128" Type="http://schemas.openxmlformats.org/officeDocument/2006/relationships/image" Target="../media/image828.png"/><Relationship Id="rId335" Type="http://schemas.openxmlformats.org/officeDocument/2006/relationships/customXml" Target="../ink/ink947.xml"/><Relationship Id="rId377" Type="http://schemas.openxmlformats.org/officeDocument/2006/relationships/customXml" Target="../ink/ink968.xml"/><Relationship Id="rId5" Type="http://schemas.openxmlformats.org/officeDocument/2006/relationships/customXml" Target="../ink/ink782.xml"/><Relationship Id="rId181" Type="http://schemas.openxmlformats.org/officeDocument/2006/relationships/customXml" Target="../ink/ink870.xml"/><Relationship Id="rId237" Type="http://schemas.openxmlformats.org/officeDocument/2006/relationships/customXml" Target="../ink/ink898.xml"/><Relationship Id="rId402" Type="http://schemas.openxmlformats.org/officeDocument/2006/relationships/image" Target="../media/image965.png"/><Relationship Id="rId279" Type="http://schemas.openxmlformats.org/officeDocument/2006/relationships/customXml" Target="../ink/ink919.xml"/><Relationship Id="rId43" Type="http://schemas.openxmlformats.org/officeDocument/2006/relationships/customXml" Target="../ink/ink801.xml"/><Relationship Id="rId139" Type="http://schemas.openxmlformats.org/officeDocument/2006/relationships/customXml" Target="../ink/ink849.xml"/><Relationship Id="rId290" Type="http://schemas.openxmlformats.org/officeDocument/2006/relationships/image" Target="../media/image909.png"/><Relationship Id="rId304" Type="http://schemas.openxmlformats.org/officeDocument/2006/relationships/image" Target="../media/image916.png"/><Relationship Id="rId346" Type="http://schemas.openxmlformats.org/officeDocument/2006/relationships/image" Target="../media/image937.png"/><Relationship Id="rId388" Type="http://schemas.openxmlformats.org/officeDocument/2006/relationships/image" Target="../media/image958.png"/><Relationship Id="rId85" Type="http://schemas.openxmlformats.org/officeDocument/2006/relationships/customXml" Target="../ink/ink822.xml"/><Relationship Id="rId150" Type="http://schemas.openxmlformats.org/officeDocument/2006/relationships/image" Target="../media/image839.png"/><Relationship Id="rId192" Type="http://schemas.openxmlformats.org/officeDocument/2006/relationships/image" Target="../media/image860.png"/><Relationship Id="rId206" Type="http://schemas.openxmlformats.org/officeDocument/2006/relationships/image" Target="../media/image867.png"/><Relationship Id="rId413" Type="http://schemas.openxmlformats.org/officeDocument/2006/relationships/customXml" Target="../ink/ink986.xml"/><Relationship Id="rId248" Type="http://schemas.openxmlformats.org/officeDocument/2006/relationships/image" Target="../media/image888.png"/><Relationship Id="rId12" Type="http://schemas.openxmlformats.org/officeDocument/2006/relationships/image" Target="../media/image770.png"/><Relationship Id="rId108" Type="http://schemas.openxmlformats.org/officeDocument/2006/relationships/image" Target="../media/image818.png"/><Relationship Id="rId315" Type="http://schemas.openxmlformats.org/officeDocument/2006/relationships/customXml" Target="../ink/ink937.xml"/><Relationship Id="rId357" Type="http://schemas.openxmlformats.org/officeDocument/2006/relationships/customXml" Target="../ink/ink958.xml"/><Relationship Id="rId54" Type="http://schemas.openxmlformats.org/officeDocument/2006/relationships/image" Target="../media/image791.png"/><Relationship Id="rId96" Type="http://schemas.openxmlformats.org/officeDocument/2006/relationships/image" Target="../media/image812.png"/><Relationship Id="rId161" Type="http://schemas.openxmlformats.org/officeDocument/2006/relationships/customXml" Target="../ink/ink860.xml"/><Relationship Id="rId217" Type="http://schemas.openxmlformats.org/officeDocument/2006/relationships/customXml" Target="../ink/ink888.xml"/><Relationship Id="rId399" Type="http://schemas.openxmlformats.org/officeDocument/2006/relationships/customXml" Target="../ink/ink979.xml"/><Relationship Id="rId259" Type="http://schemas.openxmlformats.org/officeDocument/2006/relationships/customXml" Target="../ink/ink909.xml"/><Relationship Id="rId424" Type="http://schemas.openxmlformats.org/officeDocument/2006/relationships/image" Target="../media/image976.png"/><Relationship Id="rId23" Type="http://schemas.openxmlformats.org/officeDocument/2006/relationships/customXml" Target="../ink/ink791.xml"/><Relationship Id="rId119" Type="http://schemas.openxmlformats.org/officeDocument/2006/relationships/customXml" Target="../ink/ink839.xml"/><Relationship Id="rId270" Type="http://schemas.openxmlformats.org/officeDocument/2006/relationships/image" Target="../media/image899.png"/><Relationship Id="rId326" Type="http://schemas.openxmlformats.org/officeDocument/2006/relationships/image" Target="../media/image927.png"/><Relationship Id="rId65" Type="http://schemas.openxmlformats.org/officeDocument/2006/relationships/customXml" Target="../ink/ink812.xml"/><Relationship Id="rId130" Type="http://schemas.openxmlformats.org/officeDocument/2006/relationships/image" Target="../media/image829.png"/><Relationship Id="rId368" Type="http://schemas.openxmlformats.org/officeDocument/2006/relationships/image" Target="../media/image948.png"/><Relationship Id="rId172" Type="http://schemas.openxmlformats.org/officeDocument/2006/relationships/image" Target="../media/image850.png"/><Relationship Id="rId228" Type="http://schemas.openxmlformats.org/officeDocument/2006/relationships/image" Target="../media/image878.png"/><Relationship Id="rId435" Type="http://schemas.openxmlformats.org/officeDocument/2006/relationships/image" Target="../media/image981.png"/><Relationship Id="rId281" Type="http://schemas.openxmlformats.org/officeDocument/2006/relationships/customXml" Target="../ink/ink920.xml"/><Relationship Id="rId337" Type="http://schemas.openxmlformats.org/officeDocument/2006/relationships/customXml" Target="../ink/ink948.xml"/><Relationship Id="rId34" Type="http://schemas.openxmlformats.org/officeDocument/2006/relationships/image" Target="../media/image781.png"/><Relationship Id="rId76" Type="http://schemas.openxmlformats.org/officeDocument/2006/relationships/image" Target="../media/image802.png"/><Relationship Id="rId141" Type="http://schemas.openxmlformats.org/officeDocument/2006/relationships/customXml" Target="../ink/ink850.xml"/><Relationship Id="rId379" Type="http://schemas.openxmlformats.org/officeDocument/2006/relationships/customXml" Target="../ink/ink969.xml"/><Relationship Id="rId7" Type="http://schemas.openxmlformats.org/officeDocument/2006/relationships/customXml" Target="../ink/ink783.xml"/><Relationship Id="rId183" Type="http://schemas.openxmlformats.org/officeDocument/2006/relationships/customXml" Target="../ink/ink871.xml"/><Relationship Id="rId239" Type="http://schemas.openxmlformats.org/officeDocument/2006/relationships/customXml" Target="../ink/ink899.xml"/><Relationship Id="rId390" Type="http://schemas.openxmlformats.org/officeDocument/2006/relationships/image" Target="../media/image959.png"/><Relationship Id="rId404" Type="http://schemas.openxmlformats.org/officeDocument/2006/relationships/image" Target="../media/image966.png"/><Relationship Id="rId250" Type="http://schemas.openxmlformats.org/officeDocument/2006/relationships/image" Target="../media/image889.png"/><Relationship Id="rId292" Type="http://schemas.openxmlformats.org/officeDocument/2006/relationships/image" Target="../media/image910.png"/><Relationship Id="rId306" Type="http://schemas.openxmlformats.org/officeDocument/2006/relationships/image" Target="../media/image917.png"/><Relationship Id="rId45" Type="http://schemas.openxmlformats.org/officeDocument/2006/relationships/customXml" Target="../ink/ink802.xml"/><Relationship Id="rId87" Type="http://schemas.openxmlformats.org/officeDocument/2006/relationships/customXml" Target="../ink/ink823.xml"/><Relationship Id="rId110" Type="http://schemas.openxmlformats.org/officeDocument/2006/relationships/image" Target="../media/image819.png"/><Relationship Id="rId348" Type="http://schemas.openxmlformats.org/officeDocument/2006/relationships/image" Target="../media/image938.png"/><Relationship Id="rId152" Type="http://schemas.openxmlformats.org/officeDocument/2006/relationships/image" Target="../media/image840.png"/><Relationship Id="rId194" Type="http://schemas.openxmlformats.org/officeDocument/2006/relationships/image" Target="../media/image861.png"/><Relationship Id="rId208" Type="http://schemas.openxmlformats.org/officeDocument/2006/relationships/image" Target="../media/image868.png"/><Relationship Id="rId415" Type="http://schemas.openxmlformats.org/officeDocument/2006/relationships/customXml" Target="../ink/ink987.xml"/><Relationship Id="rId261" Type="http://schemas.openxmlformats.org/officeDocument/2006/relationships/customXml" Target="../ink/ink910.xml"/><Relationship Id="rId14" Type="http://schemas.openxmlformats.org/officeDocument/2006/relationships/image" Target="../media/image771.png"/><Relationship Id="rId56" Type="http://schemas.openxmlformats.org/officeDocument/2006/relationships/image" Target="../media/image792.png"/><Relationship Id="rId317" Type="http://schemas.openxmlformats.org/officeDocument/2006/relationships/customXml" Target="../ink/ink938.xml"/><Relationship Id="rId359" Type="http://schemas.openxmlformats.org/officeDocument/2006/relationships/customXml" Target="../ink/ink959.xml"/><Relationship Id="rId98" Type="http://schemas.openxmlformats.org/officeDocument/2006/relationships/image" Target="../media/image813.png"/><Relationship Id="rId121" Type="http://schemas.openxmlformats.org/officeDocument/2006/relationships/customXml" Target="../ink/ink840.xml"/><Relationship Id="rId163" Type="http://schemas.openxmlformats.org/officeDocument/2006/relationships/customXml" Target="../ink/ink861.xml"/><Relationship Id="rId219" Type="http://schemas.openxmlformats.org/officeDocument/2006/relationships/customXml" Target="../ink/ink889.xml"/><Relationship Id="rId370" Type="http://schemas.openxmlformats.org/officeDocument/2006/relationships/image" Target="../media/image949.png"/><Relationship Id="rId426" Type="http://schemas.openxmlformats.org/officeDocument/2006/relationships/image" Target="../media/image977.png"/><Relationship Id="rId230" Type="http://schemas.openxmlformats.org/officeDocument/2006/relationships/image" Target="../media/image879.png"/><Relationship Id="rId25" Type="http://schemas.openxmlformats.org/officeDocument/2006/relationships/customXml" Target="../ink/ink792.xml"/><Relationship Id="rId67" Type="http://schemas.openxmlformats.org/officeDocument/2006/relationships/customXml" Target="../ink/ink813.xml"/><Relationship Id="rId272" Type="http://schemas.openxmlformats.org/officeDocument/2006/relationships/image" Target="../media/image900.png"/><Relationship Id="rId328" Type="http://schemas.openxmlformats.org/officeDocument/2006/relationships/image" Target="../media/image928.png"/><Relationship Id="rId132" Type="http://schemas.openxmlformats.org/officeDocument/2006/relationships/image" Target="../media/image830.png"/><Relationship Id="rId174" Type="http://schemas.openxmlformats.org/officeDocument/2006/relationships/image" Target="../media/image851.png"/><Relationship Id="rId381" Type="http://schemas.openxmlformats.org/officeDocument/2006/relationships/customXml" Target="../ink/ink970.xml"/><Relationship Id="rId241" Type="http://schemas.openxmlformats.org/officeDocument/2006/relationships/customXml" Target="../ink/ink900.xml"/><Relationship Id="rId36" Type="http://schemas.openxmlformats.org/officeDocument/2006/relationships/image" Target="../media/image782.png"/><Relationship Id="rId283" Type="http://schemas.openxmlformats.org/officeDocument/2006/relationships/customXml" Target="../ink/ink921.xml"/><Relationship Id="rId339" Type="http://schemas.openxmlformats.org/officeDocument/2006/relationships/customXml" Target="../ink/ink949.xml"/><Relationship Id="rId78" Type="http://schemas.openxmlformats.org/officeDocument/2006/relationships/image" Target="../media/image803.png"/><Relationship Id="rId101" Type="http://schemas.openxmlformats.org/officeDocument/2006/relationships/customXml" Target="../ink/ink830.xml"/><Relationship Id="rId143" Type="http://schemas.openxmlformats.org/officeDocument/2006/relationships/customXml" Target="../ink/ink851.xml"/><Relationship Id="rId185" Type="http://schemas.openxmlformats.org/officeDocument/2006/relationships/customXml" Target="../ink/ink872.xml"/><Relationship Id="rId350" Type="http://schemas.openxmlformats.org/officeDocument/2006/relationships/image" Target="../media/image939.png"/><Relationship Id="rId406" Type="http://schemas.openxmlformats.org/officeDocument/2006/relationships/image" Target="../media/image967.png"/><Relationship Id="rId9" Type="http://schemas.openxmlformats.org/officeDocument/2006/relationships/customXml" Target="../ink/ink784.xml"/><Relationship Id="rId210" Type="http://schemas.openxmlformats.org/officeDocument/2006/relationships/image" Target="../media/image869.png"/><Relationship Id="rId392" Type="http://schemas.openxmlformats.org/officeDocument/2006/relationships/image" Target="../media/image960.png"/><Relationship Id="rId252" Type="http://schemas.openxmlformats.org/officeDocument/2006/relationships/image" Target="../media/image890.png"/><Relationship Id="rId294" Type="http://schemas.openxmlformats.org/officeDocument/2006/relationships/image" Target="../media/image911.png"/><Relationship Id="rId308" Type="http://schemas.openxmlformats.org/officeDocument/2006/relationships/image" Target="../media/image918.png"/><Relationship Id="rId47" Type="http://schemas.openxmlformats.org/officeDocument/2006/relationships/customXml" Target="../ink/ink803.xml"/><Relationship Id="rId89" Type="http://schemas.openxmlformats.org/officeDocument/2006/relationships/customXml" Target="../ink/ink824.xml"/><Relationship Id="rId112" Type="http://schemas.openxmlformats.org/officeDocument/2006/relationships/image" Target="../media/image820.png"/><Relationship Id="rId154" Type="http://schemas.openxmlformats.org/officeDocument/2006/relationships/image" Target="../media/image841.png"/><Relationship Id="rId361" Type="http://schemas.openxmlformats.org/officeDocument/2006/relationships/customXml" Target="../ink/ink960.xml"/><Relationship Id="rId196" Type="http://schemas.openxmlformats.org/officeDocument/2006/relationships/image" Target="../media/image862.png"/><Relationship Id="rId417" Type="http://schemas.openxmlformats.org/officeDocument/2006/relationships/customXml" Target="../ink/ink988.xml"/><Relationship Id="rId16" Type="http://schemas.openxmlformats.org/officeDocument/2006/relationships/image" Target="../media/image772.png"/><Relationship Id="rId221" Type="http://schemas.openxmlformats.org/officeDocument/2006/relationships/customXml" Target="../ink/ink890.xml"/><Relationship Id="rId263" Type="http://schemas.openxmlformats.org/officeDocument/2006/relationships/customXml" Target="../ink/ink911.xml"/><Relationship Id="rId319" Type="http://schemas.openxmlformats.org/officeDocument/2006/relationships/customXml" Target="../ink/ink939.xml"/><Relationship Id="rId58" Type="http://schemas.openxmlformats.org/officeDocument/2006/relationships/image" Target="../media/image793.png"/><Relationship Id="rId123" Type="http://schemas.openxmlformats.org/officeDocument/2006/relationships/customXml" Target="../ink/ink841.xml"/><Relationship Id="rId330" Type="http://schemas.openxmlformats.org/officeDocument/2006/relationships/image" Target="../media/image929.png"/><Relationship Id="rId165" Type="http://schemas.openxmlformats.org/officeDocument/2006/relationships/customXml" Target="../ink/ink862.xml"/><Relationship Id="rId372" Type="http://schemas.openxmlformats.org/officeDocument/2006/relationships/image" Target="../media/image950.png"/><Relationship Id="rId428" Type="http://schemas.openxmlformats.org/officeDocument/2006/relationships/customXml" Target="../ink/ink994.xml"/><Relationship Id="rId232" Type="http://schemas.openxmlformats.org/officeDocument/2006/relationships/image" Target="../media/image880.png"/><Relationship Id="rId274" Type="http://schemas.openxmlformats.org/officeDocument/2006/relationships/image" Target="../media/image901.png"/><Relationship Id="rId27" Type="http://schemas.openxmlformats.org/officeDocument/2006/relationships/customXml" Target="../ink/ink793.xml"/><Relationship Id="rId69" Type="http://schemas.openxmlformats.org/officeDocument/2006/relationships/customXml" Target="../ink/ink814.xml"/><Relationship Id="rId134" Type="http://schemas.openxmlformats.org/officeDocument/2006/relationships/image" Target="../media/image831.png"/><Relationship Id="rId80" Type="http://schemas.openxmlformats.org/officeDocument/2006/relationships/image" Target="../media/image804.png"/><Relationship Id="rId176" Type="http://schemas.openxmlformats.org/officeDocument/2006/relationships/image" Target="../media/image852.png"/><Relationship Id="rId341" Type="http://schemas.openxmlformats.org/officeDocument/2006/relationships/customXml" Target="../ink/ink950.xml"/><Relationship Id="rId383" Type="http://schemas.openxmlformats.org/officeDocument/2006/relationships/customXml" Target="../ink/ink971.xml"/><Relationship Id="rId201" Type="http://schemas.openxmlformats.org/officeDocument/2006/relationships/customXml" Target="../ink/ink880.xml"/><Relationship Id="rId243" Type="http://schemas.openxmlformats.org/officeDocument/2006/relationships/customXml" Target="../ink/ink901.xml"/><Relationship Id="rId285" Type="http://schemas.openxmlformats.org/officeDocument/2006/relationships/customXml" Target="../ink/ink922.xml"/><Relationship Id="rId38" Type="http://schemas.openxmlformats.org/officeDocument/2006/relationships/image" Target="../media/image783.png"/><Relationship Id="rId103" Type="http://schemas.openxmlformats.org/officeDocument/2006/relationships/customXml" Target="../ink/ink831.xml"/><Relationship Id="rId310" Type="http://schemas.openxmlformats.org/officeDocument/2006/relationships/image" Target="../media/image919.png"/><Relationship Id="rId91" Type="http://schemas.openxmlformats.org/officeDocument/2006/relationships/customXml" Target="../ink/ink825.xml"/><Relationship Id="rId145" Type="http://schemas.openxmlformats.org/officeDocument/2006/relationships/customXml" Target="../ink/ink852.xml"/><Relationship Id="rId187" Type="http://schemas.openxmlformats.org/officeDocument/2006/relationships/customXml" Target="../ink/ink873.xml"/><Relationship Id="rId352" Type="http://schemas.openxmlformats.org/officeDocument/2006/relationships/image" Target="../media/image940.png"/><Relationship Id="rId394" Type="http://schemas.openxmlformats.org/officeDocument/2006/relationships/image" Target="../media/image961.png"/><Relationship Id="rId408" Type="http://schemas.openxmlformats.org/officeDocument/2006/relationships/image" Target="../media/image968.png"/><Relationship Id="rId212" Type="http://schemas.openxmlformats.org/officeDocument/2006/relationships/image" Target="../media/image870.png"/><Relationship Id="rId254" Type="http://schemas.openxmlformats.org/officeDocument/2006/relationships/image" Target="../media/image891.png"/><Relationship Id="rId28" Type="http://schemas.openxmlformats.org/officeDocument/2006/relationships/image" Target="../media/image778.png"/><Relationship Id="rId49" Type="http://schemas.openxmlformats.org/officeDocument/2006/relationships/customXml" Target="../ink/ink804.xml"/><Relationship Id="rId114" Type="http://schemas.openxmlformats.org/officeDocument/2006/relationships/image" Target="../media/image821.png"/><Relationship Id="rId275" Type="http://schemas.openxmlformats.org/officeDocument/2006/relationships/customXml" Target="../ink/ink917.xml"/><Relationship Id="rId296" Type="http://schemas.openxmlformats.org/officeDocument/2006/relationships/image" Target="../media/image912.png"/><Relationship Id="rId300" Type="http://schemas.openxmlformats.org/officeDocument/2006/relationships/image" Target="../media/image914.png"/><Relationship Id="rId60" Type="http://schemas.openxmlformats.org/officeDocument/2006/relationships/image" Target="../media/image794.png"/><Relationship Id="rId81" Type="http://schemas.openxmlformats.org/officeDocument/2006/relationships/customXml" Target="../ink/ink820.xml"/><Relationship Id="rId135" Type="http://schemas.openxmlformats.org/officeDocument/2006/relationships/customXml" Target="../ink/ink847.xml"/><Relationship Id="rId156" Type="http://schemas.openxmlformats.org/officeDocument/2006/relationships/image" Target="../media/image842.png"/><Relationship Id="rId177" Type="http://schemas.openxmlformats.org/officeDocument/2006/relationships/customXml" Target="../ink/ink868.xml"/><Relationship Id="rId198" Type="http://schemas.openxmlformats.org/officeDocument/2006/relationships/image" Target="../media/image863.png"/><Relationship Id="rId321" Type="http://schemas.openxmlformats.org/officeDocument/2006/relationships/customXml" Target="../ink/ink940.xml"/><Relationship Id="rId342" Type="http://schemas.openxmlformats.org/officeDocument/2006/relationships/image" Target="../media/image935.png"/><Relationship Id="rId363" Type="http://schemas.openxmlformats.org/officeDocument/2006/relationships/customXml" Target="../ink/ink961.xml"/><Relationship Id="rId384" Type="http://schemas.openxmlformats.org/officeDocument/2006/relationships/image" Target="../media/image956.png"/><Relationship Id="rId419" Type="http://schemas.openxmlformats.org/officeDocument/2006/relationships/customXml" Target="../ink/ink989.xml"/><Relationship Id="rId202" Type="http://schemas.openxmlformats.org/officeDocument/2006/relationships/image" Target="../media/image865.png"/><Relationship Id="rId223" Type="http://schemas.openxmlformats.org/officeDocument/2006/relationships/customXml" Target="../ink/ink891.xml"/><Relationship Id="rId244" Type="http://schemas.openxmlformats.org/officeDocument/2006/relationships/image" Target="../media/image886.png"/><Relationship Id="rId430" Type="http://schemas.openxmlformats.org/officeDocument/2006/relationships/customXml" Target="../ink/ink995.xml"/><Relationship Id="rId18" Type="http://schemas.openxmlformats.org/officeDocument/2006/relationships/image" Target="../media/image773.png"/><Relationship Id="rId39" Type="http://schemas.openxmlformats.org/officeDocument/2006/relationships/customXml" Target="../ink/ink799.xml"/><Relationship Id="rId265" Type="http://schemas.openxmlformats.org/officeDocument/2006/relationships/customXml" Target="../ink/ink912.xml"/><Relationship Id="rId286" Type="http://schemas.openxmlformats.org/officeDocument/2006/relationships/image" Target="../media/image907.png"/><Relationship Id="rId50" Type="http://schemas.openxmlformats.org/officeDocument/2006/relationships/image" Target="../media/image789.png"/><Relationship Id="rId104" Type="http://schemas.openxmlformats.org/officeDocument/2006/relationships/image" Target="../media/image816.png"/><Relationship Id="rId125" Type="http://schemas.openxmlformats.org/officeDocument/2006/relationships/customXml" Target="../ink/ink842.xml"/><Relationship Id="rId146" Type="http://schemas.openxmlformats.org/officeDocument/2006/relationships/image" Target="../media/image837.png"/><Relationship Id="rId167" Type="http://schemas.openxmlformats.org/officeDocument/2006/relationships/customXml" Target="../ink/ink863.xml"/><Relationship Id="rId188" Type="http://schemas.openxmlformats.org/officeDocument/2006/relationships/image" Target="../media/image858.png"/><Relationship Id="rId311" Type="http://schemas.openxmlformats.org/officeDocument/2006/relationships/customXml" Target="../ink/ink935.xml"/><Relationship Id="rId332" Type="http://schemas.openxmlformats.org/officeDocument/2006/relationships/image" Target="../media/image930.png"/><Relationship Id="rId353" Type="http://schemas.openxmlformats.org/officeDocument/2006/relationships/customXml" Target="../ink/ink956.xml"/><Relationship Id="rId374" Type="http://schemas.openxmlformats.org/officeDocument/2006/relationships/image" Target="../media/image951.png"/><Relationship Id="rId395" Type="http://schemas.openxmlformats.org/officeDocument/2006/relationships/customXml" Target="../ink/ink977.xml"/><Relationship Id="rId409" Type="http://schemas.openxmlformats.org/officeDocument/2006/relationships/customXml" Target="../ink/ink984.xml"/><Relationship Id="rId71" Type="http://schemas.openxmlformats.org/officeDocument/2006/relationships/customXml" Target="../ink/ink815.xml"/><Relationship Id="rId92" Type="http://schemas.openxmlformats.org/officeDocument/2006/relationships/image" Target="../media/image810.png"/><Relationship Id="rId213" Type="http://schemas.openxmlformats.org/officeDocument/2006/relationships/customXml" Target="../ink/ink886.xml"/><Relationship Id="rId234" Type="http://schemas.openxmlformats.org/officeDocument/2006/relationships/image" Target="../media/image881.png"/><Relationship Id="rId420" Type="http://schemas.openxmlformats.org/officeDocument/2006/relationships/image" Target="../media/image974.png"/><Relationship Id="rId2" Type="http://schemas.openxmlformats.org/officeDocument/2006/relationships/image" Target="../media/image765.png"/><Relationship Id="rId29" Type="http://schemas.openxmlformats.org/officeDocument/2006/relationships/customXml" Target="../ink/ink794.xml"/><Relationship Id="rId255" Type="http://schemas.openxmlformats.org/officeDocument/2006/relationships/customXml" Target="../ink/ink907.xml"/><Relationship Id="rId276" Type="http://schemas.openxmlformats.org/officeDocument/2006/relationships/image" Target="../media/image902.png"/><Relationship Id="rId297" Type="http://schemas.openxmlformats.org/officeDocument/2006/relationships/customXml" Target="../ink/ink928.xml"/><Relationship Id="rId40" Type="http://schemas.openxmlformats.org/officeDocument/2006/relationships/image" Target="../media/image784.png"/><Relationship Id="rId115" Type="http://schemas.openxmlformats.org/officeDocument/2006/relationships/customXml" Target="../ink/ink837.xml"/><Relationship Id="rId136" Type="http://schemas.openxmlformats.org/officeDocument/2006/relationships/image" Target="../media/image832.png"/><Relationship Id="rId157" Type="http://schemas.openxmlformats.org/officeDocument/2006/relationships/customXml" Target="../ink/ink858.xml"/><Relationship Id="rId178" Type="http://schemas.openxmlformats.org/officeDocument/2006/relationships/image" Target="../media/image853.png"/><Relationship Id="rId301" Type="http://schemas.openxmlformats.org/officeDocument/2006/relationships/customXml" Target="../ink/ink930.xml"/><Relationship Id="rId322" Type="http://schemas.openxmlformats.org/officeDocument/2006/relationships/image" Target="../media/image925.png"/><Relationship Id="rId343" Type="http://schemas.openxmlformats.org/officeDocument/2006/relationships/customXml" Target="../ink/ink951.xml"/><Relationship Id="rId364" Type="http://schemas.openxmlformats.org/officeDocument/2006/relationships/image" Target="../media/image946.png"/><Relationship Id="rId61" Type="http://schemas.openxmlformats.org/officeDocument/2006/relationships/customXml" Target="../ink/ink810.xml"/><Relationship Id="rId82" Type="http://schemas.openxmlformats.org/officeDocument/2006/relationships/image" Target="../media/image805.png"/><Relationship Id="rId199" Type="http://schemas.openxmlformats.org/officeDocument/2006/relationships/customXml" Target="../ink/ink879.xml"/><Relationship Id="rId203" Type="http://schemas.openxmlformats.org/officeDocument/2006/relationships/customXml" Target="../ink/ink881.xml"/><Relationship Id="rId385" Type="http://schemas.openxmlformats.org/officeDocument/2006/relationships/customXml" Target="../ink/ink972.xml"/><Relationship Id="rId19" Type="http://schemas.openxmlformats.org/officeDocument/2006/relationships/customXml" Target="../ink/ink789.xml"/><Relationship Id="rId224" Type="http://schemas.openxmlformats.org/officeDocument/2006/relationships/image" Target="../media/image876.png"/><Relationship Id="rId245" Type="http://schemas.openxmlformats.org/officeDocument/2006/relationships/customXml" Target="../ink/ink902.xml"/><Relationship Id="rId266" Type="http://schemas.openxmlformats.org/officeDocument/2006/relationships/image" Target="../media/image897.png"/><Relationship Id="rId287" Type="http://schemas.openxmlformats.org/officeDocument/2006/relationships/customXml" Target="../ink/ink923.xml"/><Relationship Id="rId410" Type="http://schemas.openxmlformats.org/officeDocument/2006/relationships/image" Target="../media/image969.png"/><Relationship Id="rId431" Type="http://schemas.openxmlformats.org/officeDocument/2006/relationships/image" Target="../media/image979.png"/><Relationship Id="rId30" Type="http://schemas.openxmlformats.org/officeDocument/2006/relationships/image" Target="../media/image779.png"/><Relationship Id="rId105" Type="http://schemas.openxmlformats.org/officeDocument/2006/relationships/customXml" Target="../ink/ink832.xml"/><Relationship Id="rId126" Type="http://schemas.openxmlformats.org/officeDocument/2006/relationships/image" Target="../media/image827.png"/><Relationship Id="rId147" Type="http://schemas.openxmlformats.org/officeDocument/2006/relationships/customXml" Target="../ink/ink853.xml"/><Relationship Id="rId168" Type="http://schemas.openxmlformats.org/officeDocument/2006/relationships/image" Target="../media/image848.png"/><Relationship Id="rId312" Type="http://schemas.openxmlformats.org/officeDocument/2006/relationships/image" Target="../media/image920.png"/><Relationship Id="rId333" Type="http://schemas.openxmlformats.org/officeDocument/2006/relationships/customXml" Target="../ink/ink946.xml"/><Relationship Id="rId354" Type="http://schemas.openxmlformats.org/officeDocument/2006/relationships/image" Target="../media/image941.png"/><Relationship Id="rId51" Type="http://schemas.openxmlformats.org/officeDocument/2006/relationships/customXml" Target="../ink/ink805.xml"/><Relationship Id="rId72" Type="http://schemas.openxmlformats.org/officeDocument/2006/relationships/image" Target="../media/image800.png"/><Relationship Id="rId93" Type="http://schemas.openxmlformats.org/officeDocument/2006/relationships/customXml" Target="../ink/ink826.xml"/><Relationship Id="rId189" Type="http://schemas.openxmlformats.org/officeDocument/2006/relationships/customXml" Target="../ink/ink874.xml"/><Relationship Id="rId375" Type="http://schemas.openxmlformats.org/officeDocument/2006/relationships/customXml" Target="../ink/ink967.xml"/><Relationship Id="rId396" Type="http://schemas.openxmlformats.org/officeDocument/2006/relationships/image" Target="../media/image962.png"/><Relationship Id="rId3" Type="http://schemas.openxmlformats.org/officeDocument/2006/relationships/customXml" Target="../ink/ink781.xml"/><Relationship Id="rId214" Type="http://schemas.openxmlformats.org/officeDocument/2006/relationships/image" Target="../media/image871.png"/><Relationship Id="rId235" Type="http://schemas.openxmlformats.org/officeDocument/2006/relationships/customXml" Target="../ink/ink897.xml"/><Relationship Id="rId256" Type="http://schemas.openxmlformats.org/officeDocument/2006/relationships/image" Target="../media/image892.png"/><Relationship Id="rId277" Type="http://schemas.openxmlformats.org/officeDocument/2006/relationships/customXml" Target="../ink/ink918.xml"/><Relationship Id="rId298" Type="http://schemas.openxmlformats.org/officeDocument/2006/relationships/image" Target="../media/image913.png"/><Relationship Id="rId400" Type="http://schemas.openxmlformats.org/officeDocument/2006/relationships/image" Target="../media/image964.png"/><Relationship Id="rId421" Type="http://schemas.openxmlformats.org/officeDocument/2006/relationships/customXml" Target="../ink/ink990.xml"/><Relationship Id="rId116" Type="http://schemas.openxmlformats.org/officeDocument/2006/relationships/image" Target="../media/image822.png"/><Relationship Id="rId137" Type="http://schemas.openxmlformats.org/officeDocument/2006/relationships/customXml" Target="../ink/ink848.xml"/><Relationship Id="rId158" Type="http://schemas.openxmlformats.org/officeDocument/2006/relationships/image" Target="../media/image843.png"/><Relationship Id="rId302" Type="http://schemas.openxmlformats.org/officeDocument/2006/relationships/image" Target="../media/image915.png"/><Relationship Id="rId323" Type="http://schemas.openxmlformats.org/officeDocument/2006/relationships/customXml" Target="../ink/ink941.xml"/><Relationship Id="rId344" Type="http://schemas.openxmlformats.org/officeDocument/2006/relationships/image" Target="../media/image936.png"/><Relationship Id="rId20" Type="http://schemas.openxmlformats.org/officeDocument/2006/relationships/image" Target="../media/image774.png"/><Relationship Id="rId41" Type="http://schemas.openxmlformats.org/officeDocument/2006/relationships/customXml" Target="../ink/ink800.xml"/><Relationship Id="rId62" Type="http://schemas.openxmlformats.org/officeDocument/2006/relationships/image" Target="../media/image795.png"/><Relationship Id="rId83" Type="http://schemas.openxmlformats.org/officeDocument/2006/relationships/customXml" Target="../ink/ink821.xml"/><Relationship Id="rId179" Type="http://schemas.openxmlformats.org/officeDocument/2006/relationships/customXml" Target="../ink/ink869.xml"/><Relationship Id="rId365" Type="http://schemas.openxmlformats.org/officeDocument/2006/relationships/customXml" Target="../ink/ink962.xml"/><Relationship Id="rId386" Type="http://schemas.openxmlformats.org/officeDocument/2006/relationships/image" Target="../media/image957.png"/><Relationship Id="rId190" Type="http://schemas.openxmlformats.org/officeDocument/2006/relationships/image" Target="../media/image859.png"/><Relationship Id="rId204" Type="http://schemas.openxmlformats.org/officeDocument/2006/relationships/image" Target="../media/image866.png"/><Relationship Id="rId225" Type="http://schemas.openxmlformats.org/officeDocument/2006/relationships/customXml" Target="../ink/ink892.xml"/><Relationship Id="rId246" Type="http://schemas.openxmlformats.org/officeDocument/2006/relationships/image" Target="../media/image887.png"/><Relationship Id="rId267" Type="http://schemas.openxmlformats.org/officeDocument/2006/relationships/customXml" Target="../ink/ink913.xml"/><Relationship Id="rId288" Type="http://schemas.openxmlformats.org/officeDocument/2006/relationships/image" Target="../media/image908.png"/><Relationship Id="rId411" Type="http://schemas.openxmlformats.org/officeDocument/2006/relationships/customXml" Target="../ink/ink985.xml"/><Relationship Id="rId432" Type="http://schemas.openxmlformats.org/officeDocument/2006/relationships/customXml" Target="../ink/ink996.xml"/><Relationship Id="rId106" Type="http://schemas.openxmlformats.org/officeDocument/2006/relationships/image" Target="../media/image817.png"/><Relationship Id="rId127" Type="http://schemas.openxmlformats.org/officeDocument/2006/relationships/customXml" Target="../ink/ink843.xml"/><Relationship Id="rId313" Type="http://schemas.openxmlformats.org/officeDocument/2006/relationships/customXml" Target="../ink/ink936.xml"/><Relationship Id="rId10" Type="http://schemas.openxmlformats.org/officeDocument/2006/relationships/image" Target="../media/image769.png"/><Relationship Id="rId31" Type="http://schemas.openxmlformats.org/officeDocument/2006/relationships/customXml" Target="../ink/ink795.xml"/><Relationship Id="rId52" Type="http://schemas.openxmlformats.org/officeDocument/2006/relationships/image" Target="../media/image790.png"/><Relationship Id="rId73" Type="http://schemas.openxmlformats.org/officeDocument/2006/relationships/customXml" Target="../ink/ink816.xml"/><Relationship Id="rId94" Type="http://schemas.openxmlformats.org/officeDocument/2006/relationships/image" Target="../media/image811.png"/><Relationship Id="rId148" Type="http://schemas.openxmlformats.org/officeDocument/2006/relationships/image" Target="../media/image838.png"/><Relationship Id="rId169" Type="http://schemas.openxmlformats.org/officeDocument/2006/relationships/customXml" Target="../ink/ink864.xml"/><Relationship Id="rId334" Type="http://schemas.openxmlformats.org/officeDocument/2006/relationships/image" Target="../media/image931.png"/><Relationship Id="rId355" Type="http://schemas.openxmlformats.org/officeDocument/2006/relationships/customXml" Target="../ink/ink957.xml"/><Relationship Id="rId376" Type="http://schemas.openxmlformats.org/officeDocument/2006/relationships/image" Target="../media/image952.png"/><Relationship Id="rId397" Type="http://schemas.openxmlformats.org/officeDocument/2006/relationships/customXml" Target="../ink/ink978.xml"/><Relationship Id="rId4" Type="http://schemas.openxmlformats.org/officeDocument/2006/relationships/image" Target="../media/image766.png"/><Relationship Id="rId180" Type="http://schemas.openxmlformats.org/officeDocument/2006/relationships/image" Target="../media/image854.png"/><Relationship Id="rId215" Type="http://schemas.openxmlformats.org/officeDocument/2006/relationships/customXml" Target="../ink/ink887.xml"/><Relationship Id="rId236" Type="http://schemas.openxmlformats.org/officeDocument/2006/relationships/image" Target="../media/image882.png"/><Relationship Id="rId257" Type="http://schemas.openxmlformats.org/officeDocument/2006/relationships/customXml" Target="../ink/ink908.xml"/><Relationship Id="rId278" Type="http://schemas.openxmlformats.org/officeDocument/2006/relationships/image" Target="../media/image903.png"/><Relationship Id="rId401" Type="http://schemas.openxmlformats.org/officeDocument/2006/relationships/customXml" Target="../ink/ink980.xml"/><Relationship Id="rId422" Type="http://schemas.openxmlformats.org/officeDocument/2006/relationships/image" Target="../media/image975.png"/><Relationship Id="rId303" Type="http://schemas.openxmlformats.org/officeDocument/2006/relationships/customXml" Target="../ink/ink931.xml"/><Relationship Id="rId42" Type="http://schemas.openxmlformats.org/officeDocument/2006/relationships/image" Target="../media/image785.png"/><Relationship Id="rId84" Type="http://schemas.openxmlformats.org/officeDocument/2006/relationships/image" Target="../media/image806.png"/><Relationship Id="rId138" Type="http://schemas.openxmlformats.org/officeDocument/2006/relationships/image" Target="../media/image833.png"/><Relationship Id="rId345" Type="http://schemas.openxmlformats.org/officeDocument/2006/relationships/customXml" Target="../ink/ink952.xml"/><Relationship Id="rId387" Type="http://schemas.openxmlformats.org/officeDocument/2006/relationships/customXml" Target="../ink/ink973.xml"/><Relationship Id="rId191" Type="http://schemas.openxmlformats.org/officeDocument/2006/relationships/customXml" Target="../ink/ink875.xml"/><Relationship Id="rId205" Type="http://schemas.openxmlformats.org/officeDocument/2006/relationships/customXml" Target="../ink/ink882.xml"/><Relationship Id="rId247" Type="http://schemas.openxmlformats.org/officeDocument/2006/relationships/customXml" Target="../ink/ink903.xml"/><Relationship Id="rId412" Type="http://schemas.openxmlformats.org/officeDocument/2006/relationships/image" Target="../media/image970.png"/><Relationship Id="rId107" Type="http://schemas.openxmlformats.org/officeDocument/2006/relationships/customXml" Target="../ink/ink833.xml"/><Relationship Id="rId289" Type="http://schemas.openxmlformats.org/officeDocument/2006/relationships/customXml" Target="../ink/ink924.xml"/><Relationship Id="rId11" Type="http://schemas.openxmlformats.org/officeDocument/2006/relationships/customXml" Target="../ink/ink785.xml"/><Relationship Id="rId53" Type="http://schemas.openxmlformats.org/officeDocument/2006/relationships/customXml" Target="../ink/ink806.xml"/><Relationship Id="rId149" Type="http://schemas.openxmlformats.org/officeDocument/2006/relationships/customXml" Target="../ink/ink854.xml"/><Relationship Id="rId314" Type="http://schemas.openxmlformats.org/officeDocument/2006/relationships/image" Target="../media/image921.png"/><Relationship Id="rId356" Type="http://schemas.openxmlformats.org/officeDocument/2006/relationships/image" Target="../media/image942.png"/><Relationship Id="rId398" Type="http://schemas.openxmlformats.org/officeDocument/2006/relationships/image" Target="../media/image963.png"/><Relationship Id="rId95" Type="http://schemas.openxmlformats.org/officeDocument/2006/relationships/customXml" Target="../ink/ink827.xml"/><Relationship Id="rId160" Type="http://schemas.openxmlformats.org/officeDocument/2006/relationships/image" Target="../media/image844.png"/><Relationship Id="rId216" Type="http://schemas.openxmlformats.org/officeDocument/2006/relationships/image" Target="../media/image872.png"/><Relationship Id="rId423" Type="http://schemas.openxmlformats.org/officeDocument/2006/relationships/customXml" Target="../ink/ink991.xml"/><Relationship Id="rId258" Type="http://schemas.openxmlformats.org/officeDocument/2006/relationships/image" Target="../media/image893.png"/><Relationship Id="rId22" Type="http://schemas.openxmlformats.org/officeDocument/2006/relationships/image" Target="../media/image775.png"/><Relationship Id="rId64" Type="http://schemas.openxmlformats.org/officeDocument/2006/relationships/image" Target="../media/image796.png"/><Relationship Id="rId118" Type="http://schemas.openxmlformats.org/officeDocument/2006/relationships/image" Target="../media/image823.png"/><Relationship Id="rId325" Type="http://schemas.openxmlformats.org/officeDocument/2006/relationships/customXml" Target="../ink/ink942.xml"/><Relationship Id="rId367" Type="http://schemas.openxmlformats.org/officeDocument/2006/relationships/customXml" Target="../ink/ink963.xml"/><Relationship Id="rId171" Type="http://schemas.openxmlformats.org/officeDocument/2006/relationships/customXml" Target="../ink/ink865.xml"/><Relationship Id="rId227" Type="http://schemas.openxmlformats.org/officeDocument/2006/relationships/customXml" Target="../ink/ink893.xml"/><Relationship Id="rId269" Type="http://schemas.openxmlformats.org/officeDocument/2006/relationships/customXml" Target="../ink/ink914.xml"/><Relationship Id="rId434" Type="http://schemas.openxmlformats.org/officeDocument/2006/relationships/customXml" Target="../ink/ink997.xml"/><Relationship Id="rId33" Type="http://schemas.openxmlformats.org/officeDocument/2006/relationships/customXml" Target="../ink/ink796.xml"/><Relationship Id="rId129" Type="http://schemas.openxmlformats.org/officeDocument/2006/relationships/customXml" Target="../ink/ink844.xml"/><Relationship Id="rId280" Type="http://schemas.openxmlformats.org/officeDocument/2006/relationships/image" Target="../media/image904.png"/><Relationship Id="rId336" Type="http://schemas.openxmlformats.org/officeDocument/2006/relationships/image" Target="../media/image932.png"/><Relationship Id="rId75" Type="http://schemas.openxmlformats.org/officeDocument/2006/relationships/customXml" Target="../ink/ink817.xml"/><Relationship Id="rId140" Type="http://schemas.openxmlformats.org/officeDocument/2006/relationships/image" Target="../media/image834.png"/><Relationship Id="rId182" Type="http://schemas.openxmlformats.org/officeDocument/2006/relationships/image" Target="../media/image855.png"/><Relationship Id="rId378" Type="http://schemas.openxmlformats.org/officeDocument/2006/relationships/image" Target="../media/image953.png"/><Relationship Id="rId403" Type="http://schemas.openxmlformats.org/officeDocument/2006/relationships/customXml" Target="../ink/ink981.xml"/><Relationship Id="rId6" Type="http://schemas.openxmlformats.org/officeDocument/2006/relationships/image" Target="../media/image767.png"/><Relationship Id="rId238" Type="http://schemas.openxmlformats.org/officeDocument/2006/relationships/image" Target="../media/image883.png"/><Relationship Id="rId291" Type="http://schemas.openxmlformats.org/officeDocument/2006/relationships/customXml" Target="../ink/ink925.xml"/><Relationship Id="rId305" Type="http://schemas.openxmlformats.org/officeDocument/2006/relationships/customXml" Target="../ink/ink932.xml"/><Relationship Id="rId347" Type="http://schemas.openxmlformats.org/officeDocument/2006/relationships/customXml" Target="../ink/ink953.xml"/><Relationship Id="rId44" Type="http://schemas.openxmlformats.org/officeDocument/2006/relationships/image" Target="../media/image786.png"/><Relationship Id="rId86" Type="http://schemas.openxmlformats.org/officeDocument/2006/relationships/image" Target="../media/image807.png"/><Relationship Id="rId151" Type="http://schemas.openxmlformats.org/officeDocument/2006/relationships/customXml" Target="../ink/ink855.xml"/><Relationship Id="rId389" Type="http://schemas.openxmlformats.org/officeDocument/2006/relationships/customXml" Target="../ink/ink974.xml"/><Relationship Id="rId193" Type="http://schemas.openxmlformats.org/officeDocument/2006/relationships/customXml" Target="../ink/ink876.xml"/><Relationship Id="rId207" Type="http://schemas.openxmlformats.org/officeDocument/2006/relationships/customXml" Target="../ink/ink883.xml"/><Relationship Id="rId249" Type="http://schemas.openxmlformats.org/officeDocument/2006/relationships/customXml" Target="../ink/ink904.xml"/><Relationship Id="rId414" Type="http://schemas.openxmlformats.org/officeDocument/2006/relationships/image" Target="../media/image971.png"/><Relationship Id="rId13" Type="http://schemas.openxmlformats.org/officeDocument/2006/relationships/customXml" Target="../ink/ink786.xml"/><Relationship Id="rId109" Type="http://schemas.openxmlformats.org/officeDocument/2006/relationships/customXml" Target="../ink/ink834.xml"/><Relationship Id="rId260" Type="http://schemas.openxmlformats.org/officeDocument/2006/relationships/image" Target="../media/image894.png"/><Relationship Id="rId316" Type="http://schemas.openxmlformats.org/officeDocument/2006/relationships/image" Target="../media/image922.png"/><Relationship Id="rId55" Type="http://schemas.openxmlformats.org/officeDocument/2006/relationships/customXml" Target="../ink/ink807.xml"/><Relationship Id="rId97" Type="http://schemas.openxmlformats.org/officeDocument/2006/relationships/customXml" Target="../ink/ink828.xml"/><Relationship Id="rId120" Type="http://schemas.openxmlformats.org/officeDocument/2006/relationships/image" Target="../media/image824.png"/><Relationship Id="rId358" Type="http://schemas.openxmlformats.org/officeDocument/2006/relationships/image" Target="../media/image943.png"/><Relationship Id="rId162" Type="http://schemas.openxmlformats.org/officeDocument/2006/relationships/image" Target="../media/image845.png"/><Relationship Id="rId218" Type="http://schemas.openxmlformats.org/officeDocument/2006/relationships/image" Target="../media/image873.png"/><Relationship Id="rId425" Type="http://schemas.openxmlformats.org/officeDocument/2006/relationships/customXml" Target="../ink/ink992.xml"/><Relationship Id="rId271" Type="http://schemas.openxmlformats.org/officeDocument/2006/relationships/customXml" Target="../ink/ink915.xml"/><Relationship Id="rId24" Type="http://schemas.openxmlformats.org/officeDocument/2006/relationships/image" Target="../media/image776.png"/><Relationship Id="rId66" Type="http://schemas.openxmlformats.org/officeDocument/2006/relationships/image" Target="../media/image797.png"/><Relationship Id="rId131" Type="http://schemas.openxmlformats.org/officeDocument/2006/relationships/customXml" Target="../ink/ink845.xml"/><Relationship Id="rId327" Type="http://schemas.openxmlformats.org/officeDocument/2006/relationships/customXml" Target="../ink/ink943.xml"/><Relationship Id="rId369" Type="http://schemas.openxmlformats.org/officeDocument/2006/relationships/customXml" Target="../ink/ink964.xml"/><Relationship Id="rId173" Type="http://schemas.openxmlformats.org/officeDocument/2006/relationships/customXml" Target="../ink/ink866.xml"/><Relationship Id="rId229" Type="http://schemas.openxmlformats.org/officeDocument/2006/relationships/customXml" Target="../ink/ink894.xml"/><Relationship Id="rId380" Type="http://schemas.openxmlformats.org/officeDocument/2006/relationships/image" Target="../media/image954.png"/><Relationship Id="rId240" Type="http://schemas.openxmlformats.org/officeDocument/2006/relationships/image" Target="../media/image884.png"/><Relationship Id="rId35" Type="http://schemas.openxmlformats.org/officeDocument/2006/relationships/customXml" Target="../ink/ink797.xml"/><Relationship Id="rId77" Type="http://schemas.openxmlformats.org/officeDocument/2006/relationships/customXml" Target="../ink/ink818.xml"/><Relationship Id="rId100" Type="http://schemas.openxmlformats.org/officeDocument/2006/relationships/image" Target="../media/image814.png"/><Relationship Id="rId282" Type="http://schemas.openxmlformats.org/officeDocument/2006/relationships/image" Target="../media/image905.png"/><Relationship Id="rId338" Type="http://schemas.openxmlformats.org/officeDocument/2006/relationships/image" Target="../media/image933.png"/><Relationship Id="rId8" Type="http://schemas.openxmlformats.org/officeDocument/2006/relationships/image" Target="../media/image768.png"/><Relationship Id="rId142" Type="http://schemas.openxmlformats.org/officeDocument/2006/relationships/image" Target="../media/image835.png"/><Relationship Id="rId184" Type="http://schemas.openxmlformats.org/officeDocument/2006/relationships/image" Target="../media/image856.png"/><Relationship Id="rId391" Type="http://schemas.openxmlformats.org/officeDocument/2006/relationships/customXml" Target="../ink/ink975.xml"/><Relationship Id="rId405" Type="http://schemas.openxmlformats.org/officeDocument/2006/relationships/customXml" Target="../ink/ink982.xml"/><Relationship Id="rId251" Type="http://schemas.openxmlformats.org/officeDocument/2006/relationships/customXml" Target="../ink/ink905.xml"/><Relationship Id="rId46" Type="http://schemas.openxmlformats.org/officeDocument/2006/relationships/image" Target="../media/image787.png"/><Relationship Id="rId293" Type="http://schemas.openxmlformats.org/officeDocument/2006/relationships/customXml" Target="../ink/ink926.xml"/><Relationship Id="rId307" Type="http://schemas.openxmlformats.org/officeDocument/2006/relationships/customXml" Target="../ink/ink933.xml"/><Relationship Id="rId349" Type="http://schemas.openxmlformats.org/officeDocument/2006/relationships/customXml" Target="../ink/ink954.xml"/><Relationship Id="rId88" Type="http://schemas.openxmlformats.org/officeDocument/2006/relationships/image" Target="../media/image808.png"/><Relationship Id="rId111" Type="http://schemas.openxmlformats.org/officeDocument/2006/relationships/customXml" Target="../ink/ink835.xml"/><Relationship Id="rId153" Type="http://schemas.openxmlformats.org/officeDocument/2006/relationships/customXml" Target="../ink/ink856.xml"/><Relationship Id="rId195" Type="http://schemas.openxmlformats.org/officeDocument/2006/relationships/customXml" Target="../ink/ink877.xml"/><Relationship Id="rId209" Type="http://schemas.openxmlformats.org/officeDocument/2006/relationships/customXml" Target="../ink/ink884.xml"/><Relationship Id="rId360" Type="http://schemas.openxmlformats.org/officeDocument/2006/relationships/image" Target="../media/image944.png"/><Relationship Id="rId416" Type="http://schemas.openxmlformats.org/officeDocument/2006/relationships/image" Target="../media/image972.png"/><Relationship Id="rId220" Type="http://schemas.openxmlformats.org/officeDocument/2006/relationships/image" Target="../media/image874.png"/><Relationship Id="rId15" Type="http://schemas.openxmlformats.org/officeDocument/2006/relationships/customXml" Target="../ink/ink787.xml"/><Relationship Id="rId57" Type="http://schemas.openxmlformats.org/officeDocument/2006/relationships/customXml" Target="../ink/ink808.xml"/><Relationship Id="rId262" Type="http://schemas.openxmlformats.org/officeDocument/2006/relationships/image" Target="../media/image895.png"/><Relationship Id="rId318" Type="http://schemas.openxmlformats.org/officeDocument/2006/relationships/image" Target="../media/image923.png"/><Relationship Id="rId99" Type="http://schemas.openxmlformats.org/officeDocument/2006/relationships/customXml" Target="../ink/ink829.xml"/><Relationship Id="rId122" Type="http://schemas.openxmlformats.org/officeDocument/2006/relationships/image" Target="../media/image825.png"/><Relationship Id="rId164" Type="http://schemas.openxmlformats.org/officeDocument/2006/relationships/image" Target="../media/image846.png"/><Relationship Id="rId371" Type="http://schemas.openxmlformats.org/officeDocument/2006/relationships/customXml" Target="../ink/ink965.xml"/><Relationship Id="rId427" Type="http://schemas.openxmlformats.org/officeDocument/2006/relationships/customXml" Target="../ink/ink993.xml"/><Relationship Id="rId26" Type="http://schemas.openxmlformats.org/officeDocument/2006/relationships/image" Target="../media/image777.png"/><Relationship Id="rId231" Type="http://schemas.openxmlformats.org/officeDocument/2006/relationships/customXml" Target="../ink/ink895.xml"/><Relationship Id="rId273" Type="http://schemas.openxmlformats.org/officeDocument/2006/relationships/customXml" Target="../ink/ink916.xml"/><Relationship Id="rId329" Type="http://schemas.openxmlformats.org/officeDocument/2006/relationships/customXml" Target="../ink/ink944.xml"/><Relationship Id="rId68" Type="http://schemas.openxmlformats.org/officeDocument/2006/relationships/image" Target="../media/image798.png"/><Relationship Id="rId133" Type="http://schemas.openxmlformats.org/officeDocument/2006/relationships/customXml" Target="../ink/ink846.xml"/><Relationship Id="rId175" Type="http://schemas.openxmlformats.org/officeDocument/2006/relationships/customXml" Target="../ink/ink867.xml"/><Relationship Id="rId340" Type="http://schemas.openxmlformats.org/officeDocument/2006/relationships/image" Target="../media/image934.png"/><Relationship Id="rId200" Type="http://schemas.openxmlformats.org/officeDocument/2006/relationships/image" Target="../media/image864.png"/><Relationship Id="rId382" Type="http://schemas.openxmlformats.org/officeDocument/2006/relationships/image" Target="../media/image955.png"/><Relationship Id="rId242" Type="http://schemas.openxmlformats.org/officeDocument/2006/relationships/image" Target="../media/image885.png"/><Relationship Id="rId284" Type="http://schemas.openxmlformats.org/officeDocument/2006/relationships/image" Target="../media/image906.png"/><Relationship Id="rId37" Type="http://schemas.openxmlformats.org/officeDocument/2006/relationships/customXml" Target="../ink/ink798.xml"/><Relationship Id="rId79" Type="http://schemas.openxmlformats.org/officeDocument/2006/relationships/customXml" Target="../ink/ink819.xml"/><Relationship Id="rId102" Type="http://schemas.openxmlformats.org/officeDocument/2006/relationships/image" Target="../media/image815.png"/><Relationship Id="rId144" Type="http://schemas.openxmlformats.org/officeDocument/2006/relationships/image" Target="../media/image836.png"/><Relationship Id="rId90" Type="http://schemas.openxmlformats.org/officeDocument/2006/relationships/image" Target="../media/image809.png"/><Relationship Id="rId186" Type="http://schemas.openxmlformats.org/officeDocument/2006/relationships/image" Target="../media/image857.png"/><Relationship Id="rId351" Type="http://schemas.openxmlformats.org/officeDocument/2006/relationships/customXml" Target="../ink/ink955.xml"/><Relationship Id="rId393" Type="http://schemas.openxmlformats.org/officeDocument/2006/relationships/customXml" Target="../ink/ink976.xml"/><Relationship Id="rId407" Type="http://schemas.openxmlformats.org/officeDocument/2006/relationships/customXml" Target="../ink/ink983.xml"/><Relationship Id="rId211" Type="http://schemas.openxmlformats.org/officeDocument/2006/relationships/customXml" Target="../ink/ink885.xml"/><Relationship Id="rId253" Type="http://schemas.openxmlformats.org/officeDocument/2006/relationships/customXml" Target="../ink/ink906.xml"/><Relationship Id="rId295" Type="http://schemas.openxmlformats.org/officeDocument/2006/relationships/customXml" Target="../ink/ink927.xml"/><Relationship Id="rId309" Type="http://schemas.openxmlformats.org/officeDocument/2006/relationships/customXml" Target="../ink/ink934.xml"/><Relationship Id="rId48" Type="http://schemas.openxmlformats.org/officeDocument/2006/relationships/image" Target="../media/image788.png"/><Relationship Id="rId113" Type="http://schemas.openxmlformats.org/officeDocument/2006/relationships/customXml" Target="../ink/ink836.xml"/><Relationship Id="rId320" Type="http://schemas.openxmlformats.org/officeDocument/2006/relationships/image" Target="../media/image924.png"/><Relationship Id="rId155" Type="http://schemas.openxmlformats.org/officeDocument/2006/relationships/customXml" Target="../ink/ink857.xml"/><Relationship Id="rId197" Type="http://schemas.openxmlformats.org/officeDocument/2006/relationships/customXml" Target="../ink/ink878.xml"/><Relationship Id="rId362" Type="http://schemas.openxmlformats.org/officeDocument/2006/relationships/image" Target="../media/image945.png"/><Relationship Id="rId418" Type="http://schemas.openxmlformats.org/officeDocument/2006/relationships/image" Target="../media/image973.png"/><Relationship Id="rId222" Type="http://schemas.openxmlformats.org/officeDocument/2006/relationships/image" Target="../media/image875.png"/><Relationship Id="rId264" Type="http://schemas.openxmlformats.org/officeDocument/2006/relationships/image" Target="../media/image896.png"/><Relationship Id="rId17" Type="http://schemas.openxmlformats.org/officeDocument/2006/relationships/customXml" Target="../ink/ink788.xml"/><Relationship Id="rId59" Type="http://schemas.openxmlformats.org/officeDocument/2006/relationships/customXml" Target="../ink/ink809.xml"/><Relationship Id="rId124" Type="http://schemas.openxmlformats.org/officeDocument/2006/relationships/image" Target="../media/image826.png"/><Relationship Id="rId70" Type="http://schemas.openxmlformats.org/officeDocument/2006/relationships/image" Target="../media/image799.png"/><Relationship Id="rId166" Type="http://schemas.openxmlformats.org/officeDocument/2006/relationships/image" Target="../media/image847.png"/><Relationship Id="rId331" Type="http://schemas.openxmlformats.org/officeDocument/2006/relationships/customXml" Target="../ink/ink945.xml"/><Relationship Id="rId373" Type="http://schemas.openxmlformats.org/officeDocument/2006/relationships/customXml" Target="../ink/ink966.xml"/><Relationship Id="rId429" Type="http://schemas.openxmlformats.org/officeDocument/2006/relationships/image" Target="../media/image978.png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896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94.png"/><Relationship Id="rId21" Type="http://schemas.openxmlformats.org/officeDocument/2006/relationships/customXml" Target="../ink/ink1007.xml"/><Relationship Id="rId42" Type="http://schemas.openxmlformats.org/officeDocument/2006/relationships/image" Target="../media/image1002.png"/><Relationship Id="rId47" Type="http://schemas.openxmlformats.org/officeDocument/2006/relationships/customXml" Target="../ink/ink1020.xml"/><Relationship Id="rId63" Type="http://schemas.openxmlformats.org/officeDocument/2006/relationships/customXml" Target="../ink/ink1028.xml"/><Relationship Id="rId68" Type="http://schemas.openxmlformats.org/officeDocument/2006/relationships/image" Target="../media/image1015.png"/><Relationship Id="rId16" Type="http://schemas.openxmlformats.org/officeDocument/2006/relationships/image" Target="../media/image989.png"/><Relationship Id="rId11" Type="http://schemas.openxmlformats.org/officeDocument/2006/relationships/customXml" Target="../ink/ink1002.xml"/><Relationship Id="rId24" Type="http://schemas.openxmlformats.org/officeDocument/2006/relationships/image" Target="../media/image993.png"/><Relationship Id="rId32" Type="http://schemas.openxmlformats.org/officeDocument/2006/relationships/image" Target="../media/image997.png"/><Relationship Id="rId37" Type="http://schemas.openxmlformats.org/officeDocument/2006/relationships/customXml" Target="../ink/ink1015.xml"/><Relationship Id="rId40" Type="http://schemas.openxmlformats.org/officeDocument/2006/relationships/image" Target="../media/image1001.png"/><Relationship Id="rId45" Type="http://schemas.openxmlformats.org/officeDocument/2006/relationships/customXml" Target="../ink/ink1019.xml"/><Relationship Id="rId53" Type="http://schemas.openxmlformats.org/officeDocument/2006/relationships/customXml" Target="../ink/ink1023.xml"/><Relationship Id="rId58" Type="http://schemas.openxmlformats.org/officeDocument/2006/relationships/image" Target="../media/image1010.png"/><Relationship Id="rId66" Type="http://schemas.openxmlformats.org/officeDocument/2006/relationships/image" Target="../media/image1014.png"/><Relationship Id="rId74" Type="http://schemas.openxmlformats.org/officeDocument/2006/relationships/image" Target="../media/image1018.png"/><Relationship Id="rId5" Type="http://schemas.openxmlformats.org/officeDocument/2006/relationships/customXml" Target="../ink/ink999.xml"/><Relationship Id="rId61" Type="http://schemas.openxmlformats.org/officeDocument/2006/relationships/customXml" Target="../ink/ink1027.xml"/><Relationship Id="rId19" Type="http://schemas.openxmlformats.org/officeDocument/2006/relationships/customXml" Target="../ink/ink1006.xml"/><Relationship Id="rId14" Type="http://schemas.openxmlformats.org/officeDocument/2006/relationships/image" Target="../media/image988.png"/><Relationship Id="rId22" Type="http://schemas.openxmlformats.org/officeDocument/2006/relationships/image" Target="../media/image992.png"/><Relationship Id="rId27" Type="http://schemas.openxmlformats.org/officeDocument/2006/relationships/customXml" Target="../ink/ink1010.xml"/><Relationship Id="rId30" Type="http://schemas.openxmlformats.org/officeDocument/2006/relationships/image" Target="../media/image996.png"/><Relationship Id="rId35" Type="http://schemas.openxmlformats.org/officeDocument/2006/relationships/customXml" Target="../ink/ink1014.xml"/><Relationship Id="rId43" Type="http://schemas.openxmlformats.org/officeDocument/2006/relationships/customXml" Target="../ink/ink1018.xml"/><Relationship Id="rId48" Type="http://schemas.openxmlformats.org/officeDocument/2006/relationships/image" Target="../media/image1005.png"/><Relationship Id="rId56" Type="http://schemas.openxmlformats.org/officeDocument/2006/relationships/image" Target="../media/image1009.png"/><Relationship Id="rId64" Type="http://schemas.openxmlformats.org/officeDocument/2006/relationships/image" Target="../media/image1013.png"/><Relationship Id="rId69" Type="http://schemas.openxmlformats.org/officeDocument/2006/relationships/customXml" Target="../ink/ink1031.xml"/><Relationship Id="rId77" Type="http://schemas.openxmlformats.org/officeDocument/2006/relationships/image" Target="../media/image1019.png"/><Relationship Id="rId8" Type="http://schemas.openxmlformats.org/officeDocument/2006/relationships/image" Target="../media/image985.png"/><Relationship Id="rId51" Type="http://schemas.openxmlformats.org/officeDocument/2006/relationships/customXml" Target="../ink/ink1022.xml"/><Relationship Id="rId72" Type="http://schemas.openxmlformats.org/officeDocument/2006/relationships/image" Target="../media/image1017.png"/><Relationship Id="rId3" Type="http://schemas.openxmlformats.org/officeDocument/2006/relationships/customXml" Target="../ink/ink998.xml"/><Relationship Id="rId12" Type="http://schemas.openxmlformats.org/officeDocument/2006/relationships/image" Target="../media/image987.png"/><Relationship Id="rId17" Type="http://schemas.openxmlformats.org/officeDocument/2006/relationships/customXml" Target="../ink/ink1005.xml"/><Relationship Id="rId25" Type="http://schemas.openxmlformats.org/officeDocument/2006/relationships/customXml" Target="../ink/ink1009.xml"/><Relationship Id="rId33" Type="http://schemas.openxmlformats.org/officeDocument/2006/relationships/customXml" Target="../ink/ink1013.xml"/><Relationship Id="rId38" Type="http://schemas.openxmlformats.org/officeDocument/2006/relationships/image" Target="../media/image1000.png"/><Relationship Id="rId46" Type="http://schemas.openxmlformats.org/officeDocument/2006/relationships/image" Target="../media/image1004.png"/><Relationship Id="rId59" Type="http://schemas.openxmlformats.org/officeDocument/2006/relationships/customXml" Target="../ink/ink1026.xml"/><Relationship Id="rId67" Type="http://schemas.openxmlformats.org/officeDocument/2006/relationships/customXml" Target="../ink/ink1030.xml"/><Relationship Id="rId20" Type="http://schemas.openxmlformats.org/officeDocument/2006/relationships/image" Target="../media/image991.png"/><Relationship Id="rId41" Type="http://schemas.openxmlformats.org/officeDocument/2006/relationships/customXml" Target="../ink/ink1017.xml"/><Relationship Id="rId54" Type="http://schemas.openxmlformats.org/officeDocument/2006/relationships/image" Target="../media/image1008.png"/><Relationship Id="rId62" Type="http://schemas.openxmlformats.org/officeDocument/2006/relationships/image" Target="../media/image1012.png"/><Relationship Id="rId70" Type="http://schemas.openxmlformats.org/officeDocument/2006/relationships/image" Target="../media/image1016.png"/><Relationship Id="rId75" Type="http://schemas.openxmlformats.org/officeDocument/2006/relationships/customXml" Target="../ink/ink10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4.png"/><Relationship Id="rId15" Type="http://schemas.openxmlformats.org/officeDocument/2006/relationships/customXml" Target="../ink/ink1004.xml"/><Relationship Id="rId23" Type="http://schemas.openxmlformats.org/officeDocument/2006/relationships/customXml" Target="../ink/ink1008.xml"/><Relationship Id="rId28" Type="http://schemas.openxmlformats.org/officeDocument/2006/relationships/image" Target="../media/image995.png"/><Relationship Id="rId36" Type="http://schemas.openxmlformats.org/officeDocument/2006/relationships/image" Target="../media/image999.png"/><Relationship Id="rId49" Type="http://schemas.openxmlformats.org/officeDocument/2006/relationships/customXml" Target="../ink/ink1021.xml"/><Relationship Id="rId57" Type="http://schemas.openxmlformats.org/officeDocument/2006/relationships/customXml" Target="../ink/ink1025.xml"/><Relationship Id="rId10" Type="http://schemas.openxmlformats.org/officeDocument/2006/relationships/image" Target="../media/image986.png"/><Relationship Id="rId31" Type="http://schemas.openxmlformats.org/officeDocument/2006/relationships/customXml" Target="../ink/ink1012.xml"/><Relationship Id="rId44" Type="http://schemas.openxmlformats.org/officeDocument/2006/relationships/image" Target="../media/image1003.png"/><Relationship Id="rId52" Type="http://schemas.openxmlformats.org/officeDocument/2006/relationships/image" Target="../media/image1007.png"/><Relationship Id="rId60" Type="http://schemas.openxmlformats.org/officeDocument/2006/relationships/image" Target="../media/image1011.png"/><Relationship Id="rId65" Type="http://schemas.openxmlformats.org/officeDocument/2006/relationships/customXml" Target="../ink/ink1029.xml"/><Relationship Id="rId73" Type="http://schemas.openxmlformats.org/officeDocument/2006/relationships/customXml" Target="../ink/ink1033.xml"/><Relationship Id="rId4" Type="http://schemas.openxmlformats.org/officeDocument/2006/relationships/image" Target="../media/image983.png"/><Relationship Id="rId9" Type="http://schemas.openxmlformats.org/officeDocument/2006/relationships/customXml" Target="../ink/ink1001.xml"/><Relationship Id="rId13" Type="http://schemas.openxmlformats.org/officeDocument/2006/relationships/customXml" Target="../ink/ink1003.xml"/><Relationship Id="rId18" Type="http://schemas.openxmlformats.org/officeDocument/2006/relationships/image" Target="../media/image990.png"/><Relationship Id="rId39" Type="http://schemas.openxmlformats.org/officeDocument/2006/relationships/customXml" Target="../ink/ink1016.xml"/><Relationship Id="rId34" Type="http://schemas.openxmlformats.org/officeDocument/2006/relationships/image" Target="../media/image998.png"/><Relationship Id="rId50" Type="http://schemas.openxmlformats.org/officeDocument/2006/relationships/image" Target="../media/image1006.png"/><Relationship Id="rId55" Type="http://schemas.openxmlformats.org/officeDocument/2006/relationships/customXml" Target="../ink/ink1024.xml"/><Relationship Id="rId76" Type="http://schemas.openxmlformats.org/officeDocument/2006/relationships/customXml" Target="../ink/ink1035.xml"/><Relationship Id="rId7" Type="http://schemas.openxmlformats.org/officeDocument/2006/relationships/customXml" Target="../ink/ink1000.xml"/><Relationship Id="rId71" Type="http://schemas.openxmlformats.org/officeDocument/2006/relationships/customXml" Target="../ink/ink1032.xml"/><Relationship Id="rId2" Type="http://schemas.openxmlformats.org/officeDocument/2006/relationships/image" Target="../media/image982.png"/><Relationship Id="rId29" Type="http://schemas.openxmlformats.org/officeDocument/2006/relationships/customXml" Target="../ink/ink10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מלבן 5">
            <a:extLst>
              <a:ext uri="{FF2B5EF4-FFF2-40B4-BE49-F238E27FC236}">
                <a16:creationId xmlns:a16="http://schemas.microsoft.com/office/drawing/2014/main" id="{680EAEF9-3DE2-CF8A-6D9B-E85050FBFB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15E06D0-D849-0668-FCF6-8632FD72C855}"/>
              </a:ext>
            </a:extLst>
          </p:cNvPr>
          <p:cNvSpPr/>
          <p:nvPr/>
        </p:nvSpPr>
        <p:spPr>
          <a:xfrm>
            <a:off x="374072" y="235529"/>
            <a:ext cx="11499272" cy="6359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A3746AE-2D9C-A861-BA64-3CEE1BA00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66655"/>
          </a:xfrm>
        </p:spPr>
        <p:txBody>
          <a:bodyPr>
            <a:normAutofit/>
          </a:bodyPr>
          <a:lstStyle/>
          <a:p>
            <a:r>
              <a:rPr lang="he-IL" sz="4400" dirty="0"/>
              <a:t>מבוא לפיזיקה, מעגלים </a:t>
            </a:r>
            <a:r>
              <a:rPr lang="he-IL" sz="4400" dirty="0" err="1"/>
              <a:t>ומל"מ</a:t>
            </a:r>
            <a:r>
              <a:rPr lang="he-IL" sz="4400" dirty="0"/>
              <a:t> – שיעור 2</a:t>
            </a:r>
            <a:endParaRPr lang="en-IL" sz="44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45A1095-51E2-59F3-C0AB-B5991E04E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964873" y="6030119"/>
            <a:ext cx="9144000" cy="1655762"/>
          </a:xfrm>
        </p:spPr>
        <p:txBody>
          <a:bodyPr/>
          <a:lstStyle/>
          <a:p>
            <a:r>
              <a:rPr lang="he-IL" dirty="0">
                <a:cs typeface="+mj-cs"/>
              </a:rPr>
              <a:t>דבורה </a:t>
            </a:r>
            <a:r>
              <a:rPr lang="he-IL" dirty="0" err="1">
                <a:cs typeface="+mj-cs"/>
              </a:rPr>
              <a:t>פריליך</a:t>
            </a:r>
            <a:endParaRPr lang="en-IL" dirty="0">
              <a:cs typeface="+mj-cs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6F4136B-09C3-BFA9-3EAE-CBA3E248E23D}"/>
              </a:ext>
            </a:extLst>
          </p:cNvPr>
          <p:cNvSpPr txBox="1"/>
          <p:nvPr/>
        </p:nvSpPr>
        <p:spPr>
          <a:xfrm>
            <a:off x="4031673" y="2351782"/>
            <a:ext cx="5375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cs typeface="+mj-cs"/>
              </a:rPr>
              <a:t>אלקטרוסטטיקה – חלק א'</a:t>
            </a:r>
          </a:p>
        </p:txBody>
      </p:sp>
    </p:spTree>
    <p:extLst>
      <p:ext uri="{BB962C8B-B14F-4D97-AF65-F5344CB8AC3E}">
        <p14:creationId xmlns:p14="http://schemas.microsoft.com/office/powerpoint/2010/main" val="3682414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455BFFAD-ADC9-F7FA-4A4E-8E02CD78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004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he-IL" dirty="0"/>
              <a:t>אלקטרוסטטיקה - חלק א'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923880"/>
            <a:ext cx="12192000" cy="84693"/>
          </a:xfrm>
          <a:prstGeom prst="rect">
            <a:avLst/>
          </a:prstGeom>
          <a:solidFill>
            <a:srgbClr val="FEF202"/>
          </a:solidFill>
          <a:ln>
            <a:solidFill>
              <a:srgbClr val="FEF20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DDD1A278-E362-68CE-B54F-EF5DC7541435}"/>
              </a:ext>
            </a:extLst>
          </p:cNvPr>
          <p:cNvSpPr/>
          <p:nvPr/>
        </p:nvSpPr>
        <p:spPr>
          <a:xfrm>
            <a:off x="0" y="1805344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21F0C399-6D0D-0079-E803-23516F90AA27}"/>
              </a:ext>
            </a:extLst>
          </p:cNvPr>
          <p:cNvSpPr txBox="1">
            <a:spLocks/>
          </p:cNvSpPr>
          <p:nvPr/>
        </p:nvSpPr>
        <p:spPr>
          <a:xfrm>
            <a:off x="838200" y="21357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מטען</a:t>
            </a:r>
          </a:p>
          <a:p>
            <a:r>
              <a:rPr lang="he-IL" dirty="0"/>
              <a:t>הכוח החשמלי – חוק קולון</a:t>
            </a:r>
          </a:p>
          <a:p>
            <a:r>
              <a:rPr lang="he-IL" dirty="0"/>
              <a:t>שדה חשמלי וקווי שדה</a:t>
            </a:r>
          </a:p>
          <a:p>
            <a:r>
              <a:rPr lang="he-IL" dirty="0"/>
              <a:t>אנרגיה פוטנציאלית, פוטנציאל ומתח חשמלי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15867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9D3536-7953-3165-FC38-8F49A447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614"/>
            <a:ext cx="10515600" cy="832747"/>
          </a:xfrm>
        </p:spPr>
        <p:txBody>
          <a:bodyPr/>
          <a:lstStyle/>
          <a:p>
            <a:r>
              <a:rPr lang="he-IL" dirty="0"/>
              <a:t>מטען חשמלי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40AA973-EA48-030E-85D5-D90BE8312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343"/>
            <a:ext cx="10515600" cy="3947147"/>
          </a:xfrm>
        </p:spPr>
        <p:txBody>
          <a:bodyPr>
            <a:normAutofit/>
          </a:bodyPr>
          <a:lstStyle/>
          <a:p>
            <a:r>
              <a:rPr lang="he-IL" dirty="0"/>
              <a:t>כל חומר בנוי מאטומים.</a:t>
            </a:r>
          </a:p>
          <a:p>
            <a:r>
              <a:rPr lang="he-IL" dirty="0"/>
              <a:t>במרכז האטום יש גרעין שבתוכו נויטרונים ופרוטונים נייחים, ומסביב נעים בקליפה אלקטרונים.</a:t>
            </a:r>
          </a:p>
          <a:p>
            <a:r>
              <a:rPr lang="he-IL" dirty="0"/>
              <a:t>לפרוטונים תכונה – בעלי מטען חשמלי חיובי</a:t>
            </a:r>
          </a:p>
          <a:p>
            <a:r>
              <a:rPr lang="he-IL" dirty="0"/>
              <a:t>לאלקטרונים תכונה – בעלי מטען חשמלי שלילי</a:t>
            </a:r>
          </a:p>
          <a:p>
            <a:r>
              <a:rPr lang="he-IL" dirty="0"/>
              <a:t>אלקטרון חופשי – אלקטרון שיכול לעבור מאטום.</a:t>
            </a:r>
          </a:p>
          <a:p>
            <a:pPr marL="0" indent="0">
              <a:buNone/>
            </a:pPr>
            <a:endParaRPr lang="he-IL" dirty="0"/>
          </a:p>
          <a:p>
            <a:endParaRPr lang="en-IL" dirty="0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AAD728BC-40CD-C23F-0518-563D77E0DE75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3BCE74C1-9C9D-7910-95A5-AA70CD5C5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62" y="2796209"/>
            <a:ext cx="3670236" cy="20347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A3B6BE-43F0-4B42-7A95-2294C73D29F8}"/>
                  </a:ext>
                </a:extLst>
              </p14:cNvPr>
              <p14:cNvContentPartPr/>
              <p14:nvPr/>
            </p14:nvContentPartPr>
            <p14:xfrm>
              <a:off x="2239600" y="3628040"/>
              <a:ext cx="526320" cy="428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A3B6BE-43F0-4B42-7A95-2294C73D29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3480" y="3621920"/>
                <a:ext cx="538560" cy="44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7C6142C-97EB-2B7B-C51C-D595D16EACEE}"/>
              </a:ext>
            </a:extLst>
          </p:cNvPr>
          <p:cNvGrpSpPr/>
          <p:nvPr/>
        </p:nvGrpSpPr>
        <p:grpSpPr>
          <a:xfrm>
            <a:off x="4366840" y="2595920"/>
            <a:ext cx="2391120" cy="94680"/>
            <a:chOff x="4366840" y="2595920"/>
            <a:chExt cx="2391120" cy="9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62C4CA5-8A28-4E90-A4C0-1E1D4388783D}"/>
                    </a:ext>
                  </a:extLst>
                </p14:cNvPr>
                <p14:cNvContentPartPr/>
                <p14:nvPr/>
              </p14:nvContentPartPr>
              <p14:xfrm>
                <a:off x="5957320" y="2595920"/>
                <a:ext cx="800640" cy="25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62C4CA5-8A28-4E90-A4C0-1E1D4388783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51200" y="2589800"/>
                  <a:ext cx="8128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157F992-DD3D-6047-AB2E-4A54E05F3C6A}"/>
                    </a:ext>
                  </a:extLst>
                </p14:cNvPr>
                <p14:cNvContentPartPr/>
                <p14:nvPr/>
              </p14:nvContentPartPr>
              <p14:xfrm>
                <a:off x="4366840" y="2602760"/>
                <a:ext cx="1004760" cy="87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157F992-DD3D-6047-AB2E-4A54E05F3C6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60720" y="2596640"/>
                  <a:ext cx="1017000" cy="10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407E811-8A6F-73B9-4A47-5ECAD0703ACE}"/>
                  </a:ext>
                </a:extLst>
              </p14:cNvPr>
              <p14:cNvContentPartPr/>
              <p14:nvPr/>
            </p14:nvContentPartPr>
            <p14:xfrm>
              <a:off x="8535640" y="2967080"/>
              <a:ext cx="1237680" cy="42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407E811-8A6F-73B9-4A47-5ECAD0703A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29520" y="2960960"/>
                <a:ext cx="1249920" cy="5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28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F9D3536-7953-3165-FC38-8F49A4473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614"/>
            <a:ext cx="10515600" cy="832747"/>
          </a:xfrm>
        </p:spPr>
        <p:txBody>
          <a:bodyPr/>
          <a:lstStyle/>
          <a:p>
            <a:r>
              <a:rPr lang="he-IL" dirty="0"/>
              <a:t>מטען חשמלי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40AA973-EA48-030E-85D5-D90BE8312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041"/>
            <a:ext cx="10515600" cy="4351338"/>
          </a:xfrm>
        </p:spPr>
        <p:txBody>
          <a:bodyPr>
            <a:normAutofit/>
          </a:bodyPr>
          <a:lstStyle/>
          <a:p>
            <a:r>
              <a:rPr lang="he-IL" sz="2400" b="1" dirty="0"/>
              <a:t>סימון: </a:t>
            </a:r>
            <a:r>
              <a:rPr lang="en-US" sz="2400" b="1" dirty="0"/>
              <a:t>Q</a:t>
            </a:r>
            <a:endParaRPr lang="he-IL" sz="2400" b="1" dirty="0"/>
          </a:p>
          <a:p>
            <a:r>
              <a:rPr lang="he-IL" sz="2400" b="1" dirty="0"/>
              <a:t>יחידות: קולון, </a:t>
            </a:r>
            <a:r>
              <a:rPr lang="en-US" sz="2400" b="1" dirty="0"/>
              <a:t>[C]</a:t>
            </a:r>
            <a:endParaRPr lang="he-IL" sz="2400" b="1" dirty="0"/>
          </a:p>
          <a:p>
            <a:r>
              <a:rPr lang="he-IL" sz="2400" dirty="0"/>
              <a:t>בקולון אחד יש ריכוז של                   אלקטרונים.</a:t>
            </a:r>
          </a:p>
          <a:p>
            <a:endParaRPr lang="he-IL" sz="2400" dirty="0"/>
          </a:p>
          <a:p>
            <a:r>
              <a:rPr lang="he-IL" sz="2400" dirty="0"/>
              <a:t>מטענים בעלי מטען שונה (-) מול (+) מושכים זה את זה. </a:t>
            </a:r>
          </a:p>
          <a:p>
            <a:r>
              <a:rPr lang="he-IL" sz="2400" dirty="0"/>
              <a:t>מטענים בעלי מטען זהה (+) מול (+), (-) מול (-) דוחים זה את זה.</a:t>
            </a:r>
          </a:p>
          <a:p>
            <a:endParaRPr lang="he-IL" sz="2400" dirty="0"/>
          </a:p>
          <a:p>
            <a:pPr marL="0" indent="0">
              <a:buNone/>
            </a:pPr>
            <a:endParaRPr lang="he-IL" sz="2400" dirty="0"/>
          </a:p>
          <a:p>
            <a:endParaRPr lang="he-IL" sz="2400" dirty="0"/>
          </a:p>
          <a:p>
            <a:endParaRPr lang="he-IL" sz="2400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FE762ED1-B19D-518A-B674-5CA91D07A007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5" name="תמונה 14">
            <a:extLst>
              <a:ext uri="{FF2B5EF4-FFF2-40B4-BE49-F238E27FC236}">
                <a16:creationId xmlns:a16="http://schemas.microsoft.com/office/drawing/2014/main" id="{A30D288E-4E0B-5511-9080-AF429F8CC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5" y="2281848"/>
            <a:ext cx="1380997" cy="34208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4E98A4A0-CB67-A798-9C32-57471159F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10" y="2623930"/>
            <a:ext cx="3137451" cy="25273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18DE33-0C0B-6CB3-AA20-442EBD32E815}"/>
                  </a:ext>
                </a:extLst>
              </p14:cNvPr>
              <p14:cNvContentPartPr/>
              <p14:nvPr/>
            </p14:nvContentPartPr>
            <p14:xfrm>
              <a:off x="6743200" y="2684480"/>
              <a:ext cx="267480" cy="258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18DE33-0C0B-6CB3-AA20-442EBD32E8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37080" y="2678360"/>
                <a:ext cx="27972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CF7C57-2ABA-B742-F703-5F5ADBA03D09}"/>
                  </a:ext>
                </a:extLst>
              </p14:cNvPr>
              <p14:cNvContentPartPr/>
              <p14:nvPr/>
            </p14:nvContentPartPr>
            <p14:xfrm>
              <a:off x="6895840" y="2806160"/>
              <a:ext cx="189360" cy="168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CF7C57-2ABA-B742-F703-5F5ADBA03D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89720" y="2800040"/>
                <a:ext cx="2016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FDB911B-42EC-FDFD-40CA-13AAD6AD240D}"/>
                  </a:ext>
                </a:extLst>
              </p14:cNvPr>
              <p14:cNvContentPartPr/>
              <p14:nvPr/>
            </p14:nvContentPartPr>
            <p14:xfrm>
              <a:off x="7295080" y="2864840"/>
              <a:ext cx="77760" cy="4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FDB911B-42EC-FDFD-40CA-13AAD6AD24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88960" y="2858720"/>
                <a:ext cx="900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2C36DE8-5AB6-7E9B-4435-63B1B3C072F7}"/>
                  </a:ext>
                </a:extLst>
              </p14:cNvPr>
              <p14:cNvContentPartPr/>
              <p14:nvPr/>
            </p14:nvContentPartPr>
            <p14:xfrm>
              <a:off x="7251520" y="2786720"/>
              <a:ext cx="151560" cy="11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2C36DE8-5AB6-7E9B-4435-63B1B3C072F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45400" y="2780600"/>
                <a:ext cx="1638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E486083-32E2-6F1F-AA7D-92164A94A133}"/>
                  </a:ext>
                </a:extLst>
              </p14:cNvPr>
              <p14:cNvContentPartPr/>
              <p14:nvPr/>
            </p14:nvContentPartPr>
            <p14:xfrm>
              <a:off x="7570840" y="2739200"/>
              <a:ext cx="168480" cy="218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E486083-32E2-6F1F-AA7D-92164A94A13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64720" y="2733080"/>
                <a:ext cx="180720" cy="23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124F51F-C490-B200-1036-AA5712AC230C}"/>
              </a:ext>
            </a:extLst>
          </p:cNvPr>
          <p:cNvGrpSpPr/>
          <p:nvPr/>
        </p:nvGrpSpPr>
        <p:grpSpPr>
          <a:xfrm>
            <a:off x="7893400" y="2752160"/>
            <a:ext cx="543240" cy="231120"/>
            <a:chOff x="7893400" y="2752160"/>
            <a:chExt cx="54324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8905C37-7557-8688-7128-80A1650B3A43}"/>
                    </a:ext>
                  </a:extLst>
                </p14:cNvPr>
                <p14:cNvContentPartPr/>
                <p14:nvPr/>
              </p14:nvContentPartPr>
              <p14:xfrm>
                <a:off x="7893400" y="2921720"/>
                <a:ext cx="26640" cy="29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8905C37-7557-8688-7128-80A1650B3A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87280" y="2915600"/>
                  <a:ext cx="38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0818162-101E-8955-C636-571EBFE1E339}"/>
                    </a:ext>
                  </a:extLst>
                </p14:cNvPr>
                <p14:cNvContentPartPr/>
                <p14:nvPr/>
              </p14:nvContentPartPr>
              <p14:xfrm>
                <a:off x="8041000" y="2764040"/>
                <a:ext cx="199440" cy="186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0818162-101E-8955-C636-571EBFE1E33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34880" y="2757920"/>
                  <a:ext cx="211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E1753E-C470-D145-86C9-8AEEF38FFBF6}"/>
                    </a:ext>
                  </a:extLst>
                </p14:cNvPr>
                <p14:cNvContentPartPr/>
                <p14:nvPr/>
              </p14:nvContentPartPr>
              <p14:xfrm>
                <a:off x="8291200" y="2752160"/>
                <a:ext cx="145440" cy="23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E1753E-C470-D145-86C9-8AEEF38FFBF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85080" y="2746040"/>
                  <a:ext cx="157680" cy="24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D0FC14A-D098-99AD-FB7F-E6909EFDEA48}"/>
                  </a:ext>
                </a:extLst>
              </p14:cNvPr>
              <p14:cNvContentPartPr/>
              <p14:nvPr/>
            </p14:nvContentPartPr>
            <p14:xfrm>
              <a:off x="8747320" y="290228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D0FC14A-D098-99AD-FB7F-E6909EFDEA4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41200" y="289616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6E843332-CC7E-028E-82EB-BA28F46A0838}"/>
              </a:ext>
            </a:extLst>
          </p:cNvPr>
          <p:cNvGrpSpPr/>
          <p:nvPr/>
        </p:nvGrpSpPr>
        <p:grpSpPr>
          <a:xfrm>
            <a:off x="8918680" y="2640200"/>
            <a:ext cx="642600" cy="314640"/>
            <a:chOff x="8918680" y="2640200"/>
            <a:chExt cx="64260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1CA24A-E664-251A-B516-11CE932A9A42}"/>
                    </a:ext>
                  </a:extLst>
                </p14:cNvPr>
                <p14:cNvContentPartPr/>
                <p14:nvPr/>
              </p14:nvContentPartPr>
              <p14:xfrm>
                <a:off x="8918680" y="2782760"/>
                <a:ext cx="74880" cy="171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1CA24A-E664-251A-B516-11CE932A9A4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12560" y="2776640"/>
                  <a:ext cx="871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903AB16-1E78-954C-8E8A-BD2231540F6B}"/>
                    </a:ext>
                  </a:extLst>
                </p14:cNvPr>
                <p14:cNvContentPartPr/>
                <p14:nvPr/>
              </p14:nvContentPartPr>
              <p14:xfrm>
                <a:off x="9057640" y="2835680"/>
                <a:ext cx="108720" cy="119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903AB16-1E78-954C-8E8A-BD2231540F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51520" y="2829560"/>
                  <a:ext cx="1209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DF0F819-53E7-38FF-D109-B941DDB5AA0E}"/>
                    </a:ext>
                  </a:extLst>
                </p14:cNvPr>
                <p14:cNvContentPartPr/>
                <p14:nvPr/>
              </p14:nvContentPartPr>
              <p14:xfrm>
                <a:off x="9259600" y="2658920"/>
                <a:ext cx="62640" cy="130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DF0F819-53E7-38FF-D109-B941DDB5AA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53480" y="2652800"/>
                  <a:ext cx="74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1BDC380-42E9-8BAB-4DF5-516B5D38004A}"/>
                    </a:ext>
                  </a:extLst>
                </p14:cNvPr>
                <p14:cNvContentPartPr/>
                <p14:nvPr/>
              </p14:nvContentPartPr>
              <p14:xfrm>
                <a:off x="9451120" y="2640200"/>
                <a:ext cx="110160" cy="162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1BDC380-42E9-8BAB-4DF5-516B5D3800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445000" y="2634080"/>
                  <a:ext cx="12240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5A9B1ED-1A2E-2096-AC88-FE3E540DA194}"/>
                  </a:ext>
                </a:extLst>
              </p14:cNvPr>
              <p14:cNvContentPartPr/>
              <p14:nvPr/>
            </p14:nvContentPartPr>
            <p14:xfrm>
              <a:off x="9937840" y="2734880"/>
              <a:ext cx="205560" cy="64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5A9B1ED-1A2E-2096-AC88-FE3E540DA19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931720" y="2728760"/>
                <a:ext cx="2178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86A3865-FC85-E81E-162C-C0C43A39777A}"/>
                  </a:ext>
                </a:extLst>
              </p14:cNvPr>
              <p14:cNvContentPartPr/>
              <p14:nvPr/>
            </p14:nvContentPartPr>
            <p14:xfrm>
              <a:off x="11133400" y="2900120"/>
              <a:ext cx="461160" cy="226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86A3865-FC85-E81E-162C-C0C43A39777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127280" y="2894000"/>
                <a:ext cx="47340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F6EC727-47DA-B79B-D1D2-CE0610B7D43C}"/>
                  </a:ext>
                </a:extLst>
              </p14:cNvPr>
              <p14:cNvContentPartPr/>
              <p14:nvPr/>
            </p14:nvContentPartPr>
            <p14:xfrm>
              <a:off x="9856480" y="2738480"/>
              <a:ext cx="405000" cy="191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F6EC727-47DA-B79B-D1D2-CE0610B7D43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850360" y="2732360"/>
                <a:ext cx="4172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E9F548A-60B1-B86E-3B16-64402FBA83BE}"/>
                  </a:ext>
                </a:extLst>
              </p14:cNvPr>
              <p14:cNvContentPartPr/>
              <p14:nvPr/>
            </p14:nvContentPartPr>
            <p14:xfrm>
              <a:off x="717520" y="5185760"/>
              <a:ext cx="397440" cy="91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E9F548A-60B1-B86E-3B16-64402FBA83B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1400" y="5179640"/>
                <a:ext cx="40968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968284D-BEB7-1152-95FB-BF92202F520C}"/>
                  </a:ext>
                </a:extLst>
              </p14:cNvPr>
              <p14:cNvContentPartPr/>
              <p14:nvPr/>
            </p14:nvContentPartPr>
            <p14:xfrm>
              <a:off x="2639920" y="5169560"/>
              <a:ext cx="424080" cy="25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968284D-BEB7-1152-95FB-BF92202F520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33800" y="5163440"/>
                <a:ext cx="43632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97C3135C-93C6-3942-9471-5E876F2AD3BD}"/>
              </a:ext>
            </a:extLst>
          </p:cNvPr>
          <p:cNvGrpSpPr/>
          <p:nvPr/>
        </p:nvGrpSpPr>
        <p:grpSpPr>
          <a:xfrm>
            <a:off x="2247160" y="3337520"/>
            <a:ext cx="790560" cy="122760"/>
            <a:chOff x="2247160" y="3337520"/>
            <a:chExt cx="790560" cy="1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DD43CE3-714B-B8DE-2963-EC9B2BB2F418}"/>
                    </a:ext>
                  </a:extLst>
                </p14:cNvPr>
                <p14:cNvContentPartPr/>
                <p14:nvPr/>
              </p14:nvContentPartPr>
              <p14:xfrm>
                <a:off x="2335000" y="3337520"/>
                <a:ext cx="31680" cy="15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DD43CE3-714B-B8DE-2963-EC9B2BB2F4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28880" y="3331400"/>
                  <a:ext cx="43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FC7AAAA-964A-9D81-BF66-7BA577848341}"/>
                    </a:ext>
                  </a:extLst>
                </p14:cNvPr>
                <p14:cNvContentPartPr/>
                <p14:nvPr/>
              </p14:nvContentPartPr>
              <p14:xfrm>
                <a:off x="2247160" y="3420680"/>
                <a:ext cx="790560" cy="39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FC7AAAA-964A-9D81-BF66-7BA5778483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41040" y="3414560"/>
                  <a:ext cx="802800" cy="5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ECFFA9D-AEE5-7299-0817-160578B84908}"/>
                  </a:ext>
                </a:extLst>
              </p14:cNvPr>
              <p14:cNvContentPartPr/>
              <p14:nvPr/>
            </p14:nvContentPartPr>
            <p14:xfrm>
              <a:off x="631840" y="3381800"/>
              <a:ext cx="736560" cy="432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ECFFA9D-AEE5-7299-0817-160578B8490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5720" y="3375680"/>
                <a:ext cx="7488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BF0D1E4-8A0E-7D19-58E8-B8B79781DFC0}"/>
                  </a:ext>
                </a:extLst>
              </p14:cNvPr>
              <p14:cNvContentPartPr/>
              <p14:nvPr/>
            </p14:nvContentPartPr>
            <p14:xfrm>
              <a:off x="2536960" y="5143280"/>
              <a:ext cx="654480" cy="396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BF0D1E4-8A0E-7D19-58E8-B8B79781DFC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530840" y="5137160"/>
                <a:ext cx="66672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B6B5CEE-7A16-7AE7-CCF4-1DA1716149C4}"/>
                  </a:ext>
                </a:extLst>
              </p14:cNvPr>
              <p14:cNvContentPartPr/>
              <p14:nvPr/>
            </p14:nvContentPartPr>
            <p14:xfrm>
              <a:off x="691600" y="5043920"/>
              <a:ext cx="953280" cy="154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B6B5CEE-7A16-7AE7-CCF4-1DA1716149C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5480" y="5037800"/>
                <a:ext cx="965520" cy="1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722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4CC98-5482-B0DA-F5F7-C535F376F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A3C7-BD00-997E-FE57-D9EE2B00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הכוח החשמלי – חוק קולון</a:t>
            </a:r>
            <a:endParaRPr lang="en-US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D74DA31A-6698-FC50-23D6-D7DF123073E7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395D91-711F-17AC-D8EC-B18319F70323}"/>
                  </a:ext>
                </a:extLst>
              </p14:cNvPr>
              <p14:cNvContentPartPr/>
              <p14:nvPr/>
            </p14:nvContentPartPr>
            <p14:xfrm>
              <a:off x="2787880" y="185216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395D91-711F-17AC-D8EC-B18319F703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81760" y="18460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5C829C-8A1B-EA25-7173-862FE91EE945}"/>
                  </a:ext>
                </a:extLst>
              </p14:cNvPr>
              <p14:cNvContentPartPr/>
              <p14:nvPr/>
            </p14:nvContentPartPr>
            <p14:xfrm>
              <a:off x="2837200" y="181580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5C829C-8A1B-EA25-7173-862FE91EE94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31080" y="180968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4530E4D-A41A-9022-4D80-A1EA4437B5C0}"/>
              </a:ext>
            </a:extLst>
          </p:cNvPr>
          <p:cNvGrpSpPr/>
          <p:nvPr/>
        </p:nvGrpSpPr>
        <p:grpSpPr>
          <a:xfrm>
            <a:off x="6088720" y="2994800"/>
            <a:ext cx="739440" cy="282600"/>
            <a:chOff x="6088720" y="2994800"/>
            <a:chExt cx="739440" cy="28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8257AA-9A4F-E4D6-E854-545A7D21DE4C}"/>
                    </a:ext>
                  </a:extLst>
                </p14:cNvPr>
                <p14:cNvContentPartPr/>
                <p14:nvPr/>
              </p14:nvContentPartPr>
              <p14:xfrm>
                <a:off x="6679480" y="2994800"/>
                <a:ext cx="148680" cy="178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8257AA-9A4F-E4D6-E854-545A7D21DE4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73360" y="2988680"/>
                  <a:ext cx="160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4B6A43E-65D9-0DBC-F7E5-763414495D1D}"/>
                    </a:ext>
                  </a:extLst>
                </p14:cNvPr>
                <p14:cNvContentPartPr/>
                <p14:nvPr/>
              </p14:nvContentPartPr>
              <p14:xfrm>
                <a:off x="6336040" y="3081920"/>
                <a:ext cx="381240" cy="12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4B6A43E-65D9-0DBC-F7E5-763414495D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29920" y="3075800"/>
                  <a:ext cx="393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E8AE1C3-72FA-F5BF-2E98-AEE710DE4450}"/>
                    </a:ext>
                  </a:extLst>
                </p14:cNvPr>
                <p14:cNvContentPartPr/>
                <p14:nvPr/>
              </p14:nvContentPartPr>
              <p14:xfrm>
                <a:off x="6088720" y="3111440"/>
                <a:ext cx="224640" cy="122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E8AE1C3-72FA-F5BF-2E98-AEE710DE445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82600" y="3105320"/>
                  <a:ext cx="236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E19A72C-72C2-A030-B188-EA691890F787}"/>
                    </a:ext>
                  </a:extLst>
                </p14:cNvPr>
                <p14:cNvContentPartPr/>
                <p14:nvPr/>
              </p14:nvContentPartPr>
              <p14:xfrm>
                <a:off x="6095920" y="3142760"/>
                <a:ext cx="44640" cy="134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E19A72C-72C2-A030-B188-EA691890F7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89800" y="3136640"/>
                  <a:ext cx="568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F213A53-20C1-8778-A230-BD1ACF0E460A}"/>
              </a:ext>
            </a:extLst>
          </p:cNvPr>
          <p:cNvGrpSpPr/>
          <p:nvPr/>
        </p:nvGrpSpPr>
        <p:grpSpPr>
          <a:xfrm>
            <a:off x="7872160" y="3770240"/>
            <a:ext cx="177120" cy="401760"/>
            <a:chOff x="7872160" y="3770240"/>
            <a:chExt cx="177120" cy="40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98CD35-FDCC-3236-F3EE-29D9816C56BA}"/>
                    </a:ext>
                  </a:extLst>
                </p14:cNvPr>
                <p14:cNvContentPartPr/>
                <p14:nvPr/>
              </p14:nvContentPartPr>
              <p14:xfrm>
                <a:off x="7872160" y="3770240"/>
                <a:ext cx="60120" cy="401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298CD35-FDCC-3236-F3EE-29D9816C56B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66040" y="3764120"/>
                  <a:ext cx="723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230ADC6-9CF2-33B7-654C-C46B635A0C02}"/>
                    </a:ext>
                  </a:extLst>
                </p14:cNvPr>
                <p14:cNvContentPartPr/>
                <p14:nvPr/>
              </p14:nvContentPartPr>
              <p14:xfrm>
                <a:off x="7913560" y="3834680"/>
                <a:ext cx="135720" cy="248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230ADC6-9CF2-33B7-654C-C46B635A0C0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07440" y="3828560"/>
                  <a:ext cx="14796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CD2F604-6965-D6E3-0224-17892CCE55F1}"/>
              </a:ext>
            </a:extLst>
          </p:cNvPr>
          <p:cNvGrpSpPr/>
          <p:nvPr/>
        </p:nvGrpSpPr>
        <p:grpSpPr>
          <a:xfrm>
            <a:off x="8362840" y="3866720"/>
            <a:ext cx="165240" cy="124560"/>
            <a:chOff x="8362840" y="3866720"/>
            <a:chExt cx="165240" cy="1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178B8EA-3099-48D4-2DA7-42D1C59706AB}"/>
                    </a:ext>
                  </a:extLst>
                </p14:cNvPr>
                <p14:cNvContentPartPr/>
                <p14:nvPr/>
              </p14:nvContentPartPr>
              <p14:xfrm>
                <a:off x="8362840" y="3971840"/>
                <a:ext cx="165240" cy="19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178B8EA-3099-48D4-2DA7-42D1C59706A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56720" y="3965720"/>
                  <a:ext cx="177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48A23D-59C3-1B25-0434-D3626C39C986}"/>
                    </a:ext>
                  </a:extLst>
                </p14:cNvPr>
                <p14:cNvContentPartPr/>
                <p14:nvPr/>
              </p14:nvContentPartPr>
              <p14:xfrm>
                <a:off x="8392720" y="3866720"/>
                <a:ext cx="99720" cy="27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48A23D-59C3-1B25-0434-D3626C39C98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86600" y="3860600"/>
                  <a:ext cx="11196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C8BF3C5-6811-904B-641C-9C3D81915415}"/>
              </a:ext>
            </a:extLst>
          </p:cNvPr>
          <p:cNvGrpSpPr/>
          <p:nvPr/>
        </p:nvGrpSpPr>
        <p:grpSpPr>
          <a:xfrm>
            <a:off x="8862880" y="3502040"/>
            <a:ext cx="1055880" cy="548280"/>
            <a:chOff x="8862880" y="3502040"/>
            <a:chExt cx="105588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EB76A99-B552-CDE1-EED9-B39BD85FFFAD}"/>
                    </a:ext>
                  </a:extLst>
                </p14:cNvPr>
                <p14:cNvContentPartPr/>
                <p14:nvPr/>
              </p14:nvContentPartPr>
              <p14:xfrm>
                <a:off x="8862880" y="3714440"/>
                <a:ext cx="173520" cy="335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EB76A99-B552-CDE1-EED9-B39BD85FFF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856760" y="3708320"/>
                  <a:ext cx="1857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452E215-9343-11E1-4E1C-66DD3A9358BD}"/>
                    </a:ext>
                  </a:extLst>
                </p14:cNvPr>
                <p14:cNvContentPartPr/>
                <p14:nvPr/>
              </p14:nvContentPartPr>
              <p14:xfrm>
                <a:off x="9199120" y="3829640"/>
                <a:ext cx="59760" cy="34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452E215-9343-11E1-4E1C-66DD3A9358B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93000" y="3823520"/>
                  <a:ext cx="72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490B837-1643-E3BE-1D8D-8D5893AC6478}"/>
                    </a:ext>
                  </a:extLst>
                </p14:cNvPr>
                <p14:cNvContentPartPr/>
                <p14:nvPr/>
              </p14:nvContentPartPr>
              <p14:xfrm>
                <a:off x="9335920" y="3741080"/>
                <a:ext cx="72000" cy="257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490B837-1643-E3BE-1D8D-8D5893AC647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29800" y="3734960"/>
                  <a:ext cx="84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033A0F0-E415-7AAB-B312-4DABEF1A5FAB}"/>
                    </a:ext>
                  </a:extLst>
                </p14:cNvPr>
                <p14:cNvContentPartPr/>
                <p14:nvPr/>
              </p14:nvContentPartPr>
              <p14:xfrm>
                <a:off x="9477760" y="3733880"/>
                <a:ext cx="168120" cy="231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033A0F0-E415-7AAB-B312-4DABEF1A5FA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471640" y="3727760"/>
                  <a:ext cx="180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B2C0708-50DD-9E01-2B84-22E578B59F8C}"/>
                    </a:ext>
                  </a:extLst>
                </p14:cNvPr>
                <p14:cNvContentPartPr/>
                <p14:nvPr/>
              </p14:nvContentPartPr>
              <p14:xfrm>
                <a:off x="9761800" y="3502040"/>
                <a:ext cx="156960" cy="253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B2C0708-50DD-9E01-2B84-22E578B59F8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755680" y="3495920"/>
                  <a:ext cx="16920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459DDF9-0A3E-17E3-B913-EF18F8F99555}"/>
              </a:ext>
            </a:extLst>
          </p:cNvPr>
          <p:cNvGrpSpPr/>
          <p:nvPr/>
        </p:nvGrpSpPr>
        <p:grpSpPr>
          <a:xfrm>
            <a:off x="10497640" y="1226120"/>
            <a:ext cx="978120" cy="504000"/>
            <a:chOff x="10497640" y="1226120"/>
            <a:chExt cx="97812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73E1576-AE0A-B58A-15C1-761B61D4E761}"/>
                    </a:ext>
                  </a:extLst>
                </p14:cNvPr>
                <p14:cNvContentPartPr/>
                <p14:nvPr/>
              </p14:nvContentPartPr>
              <p14:xfrm>
                <a:off x="11274160" y="1340960"/>
                <a:ext cx="201600" cy="156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73E1576-AE0A-B58A-15C1-761B61D4E76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268040" y="1334840"/>
                  <a:ext cx="2138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7649601-FA14-AD9A-8B77-8B8EE3FC1281}"/>
                    </a:ext>
                  </a:extLst>
                </p14:cNvPr>
                <p14:cNvContentPartPr/>
                <p14:nvPr/>
              </p14:nvContentPartPr>
              <p14:xfrm>
                <a:off x="10997680" y="1362920"/>
                <a:ext cx="274680" cy="367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7649601-FA14-AD9A-8B77-8B8EE3FC128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991560" y="1356800"/>
                  <a:ext cx="2869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3A7C9AF-D2EF-3E14-70C6-E5D3286E6347}"/>
                    </a:ext>
                  </a:extLst>
                </p14:cNvPr>
                <p14:cNvContentPartPr/>
                <p14:nvPr/>
              </p14:nvContentPartPr>
              <p14:xfrm>
                <a:off x="10680520" y="1241240"/>
                <a:ext cx="206280" cy="18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3A7C9AF-D2EF-3E14-70C6-E5D3286E634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674400" y="1235120"/>
                  <a:ext cx="218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16900C-1F0B-8B9E-078D-CC6D45D239C8}"/>
                    </a:ext>
                  </a:extLst>
                </p14:cNvPr>
                <p14:cNvContentPartPr/>
                <p14:nvPr/>
              </p14:nvContentPartPr>
              <p14:xfrm>
                <a:off x="10497640" y="1226120"/>
                <a:ext cx="311400" cy="20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16900C-1F0B-8B9E-078D-CC6D45D239C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491520" y="1220000"/>
                  <a:ext cx="32364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DBED9D9-25A3-3602-281A-155C02B86146}"/>
              </a:ext>
            </a:extLst>
          </p:cNvPr>
          <p:cNvGrpSpPr/>
          <p:nvPr/>
        </p:nvGrpSpPr>
        <p:grpSpPr>
          <a:xfrm>
            <a:off x="5502640" y="1309640"/>
            <a:ext cx="433800" cy="226440"/>
            <a:chOff x="5502640" y="1309640"/>
            <a:chExt cx="43380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6AC6C4D-4DF6-70D0-9212-B8C54E3E02F2}"/>
                    </a:ext>
                  </a:extLst>
                </p14:cNvPr>
                <p14:cNvContentPartPr/>
                <p14:nvPr/>
              </p14:nvContentPartPr>
              <p14:xfrm>
                <a:off x="5676520" y="1309640"/>
                <a:ext cx="259920" cy="152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6AC6C4D-4DF6-70D0-9212-B8C54E3E02F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70400" y="1303520"/>
                  <a:ext cx="2721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9DFF35D-5B37-CDCE-BE55-5DBDCF3B153C}"/>
                    </a:ext>
                  </a:extLst>
                </p14:cNvPr>
                <p14:cNvContentPartPr/>
                <p14:nvPr/>
              </p14:nvContentPartPr>
              <p14:xfrm>
                <a:off x="5502640" y="1407920"/>
                <a:ext cx="136440" cy="128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9DFF35D-5B37-CDCE-BE55-5DBDCF3B153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496520" y="1401800"/>
                  <a:ext cx="14868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974FCDE-4F1E-25F2-2465-CB3C3FC59594}"/>
              </a:ext>
            </a:extLst>
          </p:cNvPr>
          <p:cNvGrpSpPr/>
          <p:nvPr/>
        </p:nvGrpSpPr>
        <p:grpSpPr>
          <a:xfrm>
            <a:off x="4361440" y="1279400"/>
            <a:ext cx="573480" cy="213840"/>
            <a:chOff x="4361440" y="1279400"/>
            <a:chExt cx="57348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538C9DC-A848-009F-6788-D7E2B25EE2C0}"/>
                    </a:ext>
                  </a:extLst>
                </p14:cNvPr>
                <p14:cNvContentPartPr/>
                <p14:nvPr/>
              </p14:nvContentPartPr>
              <p14:xfrm>
                <a:off x="4860760" y="1279400"/>
                <a:ext cx="74160" cy="184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538C9DC-A848-009F-6788-D7E2B25EE2C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54640" y="1273280"/>
                  <a:ext cx="86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267621B-D851-FC70-AFBA-54DF2628F29E}"/>
                    </a:ext>
                  </a:extLst>
                </p14:cNvPr>
                <p14:cNvContentPartPr/>
                <p14:nvPr/>
              </p14:nvContentPartPr>
              <p14:xfrm>
                <a:off x="4685800" y="1320080"/>
                <a:ext cx="144000" cy="167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267621B-D851-FC70-AFBA-54DF2628F29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79680" y="1313960"/>
                  <a:ext cx="1562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53C58A5-DF81-903D-55E7-E72B40CEDE32}"/>
                    </a:ext>
                  </a:extLst>
                </p14:cNvPr>
                <p14:cNvContentPartPr/>
                <p14:nvPr/>
              </p14:nvContentPartPr>
              <p14:xfrm>
                <a:off x="4544320" y="1313240"/>
                <a:ext cx="184680" cy="180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53C58A5-DF81-903D-55E7-E72B40CEDE3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38200" y="1307120"/>
                  <a:ext cx="196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D52678-262F-6A6C-DE26-3644804C46FD}"/>
                    </a:ext>
                  </a:extLst>
                </p14:cNvPr>
                <p14:cNvContentPartPr/>
                <p14:nvPr/>
              </p14:nvContentPartPr>
              <p14:xfrm>
                <a:off x="4458280" y="1380200"/>
                <a:ext cx="57960" cy="83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D52678-262F-6A6C-DE26-3644804C46F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52160" y="1374080"/>
                  <a:ext cx="702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6C2212A-8478-FE8F-F56B-85CF6E456074}"/>
                    </a:ext>
                  </a:extLst>
                </p14:cNvPr>
                <p14:cNvContentPartPr/>
                <p14:nvPr/>
              </p14:nvContentPartPr>
              <p14:xfrm>
                <a:off x="4361440" y="1286960"/>
                <a:ext cx="52560" cy="192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6C2212A-8478-FE8F-F56B-85CF6E45607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355320" y="1280840"/>
                  <a:ext cx="6480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E7BBD26-80BA-13FA-4E09-7955074B83C8}"/>
              </a:ext>
            </a:extLst>
          </p:cNvPr>
          <p:cNvGrpSpPr/>
          <p:nvPr/>
        </p:nvGrpSpPr>
        <p:grpSpPr>
          <a:xfrm>
            <a:off x="4143640" y="1321520"/>
            <a:ext cx="24840" cy="235440"/>
            <a:chOff x="4143640" y="1321520"/>
            <a:chExt cx="2484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1FA3DA1-E236-58FB-4D58-5BF8CAB60000}"/>
                    </a:ext>
                  </a:extLst>
                </p14:cNvPr>
                <p14:cNvContentPartPr/>
                <p14:nvPr/>
              </p14:nvContentPartPr>
              <p14:xfrm>
                <a:off x="4155880" y="1321520"/>
                <a:ext cx="12600" cy="86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1FA3DA1-E236-58FB-4D58-5BF8CAB6000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49760" y="1315400"/>
                  <a:ext cx="24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9FF277F-D884-3F1B-BB31-DDBEF0DDFFE7}"/>
                    </a:ext>
                  </a:extLst>
                </p14:cNvPr>
                <p14:cNvContentPartPr/>
                <p14:nvPr/>
              </p14:nvContentPartPr>
              <p14:xfrm>
                <a:off x="4143640" y="1459760"/>
                <a:ext cx="16560" cy="97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9FF277F-D884-3F1B-BB31-DDBEF0DDFF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37520" y="1453640"/>
                  <a:ext cx="288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DFFC31F-C796-721C-9051-50B7C0BABA04}"/>
              </a:ext>
            </a:extLst>
          </p:cNvPr>
          <p:cNvGrpSpPr/>
          <p:nvPr/>
        </p:nvGrpSpPr>
        <p:grpSpPr>
          <a:xfrm>
            <a:off x="7515760" y="2006600"/>
            <a:ext cx="341280" cy="1301040"/>
            <a:chOff x="7515760" y="2006600"/>
            <a:chExt cx="341280" cy="13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CD0B488-6F69-F798-8EBC-0F95383BBB34}"/>
                    </a:ext>
                  </a:extLst>
                </p14:cNvPr>
                <p14:cNvContentPartPr/>
                <p14:nvPr/>
              </p14:nvContentPartPr>
              <p14:xfrm>
                <a:off x="7515760" y="2006600"/>
                <a:ext cx="341280" cy="1220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CD0B488-6F69-F798-8EBC-0F95383BBB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509640" y="2000480"/>
                  <a:ext cx="353520" cy="12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F2D6405-3D25-1874-1F6B-E185B7BFB478}"/>
                    </a:ext>
                  </a:extLst>
                </p14:cNvPr>
                <p14:cNvContentPartPr/>
                <p14:nvPr/>
              </p14:nvContentPartPr>
              <p14:xfrm>
                <a:off x="7611520" y="2968520"/>
                <a:ext cx="194040" cy="339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F2D6405-3D25-1874-1F6B-E185B7BFB47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05400" y="2962400"/>
                  <a:ext cx="206280" cy="35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47C5782-96BA-2053-604D-C6F984312337}"/>
              </a:ext>
            </a:extLst>
          </p:cNvPr>
          <p:cNvGrpSpPr/>
          <p:nvPr/>
        </p:nvGrpSpPr>
        <p:grpSpPr>
          <a:xfrm>
            <a:off x="9979240" y="1931720"/>
            <a:ext cx="1792080" cy="424080"/>
            <a:chOff x="9979240" y="1931720"/>
            <a:chExt cx="179208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F640727-8119-F0D5-6F82-8BB368725216}"/>
                    </a:ext>
                  </a:extLst>
                </p14:cNvPr>
                <p14:cNvContentPartPr/>
                <p14:nvPr/>
              </p14:nvContentPartPr>
              <p14:xfrm>
                <a:off x="9979240" y="1974560"/>
                <a:ext cx="246240" cy="56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F640727-8119-F0D5-6F82-8BB36872521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973120" y="1968440"/>
                  <a:ext cx="2584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712EA19-31DC-E40A-7625-D2E49479E2A4}"/>
                    </a:ext>
                  </a:extLst>
                </p14:cNvPr>
                <p14:cNvContentPartPr/>
                <p14:nvPr/>
              </p14:nvContentPartPr>
              <p14:xfrm>
                <a:off x="10128280" y="1931720"/>
                <a:ext cx="144720" cy="186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712EA19-31DC-E40A-7625-D2E49479E2A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122160" y="1925600"/>
                  <a:ext cx="1569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45215C5-F4A9-A384-0633-6C7F48FF0983}"/>
                    </a:ext>
                  </a:extLst>
                </p14:cNvPr>
                <p14:cNvContentPartPr/>
                <p14:nvPr/>
              </p14:nvContentPartPr>
              <p14:xfrm>
                <a:off x="11546680" y="1964840"/>
                <a:ext cx="224640" cy="163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45215C5-F4A9-A384-0633-6C7F48FF09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540560" y="1958720"/>
                  <a:ext cx="236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DB74DD8-D892-00F6-EDFA-9107A4A8E1AE}"/>
                    </a:ext>
                  </a:extLst>
                </p14:cNvPr>
                <p14:cNvContentPartPr/>
                <p14:nvPr/>
              </p14:nvContentPartPr>
              <p14:xfrm>
                <a:off x="11480800" y="2247800"/>
                <a:ext cx="136440" cy="101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DB74DD8-D892-00F6-EDFA-9107A4A8E1A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74680" y="2241680"/>
                  <a:ext cx="1486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87B3576-5164-3D4E-8CDE-8646019B211F}"/>
                    </a:ext>
                  </a:extLst>
                </p14:cNvPr>
                <p14:cNvContentPartPr/>
                <p14:nvPr/>
              </p14:nvContentPartPr>
              <p14:xfrm>
                <a:off x="11175880" y="2241320"/>
                <a:ext cx="325080" cy="114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87B3576-5164-3D4E-8CDE-8646019B211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169760" y="2235200"/>
                  <a:ext cx="337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6D4BF84-D4EA-BDE6-4429-75906FF5BC15}"/>
                    </a:ext>
                  </a:extLst>
                </p14:cNvPr>
                <p14:cNvContentPartPr/>
                <p14:nvPr/>
              </p14:nvContentPartPr>
              <p14:xfrm>
                <a:off x="11050960" y="2118560"/>
                <a:ext cx="216000" cy="173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6D4BF84-D4EA-BDE6-4429-75906FF5BC1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044840" y="2112440"/>
                  <a:ext cx="228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27952F0-2CCF-D684-9D8A-119767B70630}"/>
                    </a:ext>
                  </a:extLst>
                </p14:cNvPr>
                <p14:cNvContentPartPr/>
                <p14:nvPr/>
              </p14:nvContentPartPr>
              <p14:xfrm>
                <a:off x="10600600" y="2105240"/>
                <a:ext cx="516600" cy="245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27952F0-2CCF-D684-9D8A-119767B7063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594480" y="2099120"/>
                  <a:ext cx="5288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4FA467-4CAB-6EAC-500F-987B788E1B22}"/>
                    </a:ext>
                  </a:extLst>
                </p14:cNvPr>
                <p14:cNvContentPartPr/>
                <p14:nvPr/>
              </p14:nvContentPartPr>
              <p14:xfrm>
                <a:off x="10642720" y="2127920"/>
                <a:ext cx="35640" cy="59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4FA467-4CAB-6EAC-500F-987B788E1B2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636600" y="2121800"/>
                  <a:ext cx="47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76B0159-0871-70D9-5AF5-98E9AC17F7A6}"/>
                    </a:ext>
                  </a:extLst>
                </p14:cNvPr>
                <p14:cNvContentPartPr/>
                <p14:nvPr/>
              </p14:nvContentPartPr>
              <p14:xfrm>
                <a:off x="10404760" y="2150240"/>
                <a:ext cx="160920" cy="200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76B0159-0871-70D9-5AF5-98E9AC17F7A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98640" y="2144120"/>
                  <a:ext cx="17316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D82E323-3BD4-414C-8CBA-F3CC72F5B2C5}"/>
              </a:ext>
            </a:extLst>
          </p:cNvPr>
          <p:cNvGrpSpPr/>
          <p:nvPr/>
        </p:nvGrpSpPr>
        <p:grpSpPr>
          <a:xfrm>
            <a:off x="9293440" y="2635520"/>
            <a:ext cx="361440" cy="242280"/>
            <a:chOff x="9293440" y="2635520"/>
            <a:chExt cx="36144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038A2A5-C1D6-0F25-CB11-AAD6012DFA67}"/>
                    </a:ext>
                  </a:extLst>
                </p14:cNvPr>
                <p14:cNvContentPartPr/>
                <p14:nvPr/>
              </p14:nvContentPartPr>
              <p14:xfrm>
                <a:off x="9293440" y="2649920"/>
                <a:ext cx="276120" cy="116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038A2A5-C1D6-0F25-CB11-AAD6012DFA6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287320" y="2643800"/>
                  <a:ext cx="288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01B8290-BD61-9490-C306-2D4306022F4C}"/>
                    </a:ext>
                  </a:extLst>
                </p14:cNvPr>
                <p14:cNvContentPartPr/>
                <p14:nvPr/>
              </p14:nvContentPartPr>
              <p14:xfrm>
                <a:off x="9500080" y="2635520"/>
                <a:ext cx="154800" cy="242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01B8290-BD61-9490-C306-2D4306022F4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493960" y="2629400"/>
                  <a:ext cx="167040" cy="25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F18D54F-3226-C6C5-F6A1-E4AAA4C19F6D}"/>
              </a:ext>
            </a:extLst>
          </p:cNvPr>
          <p:cNvGrpSpPr/>
          <p:nvPr/>
        </p:nvGrpSpPr>
        <p:grpSpPr>
          <a:xfrm>
            <a:off x="10393240" y="2796440"/>
            <a:ext cx="163080" cy="145080"/>
            <a:chOff x="10393240" y="2796440"/>
            <a:chExt cx="16308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3CF5D2C-E425-96EE-AAD2-7AE6F42F6938}"/>
                    </a:ext>
                  </a:extLst>
                </p14:cNvPr>
                <p14:cNvContentPartPr/>
                <p14:nvPr/>
              </p14:nvContentPartPr>
              <p14:xfrm>
                <a:off x="10508440" y="2796440"/>
                <a:ext cx="47880" cy="25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3CF5D2C-E425-96EE-AAD2-7AE6F42F693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502320" y="2790320"/>
                  <a:ext cx="60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BEBCE97-4D73-1238-180C-137BB063F7ED}"/>
                    </a:ext>
                  </a:extLst>
                </p14:cNvPr>
                <p14:cNvContentPartPr/>
                <p14:nvPr/>
              </p14:nvContentPartPr>
              <p14:xfrm>
                <a:off x="10393240" y="2887160"/>
                <a:ext cx="66240" cy="54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BEBCE97-4D73-1238-180C-137BB063F7E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387120" y="2881040"/>
                  <a:ext cx="7848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64FCCCD-EBC2-2077-7DD4-95C8CB9F1BDB}"/>
                  </a:ext>
                </a:extLst>
              </p14:cNvPr>
              <p14:cNvContentPartPr/>
              <p14:nvPr/>
            </p14:nvContentPartPr>
            <p14:xfrm>
              <a:off x="10510600" y="2781320"/>
              <a:ext cx="72720" cy="1400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64FCCCD-EBC2-2077-7DD4-95C8CB9F1BD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504480" y="2775200"/>
                <a:ext cx="849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C9AEAB89-59E8-8767-D29F-A40CAE47B38C}"/>
                  </a:ext>
                </a:extLst>
              </p14:cNvPr>
              <p14:cNvContentPartPr/>
              <p14:nvPr/>
            </p14:nvContentPartPr>
            <p14:xfrm>
              <a:off x="10425640" y="2848280"/>
              <a:ext cx="37080" cy="709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C9AEAB89-59E8-8767-D29F-A40CAE47B38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419520" y="2842160"/>
                <a:ext cx="493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C1C333B0-7ECA-DEFD-F6F2-B3A46C41ADC9}"/>
                  </a:ext>
                </a:extLst>
              </p14:cNvPr>
              <p14:cNvContentPartPr/>
              <p14:nvPr/>
            </p14:nvContentPartPr>
            <p14:xfrm>
              <a:off x="10166080" y="2788880"/>
              <a:ext cx="272880" cy="1710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C1C333B0-7ECA-DEFD-F6F2-B3A46C41ADC9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159960" y="2782760"/>
                <a:ext cx="2851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AD6339C-F75D-12B1-BFD5-E7A334D379FA}"/>
                  </a:ext>
                </a:extLst>
              </p14:cNvPr>
              <p14:cNvContentPartPr/>
              <p14:nvPr/>
            </p14:nvContentPartPr>
            <p14:xfrm>
              <a:off x="10021720" y="2894000"/>
              <a:ext cx="110160" cy="820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AD6339C-F75D-12B1-BFD5-E7A334D379F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015600" y="2887880"/>
                <a:ext cx="1224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C17887A-4505-AF71-1737-DD9720E7A3AA}"/>
                  </a:ext>
                </a:extLst>
              </p14:cNvPr>
              <p14:cNvContentPartPr/>
              <p14:nvPr/>
            </p14:nvContentPartPr>
            <p14:xfrm>
              <a:off x="9830200" y="2911280"/>
              <a:ext cx="140040" cy="874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C17887A-4505-AF71-1737-DD9720E7A3A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824080" y="2905160"/>
                <a:ext cx="1522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5A42E15E-F87B-7B6C-596D-7FC3073CD5EF}"/>
                  </a:ext>
                </a:extLst>
              </p14:cNvPr>
              <p14:cNvContentPartPr/>
              <p14:nvPr/>
            </p14:nvContentPartPr>
            <p14:xfrm>
              <a:off x="9681160" y="2934680"/>
              <a:ext cx="99360" cy="2552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5A42E15E-F87B-7B6C-596D-7FC3073CD5EF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675040" y="2928560"/>
                <a:ext cx="1116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7CEC1A5F-6CBC-0C6C-8FA3-A8F6FE6EDC5C}"/>
                  </a:ext>
                </a:extLst>
              </p14:cNvPr>
              <p14:cNvContentPartPr/>
              <p14:nvPr/>
            </p14:nvContentPartPr>
            <p14:xfrm>
              <a:off x="9171400" y="2941520"/>
              <a:ext cx="137160" cy="936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7CEC1A5F-6CBC-0C6C-8FA3-A8F6FE6EDC5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165280" y="2935400"/>
                <a:ext cx="1494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57571A3-0F65-7DD1-668F-4178703F37C2}"/>
                  </a:ext>
                </a:extLst>
              </p14:cNvPr>
              <p14:cNvContentPartPr/>
              <p14:nvPr/>
            </p14:nvContentPartPr>
            <p14:xfrm>
              <a:off x="9120640" y="2945840"/>
              <a:ext cx="3600" cy="478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57571A3-0F65-7DD1-668F-4178703F37C2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114520" y="2939720"/>
                <a:ext cx="158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11B4270-9464-C75C-D656-DA4357662E45}"/>
                  </a:ext>
                </a:extLst>
              </p14:cNvPr>
              <p14:cNvContentPartPr/>
              <p14:nvPr/>
            </p14:nvContentPartPr>
            <p14:xfrm>
              <a:off x="8888800" y="2963120"/>
              <a:ext cx="213840" cy="1544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11B4270-9464-C75C-D656-DA4357662E45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882680" y="2957000"/>
                <a:ext cx="2260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6709466-14FC-1562-B7D9-17EEF8B4B4EB}"/>
                  </a:ext>
                </a:extLst>
              </p14:cNvPr>
              <p14:cNvContentPartPr/>
              <p14:nvPr/>
            </p14:nvContentPartPr>
            <p14:xfrm>
              <a:off x="8889520" y="3100640"/>
              <a:ext cx="45000" cy="6048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6709466-14FC-1562-B7D9-17EEF8B4B4EB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883400" y="3094520"/>
                <a:ext cx="572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B42DFE3C-8E53-B794-1670-4324F6C05F00}"/>
                  </a:ext>
                </a:extLst>
              </p14:cNvPr>
              <p14:cNvContentPartPr/>
              <p14:nvPr/>
            </p14:nvContentPartPr>
            <p14:xfrm>
              <a:off x="7881160" y="1684400"/>
              <a:ext cx="68760" cy="162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B42DFE3C-8E53-B794-1670-4324F6C05F0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875040" y="1678280"/>
                <a:ext cx="810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0E8B585-21E6-BF88-6E27-61EE91291370}"/>
                  </a:ext>
                </a:extLst>
              </p14:cNvPr>
              <p14:cNvContentPartPr/>
              <p14:nvPr/>
            </p14:nvContentPartPr>
            <p14:xfrm>
              <a:off x="7770280" y="4242200"/>
              <a:ext cx="2306880" cy="648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0E8B585-21E6-BF88-6E27-61EE9129137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764160" y="4236080"/>
                <a:ext cx="23191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BB53C38-73EE-E3BE-E3EE-81686A97E7CC}"/>
                  </a:ext>
                </a:extLst>
              </p14:cNvPr>
              <p14:cNvContentPartPr/>
              <p14:nvPr/>
            </p14:nvContentPartPr>
            <p14:xfrm>
              <a:off x="7799800" y="3558200"/>
              <a:ext cx="2185560" cy="2804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BB53C38-73EE-E3BE-E3EE-81686A97E7C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7746160" y="3450200"/>
                <a:ext cx="229320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FD01CA9-956B-4118-BCAF-2AC1A940063F}"/>
                  </a:ext>
                </a:extLst>
              </p14:cNvPr>
              <p14:cNvContentPartPr/>
              <p14:nvPr/>
            </p14:nvContentPartPr>
            <p14:xfrm>
              <a:off x="7803760" y="3721280"/>
              <a:ext cx="2189160" cy="2386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FD01CA9-956B-4118-BCAF-2AC1A940063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7749760" y="3613280"/>
                <a:ext cx="229680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A941D04-C3BC-10E6-0A5F-E2DA5B488BE0}"/>
                  </a:ext>
                </a:extLst>
              </p14:cNvPr>
              <p14:cNvContentPartPr/>
              <p14:nvPr/>
            </p14:nvContentPartPr>
            <p14:xfrm>
              <a:off x="7850560" y="3887240"/>
              <a:ext cx="2082960" cy="1677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A941D04-C3BC-10E6-0A5F-E2DA5B488BE0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7796560" y="3779240"/>
                <a:ext cx="219060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B15A115-AB79-D0AB-8BC8-8B180E44345E}"/>
                  </a:ext>
                </a:extLst>
              </p14:cNvPr>
              <p14:cNvContentPartPr/>
              <p14:nvPr/>
            </p14:nvContentPartPr>
            <p14:xfrm>
              <a:off x="7770640" y="4013600"/>
              <a:ext cx="2166840" cy="134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B15A115-AB79-D0AB-8BC8-8B180E44345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717000" y="3905600"/>
                <a:ext cx="2274480" cy="34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3F062FC-4709-F2F4-1B09-8D4CA3FE1CE9}"/>
              </a:ext>
            </a:extLst>
          </p:cNvPr>
          <p:cNvGrpSpPr/>
          <p:nvPr/>
        </p:nvGrpSpPr>
        <p:grpSpPr>
          <a:xfrm>
            <a:off x="6269080" y="1176440"/>
            <a:ext cx="3825720" cy="1716840"/>
            <a:chOff x="6269080" y="1176440"/>
            <a:chExt cx="3825720" cy="171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394BC8-69C5-5593-5BE4-E1A14AC45699}"/>
                    </a:ext>
                  </a:extLst>
                </p14:cNvPr>
                <p14:cNvContentPartPr/>
                <p14:nvPr/>
              </p14:nvContentPartPr>
              <p14:xfrm>
                <a:off x="7230640" y="2199200"/>
                <a:ext cx="180000" cy="11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394BC8-69C5-5593-5BE4-E1A14AC4569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24520" y="2193080"/>
                  <a:ext cx="192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30D20B8-8EA2-85AF-DE50-55C49694620D}"/>
                    </a:ext>
                  </a:extLst>
                </p14:cNvPr>
                <p14:cNvContentPartPr/>
                <p14:nvPr/>
              </p14:nvContentPartPr>
              <p14:xfrm>
                <a:off x="7277440" y="2115680"/>
                <a:ext cx="181440" cy="16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30D20B8-8EA2-85AF-DE50-55C49694620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271320" y="2109560"/>
                  <a:ext cx="193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C7155AF-9B3B-FBB4-AA5A-D1C0FD7677E1}"/>
                    </a:ext>
                  </a:extLst>
                </p14:cNvPr>
                <p14:cNvContentPartPr/>
                <p14:nvPr/>
              </p14:nvContentPartPr>
              <p14:xfrm>
                <a:off x="6575800" y="1837040"/>
                <a:ext cx="438120" cy="674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C7155AF-9B3B-FBB4-AA5A-D1C0FD7677E1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569680" y="1830920"/>
                  <a:ext cx="45036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132A88E-57A0-27EC-FDBA-B2BD1A13D46C}"/>
                    </a:ext>
                  </a:extLst>
                </p14:cNvPr>
                <p14:cNvContentPartPr/>
                <p14:nvPr/>
              </p14:nvContentPartPr>
              <p14:xfrm>
                <a:off x="6574720" y="2170400"/>
                <a:ext cx="388080" cy="73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132A88E-57A0-27EC-FDBA-B2BD1A13D46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68600" y="2164280"/>
                  <a:ext cx="400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B686FE-2449-FA5D-2D81-4EDED5D9198D}"/>
                    </a:ext>
                  </a:extLst>
                </p14:cNvPr>
                <p14:cNvContentPartPr/>
                <p14:nvPr/>
              </p14:nvContentPartPr>
              <p14:xfrm>
                <a:off x="6495880" y="2509520"/>
                <a:ext cx="184680" cy="295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B686FE-2449-FA5D-2D81-4EDED5D9198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489760" y="2503400"/>
                  <a:ext cx="1969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E5F7858-4178-25CD-1137-54195D41A167}"/>
                    </a:ext>
                  </a:extLst>
                </p14:cNvPr>
                <p14:cNvContentPartPr/>
                <p14:nvPr/>
              </p14:nvContentPartPr>
              <p14:xfrm>
                <a:off x="6365560" y="2741720"/>
                <a:ext cx="343080" cy="151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E5F7858-4178-25CD-1137-54195D41A16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359440" y="2735600"/>
                  <a:ext cx="3553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E2A030-7576-411B-67FE-2235B7A71CE7}"/>
                    </a:ext>
                  </a:extLst>
                </p14:cNvPr>
                <p14:cNvContentPartPr/>
                <p14:nvPr/>
              </p14:nvContentPartPr>
              <p14:xfrm>
                <a:off x="8462560" y="1846040"/>
                <a:ext cx="43200" cy="6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E2A030-7576-411B-67FE-2235B7A71C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456440" y="1839920"/>
                  <a:ext cx="55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A26A9B-540C-274C-B11C-86405F9A97E8}"/>
                    </a:ext>
                  </a:extLst>
                </p14:cNvPr>
                <p14:cNvContentPartPr/>
                <p14:nvPr/>
              </p14:nvContentPartPr>
              <p14:xfrm>
                <a:off x="8566240" y="1745960"/>
                <a:ext cx="218520" cy="36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A26A9B-540C-274C-B11C-86405F9A97E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560120" y="1739840"/>
                  <a:ext cx="2307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92D8E2-ACBF-5630-6BFA-40F8A85EC959}"/>
                    </a:ext>
                  </a:extLst>
                </p14:cNvPr>
                <p14:cNvContentPartPr/>
                <p14:nvPr/>
              </p14:nvContentPartPr>
              <p14:xfrm>
                <a:off x="8845960" y="1945040"/>
                <a:ext cx="54720" cy="10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92D8E2-ACBF-5630-6BFA-40F8A85EC95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839840" y="1938920"/>
                  <a:ext cx="66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935298F-8847-3E4F-9EAA-964BCC31F337}"/>
                    </a:ext>
                  </a:extLst>
                </p14:cNvPr>
                <p14:cNvContentPartPr/>
                <p14:nvPr/>
              </p14:nvContentPartPr>
              <p14:xfrm>
                <a:off x="9129280" y="1852880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935298F-8847-3E4F-9EAA-964BCC31F33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23160" y="18467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986EA3-54F7-7CFE-84E1-31216A483B4E}"/>
                    </a:ext>
                  </a:extLst>
                </p14:cNvPr>
                <p14:cNvContentPartPr/>
                <p14:nvPr/>
              </p14:nvContentPartPr>
              <p14:xfrm>
                <a:off x="9310360" y="1709960"/>
                <a:ext cx="162360" cy="393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986EA3-54F7-7CFE-84E1-31216A483B4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04240" y="1703840"/>
                  <a:ext cx="1746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B983CCB-9E6C-EFD3-BFD4-94EEA73CFBA1}"/>
                    </a:ext>
                  </a:extLst>
                </p14:cNvPr>
                <p14:cNvContentPartPr/>
                <p14:nvPr/>
              </p14:nvContentPartPr>
              <p14:xfrm>
                <a:off x="9550120" y="1971320"/>
                <a:ext cx="171720" cy="13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B983CCB-9E6C-EFD3-BFD4-94EEA73CFBA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544000" y="1965200"/>
                  <a:ext cx="183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4AC72CA-DB88-3BEB-4487-9FEAC4D1CD94}"/>
                    </a:ext>
                  </a:extLst>
                </p14:cNvPr>
                <p14:cNvContentPartPr/>
                <p14:nvPr/>
              </p14:nvContentPartPr>
              <p14:xfrm>
                <a:off x="7693960" y="2187680"/>
                <a:ext cx="2090160" cy="54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4AC72CA-DB88-3BEB-4487-9FEAC4D1CD9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87840" y="2181560"/>
                  <a:ext cx="2102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4DE712-2FC6-69BD-A0CF-65192F4E7A4C}"/>
                    </a:ext>
                  </a:extLst>
                </p14:cNvPr>
                <p14:cNvContentPartPr/>
                <p14:nvPr/>
              </p14:nvContentPartPr>
              <p14:xfrm>
                <a:off x="8522320" y="2473520"/>
                <a:ext cx="201600" cy="191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4DE712-2FC6-69BD-A0CF-65192F4E7A4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516200" y="2467400"/>
                  <a:ext cx="213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5CBBA41-96A2-3D11-F442-49EBFF91CB97}"/>
                    </a:ext>
                  </a:extLst>
                </p14:cNvPr>
                <p14:cNvContentPartPr/>
                <p14:nvPr/>
              </p14:nvContentPartPr>
              <p14:xfrm>
                <a:off x="8821840" y="2377040"/>
                <a:ext cx="185400" cy="141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5CBBA41-96A2-3D11-F442-49EBFF91CB9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815720" y="2370920"/>
                  <a:ext cx="1976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F19021B-ACAB-CCEB-E25D-ADC4E625F90C}"/>
                    </a:ext>
                  </a:extLst>
                </p14:cNvPr>
                <p14:cNvContentPartPr/>
                <p14:nvPr/>
              </p14:nvContentPartPr>
              <p14:xfrm>
                <a:off x="9890320" y="1301360"/>
                <a:ext cx="204480" cy="155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F19021B-ACAB-CCEB-E25D-ADC4E625F90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84200" y="1295240"/>
                  <a:ext cx="216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188A4EB-75BC-1F92-4D65-3C49CB8F5BCB}"/>
                    </a:ext>
                  </a:extLst>
                </p14:cNvPr>
                <p14:cNvContentPartPr/>
                <p14:nvPr/>
              </p14:nvContentPartPr>
              <p14:xfrm>
                <a:off x="9235120" y="1177160"/>
                <a:ext cx="150840" cy="162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188A4EB-75BC-1F92-4D65-3C49CB8F5BC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29000" y="1171040"/>
                  <a:ext cx="163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648B2E8-FB8B-322E-FE32-A66459451F7F}"/>
                    </a:ext>
                  </a:extLst>
                </p14:cNvPr>
                <p14:cNvContentPartPr/>
                <p14:nvPr/>
              </p14:nvContentPartPr>
              <p14:xfrm>
                <a:off x="9037840" y="1227560"/>
                <a:ext cx="157680" cy="130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648B2E8-FB8B-322E-FE32-A66459451F7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31720" y="1221440"/>
                  <a:ext cx="1699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AEC2952-21C3-39E9-76AB-E5B260325CAD}"/>
                    </a:ext>
                  </a:extLst>
                </p14:cNvPr>
                <p14:cNvContentPartPr/>
                <p14:nvPr/>
              </p14:nvContentPartPr>
              <p14:xfrm>
                <a:off x="8612320" y="1222520"/>
                <a:ext cx="459000" cy="164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AEC2952-21C3-39E9-76AB-E5B260325CA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606200" y="1216400"/>
                  <a:ext cx="471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1EADE1B-F9C4-8350-5A9E-27776DA5B864}"/>
                    </a:ext>
                  </a:extLst>
                </p14:cNvPr>
                <p14:cNvContentPartPr/>
                <p14:nvPr/>
              </p14:nvContentPartPr>
              <p14:xfrm>
                <a:off x="8581000" y="1252400"/>
                <a:ext cx="66240" cy="61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1EADE1B-F9C4-8350-5A9E-27776DA5B86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74880" y="1246280"/>
                  <a:ext cx="78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A9880D5-513C-5AFC-17D3-67B81B5EE370}"/>
                    </a:ext>
                  </a:extLst>
                </p14:cNvPr>
                <p14:cNvContentPartPr/>
                <p14:nvPr/>
              </p14:nvContentPartPr>
              <p14:xfrm>
                <a:off x="8419720" y="1253840"/>
                <a:ext cx="103320" cy="146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A9880D5-513C-5AFC-17D3-67B81B5EE37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13600" y="1247720"/>
                  <a:ext cx="1155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9E8196E-197D-FDEB-81AE-AC98A399AB97}"/>
                    </a:ext>
                  </a:extLst>
                </p14:cNvPr>
                <p14:cNvContentPartPr/>
                <p14:nvPr/>
              </p14:nvContentPartPr>
              <p14:xfrm>
                <a:off x="7832200" y="1209560"/>
                <a:ext cx="137880" cy="167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9E8196E-197D-FDEB-81AE-AC98A399AB9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26080" y="1203440"/>
                  <a:ext cx="150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8225AD-DE81-42CB-11B1-1607CC9BA429}"/>
                    </a:ext>
                  </a:extLst>
                </p14:cNvPr>
                <p14:cNvContentPartPr/>
                <p14:nvPr/>
              </p14:nvContentPartPr>
              <p14:xfrm>
                <a:off x="7788280" y="1286960"/>
                <a:ext cx="102600" cy="161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8225AD-DE81-42CB-11B1-1607CC9BA42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82160" y="1280840"/>
                  <a:ext cx="114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1DDAEEB-A3A2-25DA-2486-BD276D58BDE4}"/>
                    </a:ext>
                  </a:extLst>
                </p14:cNvPr>
                <p14:cNvContentPartPr/>
                <p14:nvPr/>
              </p14:nvContentPartPr>
              <p14:xfrm>
                <a:off x="7597840" y="1273280"/>
                <a:ext cx="190800" cy="117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1DDAEEB-A3A2-25DA-2486-BD276D58BDE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91720" y="1267160"/>
                  <a:ext cx="203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A4EDD0-C4C4-A621-E9D5-F9F08CB69030}"/>
                    </a:ext>
                  </a:extLst>
                </p14:cNvPr>
                <p14:cNvContentPartPr/>
                <p14:nvPr/>
              </p14:nvContentPartPr>
              <p14:xfrm>
                <a:off x="7425760" y="1290560"/>
                <a:ext cx="131760" cy="86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A4EDD0-C4C4-A621-E9D5-F9F08CB6903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419640" y="1284440"/>
                  <a:ext cx="144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C67F87A-F76F-33D8-FF84-B68A48DB8FA0}"/>
                    </a:ext>
                  </a:extLst>
                </p14:cNvPr>
                <p14:cNvContentPartPr/>
                <p14:nvPr/>
              </p14:nvContentPartPr>
              <p14:xfrm>
                <a:off x="7263040" y="1176440"/>
                <a:ext cx="253800" cy="209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C67F87A-F76F-33D8-FF84-B68A48DB8FA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56920" y="1170320"/>
                  <a:ext cx="2660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F261331-8511-2E5F-5438-DFC89EAA16D3}"/>
                    </a:ext>
                  </a:extLst>
                </p14:cNvPr>
                <p14:cNvContentPartPr/>
                <p14:nvPr/>
              </p14:nvContentPartPr>
              <p14:xfrm>
                <a:off x="7037320" y="1309640"/>
                <a:ext cx="211680" cy="218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F261331-8511-2E5F-5438-DFC89EAA16D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031200" y="1303520"/>
                  <a:ext cx="2239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49401B5-3CE9-5990-55CF-CD60E4E78063}"/>
                    </a:ext>
                  </a:extLst>
                </p14:cNvPr>
                <p14:cNvContentPartPr/>
                <p14:nvPr/>
              </p14:nvContentPartPr>
              <p14:xfrm>
                <a:off x="7786120" y="1217840"/>
                <a:ext cx="117000" cy="154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49401B5-3CE9-5990-55CF-CD60E4E7806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780000" y="1211720"/>
                  <a:ext cx="129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1752B98-8A79-1EB9-DC71-FF4024F9A8FF}"/>
                    </a:ext>
                  </a:extLst>
                </p14:cNvPr>
                <p14:cNvContentPartPr/>
                <p14:nvPr/>
              </p14:nvContentPartPr>
              <p14:xfrm>
                <a:off x="6541240" y="1247720"/>
                <a:ext cx="24120" cy="83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1752B98-8A79-1EB9-DC71-FF4024F9A8F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535120" y="1241600"/>
                  <a:ext cx="36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F27FCC8-C776-5854-1A9A-763264F3BBAA}"/>
                    </a:ext>
                  </a:extLst>
                </p14:cNvPr>
                <p14:cNvContentPartPr/>
                <p14:nvPr/>
              </p14:nvContentPartPr>
              <p14:xfrm>
                <a:off x="6269080" y="1290560"/>
                <a:ext cx="246960" cy="148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F27FCC8-C776-5854-1A9A-763264F3BBA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62960" y="1284440"/>
                  <a:ext cx="259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B21981-1AE4-9E39-5C9C-A2B72B6E3458}"/>
                    </a:ext>
                  </a:extLst>
                </p14:cNvPr>
                <p14:cNvContentPartPr/>
                <p14:nvPr/>
              </p14:nvContentPartPr>
              <p14:xfrm>
                <a:off x="7789720" y="1526000"/>
                <a:ext cx="101880" cy="362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B21981-1AE4-9E39-5C9C-A2B72B6E345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83600" y="1519880"/>
                  <a:ext cx="1141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F85E85D-D05F-BED5-06A7-CCD3564E38DE}"/>
                    </a:ext>
                  </a:extLst>
                </p14:cNvPr>
                <p14:cNvContentPartPr/>
                <p14:nvPr/>
              </p14:nvContentPartPr>
              <p14:xfrm>
                <a:off x="7913560" y="1550840"/>
                <a:ext cx="217800" cy="381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F85E85D-D05F-BED5-06A7-CCD3564E38D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907440" y="1544720"/>
                  <a:ext cx="2300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86BF81-BB96-EAAC-D7C7-5123C417D152}"/>
                    </a:ext>
                  </a:extLst>
                </p14:cNvPr>
                <p14:cNvContentPartPr/>
                <p14:nvPr/>
              </p14:nvContentPartPr>
              <p14:xfrm>
                <a:off x="7867480" y="1698800"/>
                <a:ext cx="89280" cy="74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86BF81-BB96-EAAC-D7C7-5123C417D15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61360" y="1692680"/>
                  <a:ext cx="101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1AD2FA-4016-04DA-599C-5E5E5E5C7BE5}"/>
                    </a:ext>
                  </a:extLst>
                </p14:cNvPr>
                <p14:cNvContentPartPr/>
                <p14:nvPr/>
              </p14:nvContentPartPr>
              <p14:xfrm>
                <a:off x="9100120" y="1834520"/>
                <a:ext cx="360" cy="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1AD2FA-4016-04DA-599C-5E5E5E5C7BE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094000" y="18284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BFA4A58-9535-05C1-BED1-44052F1BD047}"/>
              </a:ext>
            </a:extLst>
          </p:cNvPr>
          <p:cNvGrpSpPr/>
          <p:nvPr/>
        </p:nvGrpSpPr>
        <p:grpSpPr>
          <a:xfrm>
            <a:off x="4737280" y="2828840"/>
            <a:ext cx="2243160" cy="684000"/>
            <a:chOff x="4737280" y="2828840"/>
            <a:chExt cx="2243160" cy="68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CF2D04-81D5-C9D7-AA1C-2D005E8BEEF6}"/>
                    </a:ext>
                  </a:extLst>
                </p14:cNvPr>
                <p14:cNvContentPartPr/>
                <p14:nvPr/>
              </p14:nvContentPartPr>
              <p14:xfrm>
                <a:off x="5930680" y="3474320"/>
                <a:ext cx="1049760" cy="38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CF2D04-81D5-C9D7-AA1C-2D005E8BEEF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921680" y="3465320"/>
                  <a:ext cx="10674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3DD5FC-BECD-6D19-DBA6-61165C6CAEA8}"/>
                    </a:ext>
                  </a:extLst>
                </p14:cNvPr>
                <p14:cNvContentPartPr/>
                <p14:nvPr/>
              </p14:nvContentPartPr>
              <p14:xfrm>
                <a:off x="5719360" y="3137000"/>
                <a:ext cx="117360" cy="148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3DD5FC-BECD-6D19-DBA6-61165C6CAEA8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710720" y="3128000"/>
                  <a:ext cx="135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AFB7178-8D89-BFEB-DEF0-953E86D14826}"/>
                    </a:ext>
                  </a:extLst>
                </p14:cNvPr>
                <p14:cNvContentPartPr/>
                <p14:nvPr/>
              </p14:nvContentPartPr>
              <p14:xfrm>
                <a:off x="5677240" y="3214400"/>
                <a:ext cx="84240" cy="82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AFB7178-8D89-BFEB-DEF0-953E86D1482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668240" y="3205400"/>
                  <a:ext cx="1018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95335BF-D400-863F-6B2A-EA45AE28A540}"/>
                    </a:ext>
                  </a:extLst>
                </p14:cNvPr>
                <p14:cNvContentPartPr/>
                <p14:nvPr/>
              </p14:nvContentPartPr>
              <p14:xfrm>
                <a:off x="5514160" y="3199280"/>
                <a:ext cx="125640" cy="88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95335BF-D400-863F-6B2A-EA45AE28A54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505520" y="3190280"/>
                  <a:ext cx="143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F06091-0248-1770-7A19-B0BE8F74207B}"/>
                    </a:ext>
                  </a:extLst>
                </p14:cNvPr>
                <p14:cNvContentPartPr/>
                <p14:nvPr/>
              </p14:nvContentPartPr>
              <p14:xfrm>
                <a:off x="5459080" y="3230240"/>
                <a:ext cx="90360" cy="97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F06091-0248-1770-7A19-B0BE8F74207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450080" y="3221600"/>
                  <a:ext cx="108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D086C0-7C09-C776-7057-D1FAB4D3A585}"/>
                    </a:ext>
                  </a:extLst>
                </p14:cNvPr>
                <p14:cNvContentPartPr/>
                <p14:nvPr/>
              </p14:nvContentPartPr>
              <p14:xfrm>
                <a:off x="4948960" y="3180560"/>
                <a:ext cx="465840" cy="198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D086C0-7C09-C776-7057-D1FAB4D3A58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940320" y="3171560"/>
                  <a:ext cx="4834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576AE5B-F159-E5A0-16AA-0F47D2D41B84}"/>
                    </a:ext>
                  </a:extLst>
                </p14:cNvPr>
                <p14:cNvContentPartPr/>
                <p14:nvPr/>
              </p14:nvContentPartPr>
              <p14:xfrm>
                <a:off x="4870120" y="2828840"/>
                <a:ext cx="266760" cy="536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576AE5B-F159-E5A0-16AA-0F47D2D41B8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861120" y="2819840"/>
                  <a:ext cx="28440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EFA8D5-1F79-0F1F-3128-BC24C0828B5C}"/>
                    </a:ext>
                  </a:extLst>
                </p14:cNvPr>
                <p14:cNvContentPartPr/>
                <p14:nvPr/>
              </p14:nvContentPartPr>
              <p14:xfrm>
                <a:off x="4737280" y="3185960"/>
                <a:ext cx="31680" cy="83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EFA8D5-1F79-0F1F-3128-BC24C0828B5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728280" y="3177320"/>
                  <a:ext cx="49320" cy="100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283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BEDEF-F387-E0E0-0B2D-BE7A6B92C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4E4C-D86F-0B5B-0697-4D2A6BA3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/>
          <a:lstStyle/>
          <a:p>
            <a:pPr algn="r" rtl="1"/>
            <a:r>
              <a:rPr lang="he-IL" dirty="0"/>
              <a:t>שדה חשמלי וקווי שדה</a:t>
            </a:r>
            <a:endParaRPr lang="en-US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10DC4B6-49D9-9A83-A180-9639AB51C8D3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מציין מיקום תוכן 6">
            <a:extLst>
              <a:ext uri="{FF2B5EF4-FFF2-40B4-BE49-F238E27FC236}">
                <a16:creationId xmlns:a16="http://schemas.microsoft.com/office/drawing/2014/main" id="{F9464048-2B90-38F1-B9BB-3CC69FAEA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70"/>
            <a:ext cx="10515600" cy="3634768"/>
          </a:xfrm>
        </p:spPr>
        <p:txBody>
          <a:bodyPr>
            <a:normAutofit/>
          </a:bodyPr>
          <a:lstStyle/>
          <a:p>
            <a:r>
              <a:rPr lang="he-IL" sz="2400" b="1" dirty="0"/>
              <a:t>שדה חשמלי:</a:t>
            </a:r>
          </a:p>
          <a:p>
            <a:r>
              <a:rPr lang="he-IL" sz="2400" b="1" dirty="0"/>
              <a:t>הגדרה: </a:t>
            </a:r>
            <a:r>
              <a:rPr lang="he-IL" sz="2400" dirty="0"/>
              <a:t>האזור במרחב מסביב לגוף טעון שבו קיימת השפעת המטען. </a:t>
            </a:r>
          </a:p>
          <a:p>
            <a:r>
              <a:rPr lang="he-IL" sz="2400" dirty="0"/>
              <a:t>הגדרה נוספת: הכוח החשמלי ליחידת מטען.</a:t>
            </a:r>
          </a:p>
          <a:p>
            <a:r>
              <a:rPr lang="he-IL" sz="2400" b="1" dirty="0"/>
              <a:t>נוסחה</a:t>
            </a:r>
            <a:r>
              <a:rPr lang="he-IL" sz="2400" dirty="0"/>
              <a:t>:</a:t>
            </a:r>
          </a:p>
          <a:p>
            <a:r>
              <a:rPr lang="he-IL" sz="2400" b="1" dirty="0"/>
              <a:t>נוסחה</a:t>
            </a:r>
            <a:r>
              <a:rPr lang="he-IL" sz="2400" dirty="0"/>
              <a:t> למציאת השדה על מטען נקודתי:</a:t>
            </a:r>
          </a:p>
          <a:p>
            <a:r>
              <a:rPr lang="he-IL" sz="2400" b="1" dirty="0"/>
              <a:t>קווי שדה: </a:t>
            </a:r>
            <a:r>
              <a:rPr lang="he-IL" sz="2400" dirty="0"/>
              <a:t>מציינים את גודל השדה בכל נקודה במרחב, כלומר נותנים הערכה לאן ילך מטען של </a:t>
            </a:r>
            <a:r>
              <a:rPr lang="en-US" sz="2400" dirty="0"/>
              <a:t>+1C</a:t>
            </a:r>
            <a:r>
              <a:rPr lang="he-IL" sz="2400" dirty="0"/>
              <a:t> בכל נקודה.</a:t>
            </a:r>
          </a:p>
          <a:p>
            <a:r>
              <a:rPr lang="he-IL" sz="2400" dirty="0"/>
              <a:t>כללים לשרטוט קווי שדה:</a:t>
            </a:r>
          </a:p>
          <a:p>
            <a:endParaRPr lang="he-IL" sz="2400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D0F4438-92F9-F021-8D34-AA0EA428CAD8}"/>
              </a:ext>
            </a:extLst>
          </p:cNvPr>
          <p:cNvGrpSpPr/>
          <p:nvPr/>
        </p:nvGrpSpPr>
        <p:grpSpPr>
          <a:xfrm>
            <a:off x="703360" y="4751600"/>
            <a:ext cx="455400" cy="874800"/>
            <a:chOff x="2501680" y="4751600"/>
            <a:chExt cx="455400" cy="87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C3016B4-3E08-2D5F-B40C-043DD390DB55}"/>
                    </a:ext>
                  </a:extLst>
                </p14:cNvPr>
                <p14:cNvContentPartPr/>
                <p14:nvPr/>
              </p14:nvContentPartPr>
              <p14:xfrm>
                <a:off x="2501680" y="5178560"/>
                <a:ext cx="343440" cy="447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C3016B4-3E08-2D5F-B40C-043DD390DB5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95560" y="5172440"/>
                  <a:ext cx="35568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7881F26-4B13-2E97-2066-5042A925E444}"/>
                    </a:ext>
                  </a:extLst>
                </p14:cNvPr>
                <p14:cNvContentPartPr/>
                <p14:nvPr/>
              </p14:nvContentPartPr>
              <p14:xfrm>
                <a:off x="2909200" y="5437040"/>
                <a:ext cx="47880" cy="138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7881F26-4B13-2E97-2066-5042A925E4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03080" y="5430920"/>
                  <a:ext cx="601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8319B6-2904-C6A0-C1F0-BD54B8A08473}"/>
                    </a:ext>
                  </a:extLst>
                </p14:cNvPr>
                <p14:cNvContentPartPr/>
                <p14:nvPr/>
              </p14:nvContentPartPr>
              <p14:xfrm>
                <a:off x="2562520" y="4751600"/>
                <a:ext cx="301680" cy="288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8319B6-2904-C6A0-C1F0-BD54B8A084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56400" y="4745480"/>
                  <a:ext cx="313920" cy="30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87FD721-80E8-41F2-8680-1186C3BD4A38}"/>
                  </a:ext>
                </a:extLst>
              </p14:cNvPr>
              <p14:cNvContentPartPr/>
              <p14:nvPr/>
            </p14:nvContentPartPr>
            <p14:xfrm>
              <a:off x="751960" y="4755200"/>
              <a:ext cx="351000" cy="243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87FD721-80E8-41F2-8680-1186C3BD4A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5840" y="4749080"/>
                <a:ext cx="36324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CB4FFC3D-5F60-4552-16FB-5BFB46E7387E}"/>
              </a:ext>
            </a:extLst>
          </p:cNvPr>
          <p:cNvGrpSpPr/>
          <p:nvPr/>
        </p:nvGrpSpPr>
        <p:grpSpPr>
          <a:xfrm>
            <a:off x="3022120" y="4633520"/>
            <a:ext cx="561240" cy="748080"/>
            <a:chOff x="4820440" y="4633520"/>
            <a:chExt cx="561240" cy="74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A6B7E5-FF83-FD62-D484-29A7ABC6A8DB}"/>
                    </a:ext>
                  </a:extLst>
                </p14:cNvPr>
                <p14:cNvContentPartPr/>
                <p14:nvPr/>
              </p14:nvContentPartPr>
              <p14:xfrm>
                <a:off x="4820440" y="4633520"/>
                <a:ext cx="267480" cy="231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A6B7E5-FF83-FD62-D484-29A7ABC6A8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14320" y="4627400"/>
                  <a:ext cx="2797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7777B4-29A3-8036-A9D8-98CAA257494C}"/>
                    </a:ext>
                  </a:extLst>
                </p14:cNvPr>
                <p14:cNvContentPartPr/>
                <p14:nvPr/>
              </p14:nvContentPartPr>
              <p14:xfrm>
                <a:off x="4878760" y="4969040"/>
                <a:ext cx="224640" cy="412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7777B4-29A3-8036-A9D8-98CAA25749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72640" y="4962920"/>
                  <a:ext cx="23688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50D9EAF-E75D-3EFA-38DD-469F8EBD2235}"/>
                    </a:ext>
                  </a:extLst>
                </p14:cNvPr>
                <p14:cNvContentPartPr/>
                <p14:nvPr/>
              </p14:nvContentPartPr>
              <p14:xfrm>
                <a:off x="5144800" y="5087480"/>
                <a:ext cx="236880" cy="161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50D9EAF-E75D-3EFA-38DD-469F8EBD22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38680" y="5081360"/>
                  <a:ext cx="249120" cy="17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1FCFBAA-B976-485B-414C-6473F9BD840D}"/>
                  </a:ext>
                </a:extLst>
              </p14:cNvPr>
              <p14:cNvContentPartPr/>
              <p14:nvPr/>
            </p14:nvContentPartPr>
            <p14:xfrm>
              <a:off x="884440" y="4824320"/>
              <a:ext cx="94680" cy="74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1FCFBAA-B976-485B-414C-6473F9BD840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8320" y="4818200"/>
                <a:ext cx="1069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7C3FCA0-6662-6848-FD2D-60B5E3F8088F}"/>
                  </a:ext>
                </a:extLst>
              </p14:cNvPr>
              <p14:cNvContentPartPr/>
              <p14:nvPr/>
            </p14:nvContentPartPr>
            <p14:xfrm>
              <a:off x="3091600" y="4737200"/>
              <a:ext cx="135360" cy="54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7C3FCA0-6662-6848-FD2D-60B5E3F8088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85480" y="4731080"/>
                <a:ext cx="14760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5F8D35A7-5BCF-743E-CAF6-558FA7455C2D}"/>
              </a:ext>
            </a:extLst>
          </p:cNvPr>
          <p:cNvGrpSpPr/>
          <p:nvPr/>
        </p:nvGrpSpPr>
        <p:grpSpPr>
          <a:xfrm>
            <a:off x="1148680" y="4274600"/>
            <a:ext cx="1834920" cy="706680"/>
            <a:chOff x="2947000" y="4274600"/>
            <a:chExt cx="1834920" cy="70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474DF33-BF1B-289A-A4AC-4A5EB3B7E4DD}"/>
                    </a:ext>
                  </a:extLst>
                </p14:cNvPr>
                <p14:cNvContentPartPr/>
                <p14:nvPr/>
              </p14:nvContentPartPr>
              <p14:xfrm>
                <a:off x="4303840" y="4696880"/>
                <a:ext cx="478080" cy="61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474DF33-BF1B-289A-A4AC-4A5EB3B7E4D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86200" y="4679240"/>
                  <a:ext cx="513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3B54D82-A8F5-8525-6E7C-E5A33E0745F9}"/>
                    </a:ext>
                  </a:extLst>
                </p14:cNvPr>
                <p14:cNvContentPartPr/>
                <p14:nvPr/>
              </p14:nvContentPartPr>
              <p14:xfrm>
                <a:off x="4217440" y="4655480"/>
                <a:ext cx="240120" cy="257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3B54D82-A8F5-8525-6E7C-E5A33E0745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99800" y="4637840"/>
                  <a:ext cx="2757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24E45EA-BBC1-242A-5467-75073FEB233B}"/>
                    </a:ext>
                  </a:extLst>
                </p14:cNvPr>
                <p14:cNvContentPartPr/>
                <p14:nvPr/>
              </p14:nvContentPartPr>
              <p14:xfrm>
                <a:off x="2947000" y="4800560"/>
                <a:ext cx="780480" cy="80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24E45EA-BBC1-242A-5467-75073FEB23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29360" y="4782920"/>
                  <a:ext cx="8161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441228-9ADD-15B9-3B08-E1BE429E745A}"/>
                    </a:ext>
                  </a:extLst>
                </p14:cNvPr>
                <p14:cNvContentPartPr/>
                <p14:nvPr/>
              </p14:nvContentPartPr>
              <p14:xfrm>
                <a:off x="3573760" y="4665200"/>
                <a:ext cx="183240" cy="316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441228-9ADD-15B9-3B08-E1BE429E745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55760" y="4647560"/>
                  <a:ext cx="2188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686B63E-1A5B-B1DD-3399-AD0B2BE4247F}"/>
                    </a:ext>
                  </a:extLst>
                </p14:cNvPr>
                <p14:cNvContentPartPr/>
                <p14:nvPr/>
              </p14:nvContentPartPr>
              <p14:xfrm>
                <a:off x="4386280" y="4388000"/>
                <a:ext cx="154440" cy="135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686B63E-1A5B-B1DD-3399-AD0B2BE4247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68280" y="4370000"/>
                  <a:ext cx="190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B43D55-2AAF-2F44-2F70-D999CB944A7B}"/>
                    </a:ext>
                  </a:extLst>
                </p14:cNvPr>
                <p14:cNvContentPartPr/>
                <p14:nvPr/>
              </p14:nvContentPartPr>
              <p14:xfrm>
                <a:off x="4242640" y="4387280"/>
                <a:ext cx="76320" cy="145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B43D55-2AAF-2F44-2F70-D999CB944A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24640" y="4369280"/>
                  <a:ext cx="1119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587880D-6FB4-DA8D-3A40-4D5F9740E0CF}"/>
                    </a:ext>
                  </a:extLst>
                </p14:cNvPr>
                <p14:cNvContentPartPr/>
                <p14:nvPr/>
              </p14:nvContentPartPr>
              <p14:xfrm>
                <a:off x="4033840" y="4439120"/>
                <a:ext cx="161640" cy="129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587880D-6FB4-DA8D-3A40-4D5F9740E0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15840" y="4421120"/>
                  <a:ext cx="197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236B68-4C21-0AF9-4E8D-19BB6E03A390}"/>
                    </a:ext>
                  </a:extLst>
                </p14:cNvPr>
                <p14:cNvContentPartPr/>
                <p14:nvPr/>
              </p14:nvContentPartPr>
              <p14:xfrm>
                <a:off x="3660520" y="4394840"/>
                <a:ext cx="126360" cy="138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236B68-4C21-0AF9-4E8D-19BB6E03A39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42520" y="4377200"/>
                  <a:ext cx="162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3552224-85A5-1E88-674D-8B9A558EC69C}"/>
                    </a:ext>
                  </a:extLst>
                </p14:cNvPr>
                <p14:cNvContentPartPr/>
                <p14:nvPr/>
              </p14:nvContentPartPr>
              <p14:xfrm>
                <a:off x="3649360" y="4395920"/>
                <a:ext cx="78480" cy="177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3552224-85A5-1E88-674D-8B9A558EC6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31360" y="4377920"/>
                  <a:ext cx="114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B21005E-F66B-3BFF-2DBC-00E066C92926}"/>
                    </a:ext>
                  </a:extLst>
                </p14:cNvPr>
                <p14:cNvContentPartPr/>
                <p14:nvPr/>
              </p14:nvContentPartPr>
              <p14:xfrm>
                <a:off x="3357400" y="4386920"/>
                <a:ext cx="249120" cy="163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B21005E-F66B-3BFF-2DBC-00E066C9292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39400" y="4368920"/>
                  <a:ext cx="284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C66DEE-5E5D-D8F3-9CED-6195A98E5FEB}"/>
                    </a:ext>
                  </a:extLst>
                </p14:cNvPr>
                <p14:cNvContentPartPr/>
                <p14:nvPr/>
              </p14:nvContentPartPr>
              <p14:xfrm>
                <a:off x="3137440" y="4377560"/>
                <a:ext cx="231480" cy="216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C66DEE-5E5D-D8F3-9CED-6195A98E5FE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19800" y="4359920"/>
                  <a:ext cx="2671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4C0477-DCA6-CBFF-B41D-B417C37472EB}"/>
                    </a:ext>
                  </a:extLst>
                </p14:cNvPr>
                <p14:cNvContentPartPr/>
                <p14:nvPr/>
              </p14:nvContentPartPr>
              <p14:xfrm>
                <a:off x="3072280" y="4274600"/>
                <a:ext cx="219240" cy="278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4C0477-DCA6-CBFF-B41D-B417C37472E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54280" y="4256960"/>
                  <a:ext cx="2548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EAFF9E-86A0-DAE7-2E52-974E61A6818D}"/>
                    </a:ext>
                  </a:extLst>
                </p14:cNvPr>
                <p14:cNvContentPartPr/>
                <p14:nvPr/>
              </p14:nvContentPartPr>
              <p14:xfrm>
                <a:off x="2962480" y="4356320"/>
                <a:ext cx="93240" cy="87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EAFF9E-86A0-DAE7-2E52-974E61A6818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44480" y="4338680"/>
                  <a:ext cx="12888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984E92A-3ADF-9CF9-C921-2240BB8D5673}"/>
              </a:ext>
            </a:extLst>
          </p:cNvPr>
          <p:cNvGrpSpPr/>
          <p:nvPr/>
        </p:nvGrpSpPr>
        <p:grpSpPr>
          <a:xfrm>
            <a:off x="4926160" y="5663840"/>
            <a:ext cx="876960" cy="658440"/>
            <a:chOff x="6724480" y="5663840"/>
            <a:chExt cx="876960" cy="65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5C2E916-280B-5FA0-7425-2A8F5B0D28AE}"/>
                    </a:ext>
                  </a:extLst>
                </p14:cNvPr>
                <p14:cNvContentPartPr/>
                <p14:nvPr/>
              </p14:nvContentPartPr>
              <p14:xfrm>
                <a:off x="6724480" y="5663840"/>
                <a:ext cx="231840" cy="19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5C2E916-280B-5FA0-7425-2A8F5B0D28A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18360" y="5657720"/>
                  <a:ext cx="244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C15A7AB-913D-9D1D-7942-DA769C1AE0A2}"/>
                    </a:ext>
                  </a:extLst>
                </p14:cNvPr>
                <p14:cNvContentPartPr/>
                <p14:nvPr/>
              </p14:nvContentPartPr>
              <p14:xfrm>
                <a:off x="7180960" y="5812520"/>
                <a:ext cx="300600" cy="509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C15A7AB-913D-9D1D-7942-DA769C1AE0A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74840" y="5806400"/>
                  <a:ext cx="31284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13D2814-B708-6F7F-AB23-CBCC74F22783}"/>
                    </a:ext>
                  </a:extLst>
                </p14:cNvPr>
                <p14:cNvContentPartPr/>
                <p14:nvPr/>
              </p14:nvContentPartPr>
              <p14:xfrm>
                <a:off x="7456360" y="6031760"/>
                <a:ext cx="145080" cy="213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13D2814-B708-6F7F-AB23-CBCC74F2278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50240" y="6025640"/>
                  <a:ext cx="157320" cy="22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A49282C-E7A9-8826-B52A-413FB9E9DFFB}"/>
                  </a:ext>
                </a:extLst>
              </p14:cNvPr>
              <p14:cNvContentPartPr/>
              <p14:nvPr/>
            </p14:nvContentPartPr>
            <p14:xfrm>
              <a:off x="5066920" y="5469800"/>
              <a:ext cx="174600" cy="119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A49282C-E7A9-8826-B52A-413FB9E9DFF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60800" y="5463680"/>
                <a:ext cx="18684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E2DB661-C0B3-1796-71E4-F477050EE709}"/>
                  </a:ext>
                </a:extLst>
              </p14:cNvPr>
              <p14:cNvContentPartPr/>
              <p14:nvPr/>
            </p14:nvContentPartPr>
            <p14:xfrm>
              <a:off x="545680" y="4508240"/>
              <a:ext cx="838080" cy="12621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E2DB661-C0B3-1796-71E4-F477050EE70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2040" y="4400240"/>
                <a:ext cx="945720" cy="147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E6194C0E-BE6E-728E-A34F-C51D7ED387E0}"/>
              </a:ext>
            </a:extLst>
          </p:cNvPr>
          <p:cNvGrpSpPr/>
          <p:nvPr/>
        </p:nvGrpSpPr>
        <p:grpSpPr>
          <a:xfrm>
            <a:off x="8200" y="4357040"/>
            <a:ext cx="710640" cy="402480"/>
            <a:chOff x="1806520" y="4357040"/>
            <a:chExt cx="71064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E918930-8411-462D-45D1-A72C800933F0}"/>
                    </a:ext>
                  </a:extLst>
                </p14:cNvPr>
                <p14:cNvContentPartPr/>
                <p14:nvPr/>
              </p14:nvContentPartPr>
              <p14:xfrm>
                <a:off x="2041600" y="4539200"/>
                <a:ext cx="475560" cy="176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E918930-8411-462D-45D1-A72C800933F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23960" y="4521560"/>
                  <a:ext cx="511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F2830D-2285-2036-EEF8-03DD08075144}"/>
                    </a:ext>
                  </a:extLst>
                </p14:cNvPr>
                <p14:cNvContentPartPr/>
                <p14:nvPr/>
              </p14:nvContentPartPr>
              <p14:xfrm>
                <a:off x="1906240" y="4526240"/>
                <a:ext cx="309240" cy="233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F2830D-2285-2036-EEF8-03DD080751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88600" y="4508600"/>
                  <a:ext cx="3448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4020C0-0257-143B-0EAB-5E9B66D43810}"/>
                    </a:ext>
                  </a:extLst>
                </p14:cNvPr>
                <p14:cNvContentPartPr/>
                <p14:nvPr/>
              </p14:nvContentPartPr>
              <p14:xfrm>
                <a:off x="1806520" y="4357040"/>
                <a:ext cx="547920" cy="200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4020C0-0257-143B-0EAB-5E9B66D438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88880" y="4339400"/>
                  <a:ext cx="58356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7BD6383-AC90-FF9E-DF23-A04BE8E7CF39}"/>
              </a:ext>
            </a:extLst>
          </p:cNvPr>
          <p:cNvGrpSpPr/>
          <p:nvPr/>
        </p:nvGrpSpPr>
        <p:grpSpPr>
          <a:xfrm>
            <a:off x="5722120" y="5838080"/>
            <a:ext cx="784440" cy="380520"/>
            <a:chOff x="7520440" y="5838080"/>
            <a:chExt cx="784440" cy="38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AC6E3C7-ECAF-41B4-8CB7-BC133709A55A}"/>
                    </a:ext>
                  </a:extLst>
                </p14:cNvPr>
                <p14:cNvContentPartPr/>
                <p14:nvPr/>
              </p14:nvContentPartPr>
              <p14:xfrm>
                <a:off x="7520440" y="5838080"/>
                <a:ext cx="708840" cy="257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AC6E3C7-ECAF-41B4-8CB7-BC133709A5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02440" y="5820080"/>
                  <a:ext cx="744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D30B0B2-D238-76FC-0321-081B6884934B}"/>
                    </a:ext>
                  </a:extLst>
                </p14:cNvPr>
                <p14:cNvContentPartPr/>
                <p14:nvPr/>
              </p14:nvContentPartPr>
              <p14:xfrm>
                <a:off x="8095360" y="5894960"/>
                <a:ext cx="209520" cy="323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D30B0B2-D238-76FC-0321-081B6884934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77360" y="5876960"/>
                  <a:ext cx="245160" cy="35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7D470A2-809E-BE7B-76DA-47A7E23F509D}"/>
              </a:ext>
            </a:extLst>
          </p:cNvPr>
          <p:cNvGrpSpPr/>
          <p:nvPr/>
        </p:nvGrpSpPr>
        <p:grpSpPr>
          <a:xfrm>
            <a:off x="3210760" y="5831960"/>
            <a:ext cx="1176120" cy="142920"/>
            <a:chOff x="5009080" y="5831960"/>
            <a:chExt cx="117612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977111B-08EA-0204-2FEC-14A6485DF9D6}"/>
                    </a:ext>
                  </a:extLst>
                </p14:cNvPr>
                <p14:cNvContentPartPr/>
                <p14:nvPr/>
              </p14:nvContentPartPr>
              <p14:xfrm>
                <a:off x="5009080" y="5831960"/>
                <a:ext cx="571680" cy="69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977111B-08EA-0204-2FEC-14A6485DF9D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91080" y="5814320"/>
                  <a:ext cx="607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693DB0A-1FFE-3202-FD67-0EE987D0A17A}"/>
                    </a:ext>
                  </a:extLst>
                </p14:cNvPr>
                <p14:cNvContentPartPr/>
                <p14:nvPr/>
              </p14:nvContentPartPr>
              <p14:xfrm>
                <a:off x="5774080" y="5940680"/>
                <a:ext cx="411120" cy="34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693DB0A-1FFE-3202-FD67-0EE987D0A17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56080" y="5922680"/>
                  <a:ext cx="44676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D50B57C-37AE-A0F0-4028-D4F14212708C}"/>
              </a:ext>
            </a:extLst>
          </p:cNvPr>
          <p:cNvGrpSpPr/>
          <p:nvPr/>
        </p:nvGrpSpPr>
        <p:grpSpPr>
          <a:xfrm>
            <a:off x="1253800" y="5157320"/>
            <a:ext cx="1683000" cy="975960"/>
            <a:chOff x="3052120" y="5157320"/>
            <a:chExt cx="1683000" cy="9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8F30815-8516-390B-D193-A59817784012}"/>
                    </a:ext>
                  </a:extLst>
                </p14:cNvPr>
                <p14:cNvContentPartPr/>
                <p14:nvPr/>
              </p14:nvContentPartPr>
              <p14:xfrm>
                <a:off x="3052120" y="5157320"/>
                <a:ext cx="296640" cy="99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8F30815-8516-390B-D193-A5981778401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34480" y="5139680"/>
                  <a:ext cx="3322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37D4CC4-8241-D7C5-E305-E458D01880D0}"/>
                    </a:ext>
                  </a:extLst>
                </p14:cNvPr>
                <p14:cNvContentPartPr/>
                <p14:nvPr/>
              </p14:nvContentPartPr>
              <p14:xfrm>
                <a:off x="3513640" y="5339840"/>
                <a:ext cx="375840" cy="167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37D4CC4-8241-D7C5-E305-E458D01880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96000" y="5322200"/>
                  <a:ext cx="4114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085930-C154-894D-314D-950E78D564FF}"/>
                    </a:ext>
                  </a:extLst>
                </p14:cNvPr>
                <p14:cNvContentPartPr/>
                <p14:nvPr/>
              </p14:nvContentPartPr>
              <p14:xfrm>
                <a:off x="4087480" y="5585360"/>
                <a:ext cx="647640" cy="178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085930-C154-894D-314D-950E78D564F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69480" y="5567360"/>
                  <a:ext cx="683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C5048EC-75E7-AC11-966A-F640044FDB8B}"/>
                    </a:ext>
                  </a:extLst>
                </p14:cNvPr>
                <p14:cNvContentPartPr/>
                <p14:nvPr/>
              </p14:nvContentPartPr>
              <p14:xfrm>
                <a:off x="4262800" y="5831600"/>
                <a:ext cx="335160" cy="162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C5048EC-75E7-AC11-966A-F640044FDB8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44800" y="5813600"/>
                  <a:ext cx="370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BEE48F1-3196-8896-E981-3600BF77C7EE}"/>
                    </a:ext>
                  </a:extLst>
                </p14:cNvPr>
                <p14:cNvContentPartPr/>
                <p14:nvPr/>
              </p14:nvContentPartPr>
              <p14:xfrm>
                <a:off x="4029880" y="5955080"/>
                <a:ext cx="61200" cy="178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BEE48F1-3196-8896-E981-3600BF77C7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11880" y="5937080"/>
                  <a:ext cx="96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52FD484-C491-EC2F-4F1E-39747D7F626D}"/>
                    </a:ext>
                  </a:extLst>
                </p14:cNvPr>
                <p14:cNvContentPartPr/>
                <p14:nvPr/>
              </p14:nvContentPartPr>
              <p14:xfrm>
                <a:off x="3861760" y="5950760"/>
                <a:ext cx="81000" cy="133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52FD484-C491-EC2F-4F1E-39747D7F626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43760" y="5932760"/>
                  <a:ext cx="1166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C6F2230-A369-144D-44C7-40B2D9B034B5}"/>
                    </a:ext>
                  </a:extLst>
                </p14:cNvPr>
                <p14:cNvContentPartPr/>
                <p14:nvPr/>
              </p14:nvContentPartPr>
              <p14:xfrm>
                <a:off x="3728200" y="5929520"/>
                <a:ext cx="92520" cy="117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C6F2230-A369-144D-44C7-40B2D9B034B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10200" y="5911520"/>
                  <a:ext cx="1281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5613F74-82FE-7EFD-AC88-CB241087AB2F}"/>
                    </a:ext>
                  </a:extLst>
                </p14:cNvPr>
                <p14:cNvContentPartPr/>
                <p14:nvPr/>
              </p14:nvContentPartPr>
              <p14:xfrm>
                <a:off x="3694360" y="5691920"/>
                <a:ext cx="232200" cy="354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5613F74-82FE-7EFD-AC88-CB241087AB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76360" y="5674280"/>
                  <a:ext cx="267840" cy="39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98B20C6-E452-E740-495C-8E377084C155}"/>
                  </a:ext>
                </a:extLst>
              </p14:cNvPr>
              <p14:cNvContentPartPr/>
              <p14:nvPr/>
            </p14:nvContentPartPr>
            <p14:xfrm>
              <a:off x="8525560" y="2975360"/>
              <a:ext cx="84240" cy="154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98B20C6-E452-E740-495C-8E377084C15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519440" y="2969240"/>
                <a:ext cx="96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C5C3BA9-1075-1417-9B8D-923293D71706}"/>
                  </a:ext>
                </a:extLst>
              </p14:cNvPr>
              <p14:cNvContentPartPr/>
              <p14:nvPr/>
            </p14:nvContentPartPr>
            <p14:xfrm>
              <a:off x="8516200" y="2922080"/>
              <a:ext cx="98640" cy="19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C5C3BA9-1075-1417-9B8D-923293D7170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510080" y="2915960"/>
                <a:ext cx="1108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BDA8C3E-540A-1647-4753-09C856CD131F}"/>
                  </a:ext>
                </a:extLst>
              </p14:cNvPr>
              <p14:cNvContentPartPr/>
              <p14:nvPr/>
            </p14:nvContentPartPr>
            <p14:xfrm>
              <a:off x="8827960" y="2766560"/>
              <a:ext cx="230040" cy="1958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BDA8C3E-540A-1647-4753-09C856CD131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821840" y="2760440"/>
                <a:ext cx="24228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4F37F81-A54C-CBF1-B57A-321F7A3A6A16}"/>
                  </a:ext>
                </a:extLst>
              </p14:cNvPr>
              <p14:cNvContentPartPr/>
              <p14:nvPr/>
            </p14:nvContentPartPr>
            <p14:xfrm>
              <a:off x="8815720" y="2856560"/>
              <a:ext cx="227520" cy="43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4F37F81-A54C-CBF1-B57A-321F7A3A6A1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809600" y="2850440"/>
                <a:ext cx="2397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C3632FB-D8AD-4B45-A4E1-CF6F2EB4A2B6}"/>
                  </a:ext>
                </a:extLst>
              </p14:cNvPr>
              <p14:cNvContentPartPr/>
              <p14:nvPr/>
            </p14:nvContentPartPr>
            <p14:xfrm>
              <a:off x="8686840" y="2982200"/>
              <a:ext cx="464040" cy="190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C3632FB-D8AD-4B45-A4E1-CF6F2EB4A2B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680720" y="2976080"/>
                <a:ext cx="47628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9D9A024-DC10-D389-50D2-BCD69142AF58}"/>
                  </a:ext>
                </a:extLst>
              </p14:cNvPr>
              <p14:cNvContentPartPr/>
              <p14:nvPr/>
            </p14:nvContentPartPr>
            <p14:xfrm>
              <a:off x="8804200" y="3061040"/>
              <a:ext cx="230760" cy="2343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9D9A024-DC10-D389-50D2-BCD69142AF5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798080" y="3054920"/>
                <a:ext cx="24300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BBB7E72-E04F-E23D-F206-6CE1DF486B89}"/>
                  </a:ext>
                </a:extLst>
              </p14:cNvPr>
              <p14:cNvContentPartPr/>
              <p14:nvPr/>
            </p14:nvContentPartPr>
            <p14:xfrm>
              <a:off x="8829760" y="2748200"/>
              <a:ext cx="246960" cy="2138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BBB7E72-E04F-E23D-F206-6CE1DF486B8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823640" y="2742080"/>
                <a:ext cx="2592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F9AEC35-3008-CA3A-6D92-884B8B81EC66}"/>
                  </a:ext>
                </a:extLst>
              </p14:cNvPr>
              <p14:cNvContentPartPr/>
              <p14:nvPr/>
            </p14:nvContentPartPr>
            <p14:xfrm>
              <a:off x="8812840" y="2852960"/>
              <a:ext cx="209880" cy="370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F9AEC35-3008-CA3A-6D92-884B8B81EC6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806720" y="2846840"/>
                <a:ext cx="222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F3CB8DE-0B3E-EBBF-4065-7974456C22BC}"/>
                  </a:ext>
                </a:extLst>
              </p14:cNvPr>
              <p14:cNvContentPartPr/>
              <p14:nvPr/>
            </p14:nvContentPartPr>
            <p14:xfrm>
              <a:off x="9191200" y="2825600"/>
              <a:ext cx="134640" cy="169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F3CB8DE-0B3E-EBBF-4065-7974456C22B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185080" y="2819480"/>
                <a:ext cx="1468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95EF672-EEA6-745D-C43D-E2C6CBDB3825}"/>
                  </a:ext>
                </a:extLst>
              </p14:cNvPr>
              <p14:cNvContentPartPr/>
              <p14:nvPr/>
            </p14:nvContentPartPr>
            <p14:xfrm>
              <a:off x="9298120" y="2780600"/>
              <a:ext cx="103320" cy="1004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95EF672-EEA6-745D-C43D-E2C6CBDB382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292000" y="2774480"/>
                <a:ext cx="1155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3A782A2-4ACA-D52E-39B5-E94AC0089360}"/>
                  </a:ext>
                </a:extLst>
              </p14:cNvPr>
              <p14:cNvContentPartPr/>
              <p14:nvPr/>
            </p14:nvContentPartPr>
            <p14:xfrm>
              <a:off x="9212080" y="3135920"/>
              <a:ext cx="272160" cy="237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3A782A2-4ACA-D52E-39B5-E94AC008936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05960" y="3129800"/>
                <a:ext cx="284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A2D643D-B38C-ED36-D9DF-0524B4DDD3FE}"/>
                  </a:ext>
                </a:extLst>
              </p14:cNvPr>
              <p14:cNvContentPartPr/>
              <p14:nvPr/>
            </p14:nvContentPartPr>
            <p14:xfrm>
              <a:off x="9389560" y="3084800"/>
              <a:ext cx="73440" cy="979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A2D643D-B38C-ED36-D9DF-0524B4DDD3F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383440" y="3078680"/>
                <a:ext cx="856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1F9BD98-3515-7A86-0575-1C7CCAFF8206}"/>
                  </a:ext>
                </a:extLst>
              </p14:cNvPr>
              <p14:cNvContentPartPr/>
              <p14:nvPr/>
            </p14:nvContentPartPr>
            <p14:xfrm>
              <a:off x="9950080" y="3069320"/>
              <a:ext cx="159480" cy="1612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1F9BD98-3515-7A86-0575-1C7CCAFF820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943960" y="3063200"/>
                <a:ext cx="17172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9FB462FA-DB4B-1194-E326-2E5F1AFAB8E8}"/>
                  </a:ext>
                </a:extLst>
              </p14:cNvPr>
              <p14:cNvContentPartPr/>
              <p14:nvPr/>
            </p14:nvContentPartPr>
            <p14:xfrm>
              <a:off x="9804280" y="3043760"/>
              <a:ext cx="105480" cy="1281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9FB462FA-DB4B-1194-E326-2E5F1AFAB8E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798160" y="3037640"/>
                <a:ext cx="1177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E24DB52-6F83-C77C-3C7F-512E8F0DC78E}"/>
                  </a:ext>
                </a:extLst>
              </p14:cNvPr>
              <p14:cNvContentPartPr/>
              <p14:nvPr/>
            </p14:nvContentPartPr>
            <p14:xfrm>
              <a:off x="9653800" y="3073640"/>
              <a:ext cx="80280" cy="997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E24DB52-6F83-C77C-3C7F-512E8F0DC78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647680" y="3067520"/>
                <a:ext cx="925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405A528-4102-774E-A6A6-A511A925CDC8}"/>
                  </a:ext>
                </a:extLst>
              </p14:cNvPr>
              <p14:cNvContentPartPr/>
              <p14:nvPr/>
            </p14:nvContentPartPr>
            <p14:xfrm>
              <a:off x="9565960" y="3102800"/>
              <a:ext cx="42840" cy="250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405A528-4102-774E-A6A6-A511A925CDC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559840" y="3096680"/>
                <a:ext cx="550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0BA444B-A3D1-AB3A-47A3-51674C2C2476}"/>
                  </a:ext>
                </a:extLst>
              </p14:cNvPr>
              <p14:cNvContentPartPr/>
              <p14:nvPr/>
            </p14:nvContentPartPr>
            <p14:xfrm>
              <a:off x="8827960" y="2757920"/>
              <a:ext cx="134640" cy="1987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0BA444B-A3D1-AB3A-47A3-51674C2C247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821840" y="2751800"/>
                <a:ext cx="146880" cy="21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CAADBA6-D0DD-330D-706D-7EFB004A0040}"/>
              </a:ext>
            </a:extLst>
          </p:cNvPr>
          <p:cNvGrpSpPr/>
          <p:nvPr/>
        </p:nvGrpSpPr>
        <p:grpSpPr>
          <a:xfrm>
            <a:off x="9658120" y="2771600"/>
            <a:ext cx="402120" cy="144720"/>
            <a:chOff x="9658120" y="2771600"/>
            <a:chExt cx="40212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69B67BF-BE1C-2937-5085-5937A1A9C1A6}"/>
                    </a:ext>
                  </a:extLst>
                </p14:cNvPr>
                <p14:cNvContentPartPr/>
                <p14:nvPr/>
              </p14:nvContentPartPr>
              <p14:xfrm>
                <a:off x="9911560" y="2771600"/>
                <a:ext cx="148680" cy="104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69B67BF-BE1C-2937-5085-5937A1A9C1A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05440" y="2765480"/>
                  <a:ext cx="160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06F0E1E-E1FD-7FA8-5DC9-EF99B4AE943E}"/>
                    </a:ext>
                  </a:extLst>
                </p14:cNvPr>
                <p14:cNvContentPartPr/>
                <p14:nvPr/>
              </p14:nvContentPartPr>
              <p14:xfrm>
                <a:off x="9835600" y="2801120"/>
                <a:ext cx="11160" cy="90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06F0E1E-E1FD-7FA8-5DC9-EF99B4AE943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29480" y="2795000"/>
                  <a:ext cx="23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DD35F33-2AD1-6E77-EEA6-185BD72D4070}"/>
                    </a:ext>
                  </a:extLst>
                </p14:cNvPr>
                <p14:cNvContentPartPr/>
                <p14:nvPr/>
              </p14:nvContentPartPr>
              <p14:xfrm>
                <a:off x="9658120" y="2795720"/>
                <a:ext cx="127080" cy="98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DD35F33-2AD1-6E77-EEA6-185BD72D407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652000" y="2789600"/>
                  <a:ext cx="139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61FFB45-43A9-BD30-171D-19D095E371BE}"/>
                    </a:ext>
                  </a:extLst>
                </p14:cNvPr>
                <p14:cNvContentPartPr/>
                <p14:nvPr/>
              </p14:nvContentPartPr>
              <p14:xfrm>
                <a:off x="9703480" y="2795720"/>
                <a:ext cx="91800" cy="120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61FFB45-43A9-BD30-171D-19D095E371B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697360" y="2789600"/>
                  <a:ext cx="10404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78863EB-BC26-CD78-DE1E-F654BAB6BDBB}"/>
                  </a:ext>
                </a:extLst>
              </p14:cNvPr>
              <p14:cNvContentPartPr/>
              <p14:nvPr/>
            </p14:nvContentPartPr>
            <p14:xfrm>
              <a:off x="5701720" y="3137720"/>
              <a:ext cx="360" cy="3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78863EB-BC26-CD78-DE1E-F654BAB6BDB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695600" y="31316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DB55BC3-2FFD-B3F6-8D31-A698F9BC9622}"/>
                  </a:ext>
                </a:extLst>
              </p14:cNvPr>
              <p14:cNvContentPartPr/>
              <p14:nvPr/>
            </p14:nvContentPartPr>
            <p14:xfrm>
              <a:off x="1386400" y="2819840"/>
              <a:ext cx="3240" cy="489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DB55BC3-2FFD-B3F6-8D31-A698F9BC962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382080" y="2815520"/>
                <a:ext cx="1188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6D0378C-008E-B8C5-1FDF-4A281AB63CE7}"/>
                  </a:ext>
                </a:extLst>
              </p14:cNvPr>
              <p14:cNvContentPartPr/>
              <p14:nvPr/>
            </p14:nvContentPartPr>
            <p14:xfrm>
              <a:off x="4349200" y="3628400"/>
              <a:ext cx="246960" cy="378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6D0378C-008E-B8C5-1FDF-4A281AB63CE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343080" y="3622280"/>
                <a:ext cx="25920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F086BC7-A44A-B0C8-38BA-D17EA7280932}"/>
              </a:ext>
            </a:extLst>
          </p:cNvPr>
          <p:cNvGrpSpPr/>
          <p:nvPr/>
        </p:nvGrpSpPr>
        <p:grpSpPr>
          <a:xfrm>
            <a:off x="247360" y="1432760"/>
            <a:ext cx="3593880" cy="2232000"/>
            <a:chOff x="247360" y="1432760"/>
            <a:chExt cx="3593880" cy="22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688DAAF-8B90-0A11-096C-80A9BE3CCCB7}"/>
                    </a:ext>
                  </a:extLst>
                </p14:cNvPr>
                <p14:cNvContentPartPr/>
                <p14:nvPr/>
              </p14:nvContentPartPr>
              <p14:xfrm>
                <a:off x="1476040" y="1713920"/>
                <a:ext cx="339840" cy="665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688DAAF-8B90-0A11-096C-80A9BE3CCCB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69920" y="1707800"/>
                  <a:ext cx="35208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40E1311-A9E6-3D48-5158-DED0BFD23C32}"/>
                    </a:ext>
                  </a:extLst>
                </p14:cNvPr>
                <p14:cNvContentPartPr/>
                <p14:nvPr/>
              </p14:nvContentPartPr>
              <p14:xfrm>
                <a:off x="1479280" y="2041880"/>
                <a:ext cx="289800" cy="47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40E1311-A9E6-3D48-5158-DED0BFD23C3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73160" y="2035760"/>
                  <a:ext cx="302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71EAB53-D5CB-5D05-7FE9-8F705072B765}"/>
                    </a:ext>
                  </a:extLst>
                </p14:cNvPr>
                <p14:cNvContentPartPr/>
                <p14:nvPr/>
              </p14:nvContentPartPr>
              <p14:xfrm>
                <a:off x="967000" y="2150240"/>
                <a:ext cx="276840" cy="59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71EAB53-D5CB-5D05-7FE9-8F705072B76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60880" y="2144120"/>
                  <a:ext cx="289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8B67FE0-9D90-6775-10FA-E0064ACCC7AC}"/>
                    </a:ext>
                  </a:extLst>
                </p14:cNvPr>
                <p14:cNvContentPartPr/>
                <p14:nvPr/>
              </p14:nvContentPartPr>
              <p14:xfrm>
                <a:off x="994720" y="2052680"/>
                <a:ext cx="140040" cy="39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8B67FE0-9D90-6775-10FA-E0064ACCC7A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88600" y="2046560"/>
                  <a:ext cx="152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5DABEA3-0E5F-59D5-12FA-B567ADBAF115}"/>
                    </a:ext>
                  </a:extLst>
                </p14:cNvPr>
                <p14:cNvContentPartPr/>
                <p14:nvPr/>
              </p14:nvContentPartPr>
              <p14:xfrm>
                <a:off x="572440" y="2214320"/>
                <a:ext cx="289800" cy="209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5DABEA3-0E5F-59D5-12FA-B567ADBAF11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6320" y="2208200"/>
                  <a:ext cx="302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B507E5B-BE64-FD2A-BDB6-3F76E716B1D5}"/>
                    </a:ext>
                  </a:extLst>
                </p14:cNvPr>
                <p14:cNvContentPartPr/>
                <p14:nvPr/>
              </p14:nvContentPartPr>
              <p14:xfrm>
                <a:off x="371920" y="2332760"/>
                <a:ext cx="165600" cy="232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B507E5B-BE64-FD2A-BDB6-3F76E716B1D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5800" y="2326640"/>
                  <a:ext cx="177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4952B0B-24FA-9EB9-E140-694F156FAE78}"/>
                    </a:ext>
                  </a:extLst>
                </p14:cNvPr>
                <p14:cNvContentPartPr/>
                <p14:nvPr/>
              </p14:nvContentPartPr>
              <p14:xfrm>
                <a:off x="247360" y="1432760"/>
                <a:ext cx="1575000" cy="1359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952B0B-24FA-9EB9-E140-694F156FAE7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41240" y="1426640"/>
                  <a:ext cx="1587240" cy="13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840D8FA-FF6A-32A0-848A-2E1FA938EDF4}"/>
                    </a:ext>
                  </a:extLst>
                </p14:cNvPr>
                <p14:cNvContentPartPr/>
                <p14:nvPr/>
              </p14:nvContentPartPr>
              <p14:xfrm>
                <a:off x="1214320" y="2595200"/>
                <a:ext cx="213120" cy="1069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840D8FA-FF6A-32A0-848A-2E1FA938EDF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08200" y="2589080"/>
                  <a:ext cx="225360" cy="10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4536964-F4FF-57C9-7F33-592554FCEABB}"/>
                    </a:ext>
                  </a:extLst>
                </p14:cNvPr>
                <p14:cNvContentPartPr/>
                <p14:nvPr/>
              </p14:nvContentPartPr>
              <p14:xfrm>
                <a:off x="1464880" y="2564240"/>
                <a:ext cx="178560" cy="407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4536964-F4FF-57C9-7F33-592554FCEAB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58760" y="2558120"/>
                  <a:ext cx="19080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FE85DC1-7ECF-A2B3-DD2F-9B8B1651CF06}"/>
                    </a:ext>
                  </a:extLst>
                </p14:cNvPr>
                <p14:cNvContentPartPr/>
                <p14:nvPr/>
              </p14:nvContentPartPr>
              <p14:xfrm>
                <a:off x="1484680" y="2808320"/>
                <a:ext cx="226800" cy="230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FE85DC1-7ECF-A2B3-DD2F-9B8B1651CF0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78560" y="2802200"/>
                  <a:ext cx="239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AFF4910-C3A1-6C41-B7C2-424196AD6AE9}"/>
                    </a:ext>
                  </a:extLst>
                </p14:cNvPr>
                <p14:cNvContentPartPr/>
                <p14:nvPr/>
              </p14:nvContentPartPr>
              <p14:xfrm>
                <a:off x="1778800" y="2703920"/>
                <a:ext cx="203040" cy="110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AFF4910-C3A1-6C41-B7C2-424196AD6AE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72680" y="2697800"/>
                  <a:ext cx="215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719F5A7-E80A-AB48-6AF4-3A5D065FADBC}"/>
                    </a:ext>
                  </a:extLst>
                </p14:cNvPr>
                <p14:cNvContentPartPr/>
                <p14:nvPr/>
              </p14:nvContentPartPr>
              <p14:xfrm>
                <a:off x="2110000" y="2324480"/>
                <a:ext cx="21240" cy="369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719F5A7-E80A-AB48-6AF4-3A5D065FADB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03880" y="2318360"/>
                  <a:ext cx="334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A421554-B3E5-1270-E654-3586E8B50DBB}"/>
                    </a:ext>
                  </a:extLst>
                </p14:cNvPr>
                <p14:cNvContentPartPr/>
                <p14:nvPr/>
              </p14:nvContentPartPr>
              <p14:xfrm>
                <a:off x="2165080" y="2336720"/>
                <a:ext cx="152280" cy="3052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A421554-B3E5-1270-E654-3586E8B50DB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58960" y="2330600"/>
                  <a:ext cx="1645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C63C844-61FE-8DF2-933D-D40D75838060}"/>
                    </a:ext>
                  </a:extLst>
                </p14:cNvPr>
                <p14:cNvContentPartPr/>
                <p14:nvPr/>
              </p14:nvContentPartPr>
              <p14:xfrm>
                <a:off x="2452360" y="2501240"/>
                <a:ext cx="360" cy="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C63C844-61FE-8DF2-933D-D40D758380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46240" y="24951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D54B896-90FC-710D-9256-2C11DE4E412F}"/>
                    </a:ext>
                  </a:extLst>
                </p14:cNvPr>
                <p14:cNvContentPartPr/>
                <p14:nvPr/>
              </p14:nvContentPartPr>
              <p14:xfrm>
                <a:off x="2533000" y="2403320"/>
                <a:ext cx="210960" cy="379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D54B896-90FC-710D-9256-2C11DE4E412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526880" y="2397200"/>
                  <a:ext cx="22320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6C3F54C-7CD0-5954-085C-308CDF793BB8}"/>
                    </a:ext>
                  </a:extLst>
                </p14:cNvPr>
                <p14:cNvContentPartPr/>
                <p14:nvPr/>
              </p14:nvContentPartPr>
              <p14:xfrm>
                <a:off x="2839360" y="2523560"/>
                <a:ext cx="26640" cy="1137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6C3F54C-7CD0-5954-085C-308CDF793BB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833240" y="2517440"/>
                  <a:ext cx="38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791D3FD-E886-3427-C35B-88F442CC2E51}"/>
                    </a:ext>
                  </a:extLst>
                </p14:cNvPr>
                <p14:cNvContentPartPr/>
                <p14:nvPr/>
              </p14:nvContentPartPr>
              <p14:xfrm>
                <a:off x="2933320" y="2489000"/>
                <a:ext cx="360" cy="3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791D3FD-E886-3427-C35B-88F442CC2E5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27200" y="24828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0C8181E-2EBF-457E-BAE9-0C43F285577C}"/>
                    </a:ext>
                  </a:extLst>
                </p14:cNvPr>
                <p14:cNvContentPartPr/>
                <p14:nvPr/>
              </p14:nvContentPartPr>
              <p14:xfrm>
                <a:off x="3091360" y="2302880"/>
                <a:ext cx="63360" cy="258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0C8181E-2EBF-457E-BAE9-0C43F285577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85240" y="2296760"/>
                  <a:ext cx="756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FC410C8-BEEB-12E9-C2C1-32C08C4B5C89}"/>
                    </a:ext>
                  </a:extLst>
                </p14:cNvPr>
                <p14:cNvContentPartPr/>
                <p14:nvPr/>
              </p14:nvContentPartPr>
              <p14:xfrm>
                <a:off x="3035920" y="2305040"/>
                <a:ext cx="236880" cy="4082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FC410C8-BEEB-12E9-C2C1-32C08C4B5C8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029800" y="2298920"/>
                  <a:ext cx="2491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81F3304-AFB4-8800-5E75-4A944D3A0DBB}"/>
                    </a:ext>
                  </a:extLst>
                </p14:cNvPr>
                <p14:cNvContentPartPr/>
                <p14:nvPr/>
              </p14:nvContentPartPr>
              <p14:xfrm>
                <a:off x="3258760" y="2474240"/>
                <a:ext cx="251640" cy="133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81F3304-AFB4-8800-5E75-4A944D3A0DB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52640" y="2468120"/>
                  <a:ext cx="263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669DDB1-6AAF-684C-69F8-F62F184F2945}"/>
                    </a:ext>
                  </a:extLst>
                </p14:cNvPr>
                <p14:cNvContentPartPr/>
                <p14:nvPr/>
              </p14:nvContentPartPr>
              <p14:xfrm>
                <a:off x="1957000" y="2730200"/>
                <a:ext cx="1123200" cy="269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669DDB1-6AAF-684C-69F8-F62F184F294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50880" y="2724080"/>
                  <a:ext cx="11354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A21F1F2-7EE9-7A64-C359-E9FD96D15779}"/>
                    </a:ext>
                  </a:extLst>
                </p14:cNvPr>
                <p14:cNvContentPartPr/>
                <p14:nvPr/>
              </p14:nvContentPartPr>
              <p14:xfrm>
                <a:off x="2292520" y="2990840"/>
                <a:ext cx="202320" cy="463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A21F1F2-7EE9-7A64-C359-E9FD96D1577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286400" y="2984720"/>
                  <a:ext cx="2145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55C5281-D7F3-D648-BE9A-07A08B06CCF0}"/>
                    </a:ext>
                  </a:extLst>
                </p14:cNvPr>
                <p14:cNvContentPartPr/>
                <p14:nvPr/>
              </p14:nvContentPartPr>
              <p14:xfrm>
                <a:off x="2564680" y="3171920"/>
                <a:ext cx="339840" cy="251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55C5281-D7F3-D648-BE9A-07A08B06CC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558560" y="3165800"/>
                  <a:ext cx="3520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383EDA1-A6B4-7BCB-A9F0-7282A9CB497D}"/>
                    </a:ext>
                  </a:extLst>
                </p14:cNvPr>
                <p14:cNvContentPartPr/>
                <p14:nvPr/>
              </p14:nvContentPartPr>
              <p14:xfrm>
                <a:off x="2835040" y="2532560"/>
                <a:ext cx="46440" cy="53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383EDA1-A6B4-7BCB-A9F0-7282A9CB497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828920" y="2526440"/>
                  <a:ext cx="58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0ABA01F-5832-E176-6590-87E62722D9F9}"/>
                    </a:ext>
                  </a:extLst>
                </p14:cNvPr>
                <p14:cNvContentPartPr/>
                <p14:nvPr/>
              </p14:nvContentPartPr>
              <p14:xfrm>
                <a:off x="2957080" y="2471720"/>
                <a:ext cx="10440" cy="39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0ABA01F-5832-E176-6590-87E62722D9F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950960" y="2465600"/>
                  <a:ext cx="22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434DDF8-FA2D-D268-31F3-A955F17D9B15}"/>
                    </a:ext>
                  </a:extLst>
                </p14:cNvPr>
                <p14:cNvContentPartPr/>
                <p14:nvPr/>
              </p14:nvContentPartPr>
              <p14:xfrm>
                <a:off x="3139600" y="2265080"/>
                <a:ext cx="541440" cy="1171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434DDF8-FA2D-D268-31F3-A955F17D9B1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33480" y="2258960"/>
                  <a:ext cx="553680" cy="11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F6A8142-537C-D354-1C73-7F5B07456DF9}"/>
                    </a:ext>
                  </a:extLst>
                </p14:cNvPr>
                <p14:cNvContentPartPr/>
                <p14:nvPr/>
              </p14:nvContentPartPr>
              <p14:xfrm>
                <a:off x="2908480" y="2181920"/>
                <a:ext cx="932760" cy="626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F6A8142-537C-D354-1C73-7F5B07456DF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02360" y="2175800"/>
                  <a:ext cx="945000" cy="63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B023332B-A0AF-15C3-23E1-1A2FE2A121C8}"/>
                  </a:ext>
                </a:extLst>
              </p14:cNvPr>
              <p14:cNvContentPartPr/>
              <p14:nvPr/>
            </p14:nvContentPartPr>
            <p14:xfrm>
              <a:off x="5059840" y="3569000"/>
              <a:ext cx="1248480" cy="2368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B023332B-A0AF-15C3-23E1-1A2FE2A121C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053720" y="3562880"/>
                <a:ext cx="1260720" cy="24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AFDC3106-918E-16EF-7201-A6AC70E99FB5}"/>
              </a:ext>
            </a:extLst>
          </p:cNvPr>
          <p:cNvGrpSpPr/>
          <p:nvPr/>
        </p:nvGrpSpPr>
        <p:grpSpPr>
          <a:xfrm>
            <a:off x="4232560" y="2766560"/>
            <a:ext cx="4010040" cy="1166040"/>
            <a:chOff x="4232560" y="2766560"/>
            <a:chExt cx="4010040" cy="11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C9A7DEA-8CB3-6CC5-7366-9C9409B73247}"/>
                    </a:ext>
                  </a:extLst>
                </p14:cNvPr>
                <p14:cNvContentPartPr/>
                <p14:nvPr/>
              </p14:nvContentPartPr>
              <p14:xfrm>
                <a:off x="7965760" y="2766560"/>
                <a:ext cx="276840" cy="400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C9A7DEA-8CB3-6CC5-7366-9C9409B7324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59640" y="2760440"/>
                  <a:ext cx="2890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605A474-81C6-E806-18C5-05336BEF3058}"/>
                    </a:ext>
                  </a:extLst>
                </p14:cNvPr>
                <p14:cNvContentPartPr/>
                <p14:nvPr/>
              </p14:nvContentPartPr>
              <p14:xfrm>
                <a:off x="7975840" y="2956280"/>
                <a:ext cx="203040" cy="14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605A474-81C6-E806-18C5-05336BEF305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969720" y="2950160"/>
                  <a:ext cx="215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D094CAC-CC8A-A8E6-66CD-86027934DE49}"/>
                    </a:ext>
                  </a:extLst>
                </p14:cNvPr>
                <p14:cNvContentPartPr/>
                <p14:nvPr/>
              </p14:nvContentPartPr>
              <p14:xfrm>
                <a:off x="7624120" y="3001640"/>
                <a:ext cx="186120" cy="91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D094CAC-CC8A-A8E6-66CD-86027934DE4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618000" y="2995520"/>
                  <a:ext cx="1983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D732B78-4678-811F-C166-4A8B146F820B}"/>
                    </a:ext>
                  </a:extLst>
                </p14:cNvPr>
                <p14:cNvContentPartPr/>
                <p14:nvPr/>
              </p14:nvContentPartPr>
              <p14:xfrm>
                <a:off x="7561840" y="3008480"/>
                <a:ext cx="127800" cy="158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D732B78-4678-811F-C166-4A8B146F820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55720" y="3002360"/>
                  <a:ext cx="140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75A0786-B569-64AB-B0EF-AE24A6262AAD}"/>
                    </a:ext>
                  </a:extLst>
                </p14:cNvPr>
                <p14:cNvContentPartPr/>
                <p14:nvPr/>
              </p14:nvContentPartPr>
              <p14:xfrm>
                <a:off x="7339000" y="2894000"/>
                <a:ext cx="121680" cy="131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75A0786-B569-64AB-B0EF-AE24A6262AA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332880" y="2887880"/>
                  <a:ext cx="133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4924C20-60EA-B1E4-F1FA-BA6028CB52DD}"/>
                    </a:ext>
                  </a:extLst>
                </p14:cNvPr>
                <p14:cNvContentPartPr/>
                <p14:nvPr/>
              </p14:nvContentPartPr>
              <p14:xfrm>
                <a:off x="7158640" y="2894720"/>
                <a:ext cx="87840" cy="133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4924C20-60EA-B1E4-F1FA-BA6028CB52D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152520" y="2888600"/>
                  <a:ext cx="100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12FBC11-8A15-38B4-E1EE-C5F60F42693C}"/>
                    </a:ext>
                  </a:extLst>
                </p14:cNvPr>
                <p14:cNvContentPartPr/>
                <p14:nvPr/>
              </p14:nvContentPartPr>
              <p14:xfrm>
                <a:off x="6958120" y="2897240"/>
                <a:ext cx="137160" cy="120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12FBC11-8A15-38B4-E1EE-C5F60F42693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52000" y="2891120"/>
                  <a:ext cx="149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B0B8C7-5A0B-F5E3-22E4-4AD48EBB9574}"/>
                    </a:ext>
                  </a:extLst>
                </p14:cNvPr>
                <p14:cNvContentPartPr/>
                <p14:nvPr/>
              </p14:nvContentPartPr>
              <p14:xfrm>
                <a:off x="6739960" y="2933960"/>
                <a:ext cx="239040" cy="88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B0B8C7-5A0B-F5E3-22E4-4AD48EBB957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733840" y="2927840"/>
                  <a:ext cx="251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44EE1B1-F0EA-B832-DDF6-2FF2A58EC867}"/>
                    </a:ext>
                  </a:extLst>
                </p14:cNvPr>
                <p14:cNvContentPartPr/>
                <p14:nvPr/>
              </p14:nvContentPartPr>
              <p14:xfrm>
                <a:off x="6718360" y="2949800"/>
                <a:ext cx="46440" cy="115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44EE1B1-F0EA-B832-DDF6-2FF2A58EC86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712240" y="2943680"/>
                  <a:ext cx="58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1568424-C697-2FCC-5F6B-C6F47565DD25}"/>
                    </a:ext>
                  </a:extLst>
                </p14:cNvPr>
                <p14:cNvContentPartPr/>
                <p14:nvPr/>
              </p14:nvContentPartPr>
              <p14:xfrm>
                <a:off x="6495880" y="2910560"/>
                <a:ext cx="186120" cy="133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1568424-C697-2FCC-5F6B-C6F47565DD2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489760" y="2904440"/>
                  <a:ext cx="198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F3568E6-757F-C229-6662-DDB0C82B1671}"/>
                    </a:ext>
                  </a:extLst>
                </p14:cNvPr>
                <p14:cNvContentPartPr/>
                <p14:nvPr/>
              </p14:nvContentPartPr>
              <p14:xfrm>
                <a:off x="6200680" y="2785280"/>
                <a:ext cx="204120" cy="299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F3568E6-757F-C229-6662-DDB0C82B167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94560" y="2779160"/>
                  <a:ext cx="21636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57A1A57-D52C-C9A0-0395-8DD8EEF50514}"/>
                    </a:ext>
                  </a:extLst>
                </p14:cNvPr>
                <p14:cNvContentPartPr/>
                <p14:nvPr/>
              </p14:nvContentPartPr>
              <p14:xfrm>
                <a:off x="6109600" y="2906960"/>
                <a:ext cx="28080" cy="62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57A1A57-D52C-C9A0-0395-8DD8EEF5051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03480" y="2900840"/>
                  <a:ext cx="40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7F22E86-CCD3-9BD7-364C-79B67D698F5C}"/>
                    </a:ext>
                  </a:extLst>
                </p14:cNvPr>
                <p14:cNvContentPartPr/>
                <p14:nvPr/>
              </p14:nvContentPartPr>
              <p14:xfrm>
                <a:off x="4310320" y="3169040"/>
                <a:ext cx="203400" cy="495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7F22E86-CCD3-9BD7-364C-79B67D698F5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304200" y="3162920"/>
                  <a:ext cx="21564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9FF7AF-3634-49BC-B653-5F42F614AD8C}"/>
                    </a:ext>
                  </a:extLst>
                </p14:cNvPr>
                <p14:cNvContentPartPr/>
                <p14:nvPr/>
              </p14:nvContentPartPr>
              <p14:xfrm>
                <a:off x="4309240" y="3430760"/>
                <a:ext cx="278280" cy="23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9FF7AF-3634-49BC-B653-5F42F614AD8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03120" y="3424640"/>
                  <a:ext cx="290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8D85206-91E3-BF6B-17F1-B8BDF3E0FE3B}"/>
                    </a:ext>
                  </a:extLst>
                </p14:cNvPr>
                <p14:cNvContentPartPr/>
                <p14:nvPr/>
              </p14:nvContentPartPr>
              <p14:xfrm>
                <a:off x="4746280" y="3431480"/>
                <a:ext cx="169560" cy="31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8D85206-91E3-BF6B-17F1-B8BDF3E0FE3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740160" y="3425360"/>
                  <a:ext cx="181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551D84F-D179-CC12-7232-9A354A3042E2}"/>
                    </a:ext>
                  </a:extLst>
                </p14:cNvPr>
                <p14:cNvContentPartPr/>
                <p14:nvPr/>
              </p14:nvContentPartPr>
              <p14:xfrm>
                <a:off x="4771840" y="3347600"/>
                <a:ext cx="136800" cy="8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551D84F-D179-CC12-7232-9A354A3042E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765720" y="3341480"/>
                  <a:ext cx="1490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614E971-4DA5-8648-9941-358065E9206F}"/>
                    </a:ext>
                  </a:extLst>
                </p14:cNvPr>
                <p14:cNvContentPartPr/>
                <p14:nvPr/>
              </p14:nvContentPartPr>
              <p14:xfrm>
                <a:off x="5113480" y="3018200"/>
                <a:ext cx="37080" cy="244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614E971-4DA5-8648-9941-358065E9206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107360" y="3012080"/>
                  <a:ext cx="49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CFF2A84-1559-F123-1E14-685AE2CFB944}"/>
                    </a:ext>
                  </a:extLst>
                </p14:cNvPr>
                <p14:cNvContentPartPr/>
                <p14:nvPr/>
              </p14:nvContentPartPr>
              <p14:xfrm>
                <a:off x="5167840" y="3052040"/>
                <a:ext cx="110160" cy="179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CFF2A84-1559-F123-1E14-685AE2CFB94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161720" y="3045920"/>
                  <a:ext cx="122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A292594-976D-9374-7B28-7B3F7BFFCA09}"/>
                    </a:ext>
                  </a:extLst>
                </p14:cNvPr>
                <p14:cNvContentPartPr/>
                <p14:nvPr/>
              </p14:nvContentPartPr>
              <p14:xfrm>
                <a:off x="5366200" y="3090200"/>
                <a:ext cx="188640" cy="220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A292594-976D-9374-7B28-7B3F7BFFCA0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360080" y="3084080"/>
                  <a:ext cx="200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4EE180C-B755-B5AE-BE7B-96EF0C2BE531}"/>
                    </a:ext>
                  </a:extLst>
                </p14:cNvPr>
                <p14:cNvContentPartPr/>
                <p14:nvPr/>
              </p14:nvContentPartPr>
              <p14:xfrm>
                <a:off x="5087200" y="3337520"/>
                <a:ext cx="535680" cy="26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4EE180C-B755-B5AE-BE7B-96EF0C2BE53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81080" y="3331400"/>
                  <a:ext cx="547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2630FC9-C7BA-E535-DA3F-E32676CF03AE}"/>
                    </a:ext>
                  </a:extLst>
                </p14:cNvPr>
                <p14:cNvContentPartPr/>
                <p14:nvPr/>
              </p14:nvContentPartPr>
              <p14:xfrm>
                <a:off x="5254960" y="3445520"/>
                <a:ext cx="155880" cy="271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2630FC9-C7BA-E535-DA3F-E32676CF03A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48840" y="3439400"/>
                  <a:ext cx="168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ECA5089-1EA9-59FD-E756-C1F23108AFF2}"/>
                    </a:ext>
                  </a:extLst>
                </p14:cNvPr>
                <p14:cNvContentPartPr/>
                <p14:nvPr/>
              </p14:nvContentPartPr>
              <p14:xfrm>
                <a:off x="5468440" y="3419960"/>
                <a:ext cx="231840" cy="130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ECA5089-1EA9-59FD-E756-C1F23108AFF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462320" y="3413840"/>
                  <a:ext cx="244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EBFE17E1-B6ED-5687-38C6-576C7119EAB8}"/>
                    </a:ext>
                  </a:extLst>
                </p14:cNvPr>
                <p14:cNvContentPartPr/>
                <p14:nvPr/>
              </p14:nvContentPartPr>
              <p14:xfrm>
                <a:off x="5723320" y="3177320"/>
                <a:ext cx="48600" cy="133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EBFE17E1-B6ED-5687-38C6-576C7119EAB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717200" y="3171200"/>
                  <a:ext cx="60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F43BAEC-900F-ACA3-8E02-D28FF7ADC85B}"/>
                    </a:ext>
                  </a:extLst>
                </p14:cNvPr>
                <p14:cNvContentPartPr/>
                <p14:nvPr/>
              </p14:nvContentPartPr>
              <p14:xfrm>
                <a:off x="5827000" y="3102080"/>
                <a:ext cx="161640" cy="264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F43BAEC-900F-ACA3-8E02-D28FF7ADC85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820880" y="3095960"/>
                  <a:ext cx="173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B6B6C55-4DD8-9A5A-E0FF-DA6D5D6C8889}"/>
                    </a:ext>
                  </a:extLst>
                </p14:cNvPr>
                <p14:cNvContentPartPr/>
                <p14:nvPr/>
              </p14:nvContentPartPr>
              <p14:xfrm>
                <a:off x="6044080" y="3263720"/>
                <a:ext cx="190800" cy="1771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B6B6C55-4DD8-9A5A-E0FF-DA6D5D6C888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037960" y="3257600"/>
                  <a:ext cx="203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F2BC802-9D8B-1AA0-F57D-3234744F1902}"/>
                    </a:ext>
                  </a:extLst>
                </p14:cNvPr>
                <p14:cNvContentPartPr/>
                <p14:nvPr/>
              </p14:nvContentPartPr>
              <p14:xfrm>
                <a:off x="6002320" y="3646760"/>
                <a:ext cx="232200" cy="212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F2BC802-9D8B-1AA0-F57D-3234744F190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996200" y="3640640"/>
                  <a:ext cx="2444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1D53417-4063-83E2-AABF-6C4CE9A9E675}"/>
                    </a:ext>
                  </a:extLst>
                </p14:cNvPr>
                <p14:cNvContentPartPr/>
                <p14:nvPr/>
              </p14:nvContentPartPr>
              <p14:xfrm>
                <a:off x="6117160" y="3665480"/>
                <a:ext cx="130320" cy="267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1D53417-4063-83E2-AABF-6C4CE9A9E67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111040" y="3659360"/>
                  <a:ext cx="142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BED3609-BA0E-2477-04FD-7710AED539A0}"/>
                    </a:ext>
                  </a:extLst>
                </p14:cNvPr>
                <p14:cNvContentPartPr/>
                <p14:nvPr/>
              </p14:nvContentPartPr>
              <p14:xfrm>
                <a:off x="6261520" y="3742520"/>
                <a:ext cx="182520" cy="70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BED3609-BA0E-2477-04FD-7710AED539A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55400" y="3736400"/>
                  <a:ext cx="194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5EFCB9C-C9DE-5CBE-037A-6457ABE26899}"/>
                    </a:ext>
                  </a:extLst>
                </p14:cNvPr>
                <p14:cNvContentPartPr/>
                <p14:nvPr/>
              </p14:nvContentPartPr>
              <p14:xfrm>
                <a:off x="6054880" y="3587000"/>
                <a:ext cx="401760" cy="279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5EFCB9C-C9DE-5CBE-037A-6457ABE2689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48760" y="3580880"/>
                  <a:ext cx="4140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53C8B74-86A2-A079-A794-362383EBE64A}"/>
                    </a:ext>
                  </a:extLst>
                </p14:cNvPr>
                <p14:cNvContentPartPr/>
                <p14:nvPr/>
              </p14:nvContentPartPr>
              <p14:xfrm>
                <a:off x="5847160" y="3079760"/>
                <a:ext cx="318600" cy="354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53C8B74-86A2-A079-A794-362383EBE64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841040" y="3073640"/>
                  <a:ext cx="3308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7BA0967-0C16-A4EC-E42F-A899C2AE2504}"/>
                    </a:ext>
                  </a:extLst>
                </p14:cNvPr>
                <p14:cNvContentPartPr/>
                <p14:nvPr/>
              </p14:nvContentPartPr>
              <p14:xfrm>
                <a:off x="4232560" y="2933240"/>
                <a:ext cx="1521720" cy="9126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7BA0967-0C16-A4EC-E42F-A899C2AE250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226440" y="2927120"/>
                  <a:ext cx="1533960" cy="9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D683139C-170B-B6C1-279D-897DFF18DF7A}"/>
                  </a:ext>
                </a:extLst>
              </p14:cNvPr>
              <p14:cNvContentPartPr/>
              <p14:nvPr/>
            </p14:nvContentPartPr>
            <p14:xfrm>
              <a:off x="8336560" y="5684720"/>
              <a:ext cx="33480" cy="133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D683139C-170B-B6C1-279D-897DFF18DF7A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330440" y="5678600"/>
                <a:ext cx="457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C5E16A2A-61EF-A2C8-2A2C-4549026035AD}"/>
                  </a:ext>
                </a:extLst>
              </p14:cNvPr>
              <p14:cNvContentPartPr/>
              <p14:nvPr/>
            </p14:nvContentPartPr>
            <p14:xfrm>
              <a:off x="8878000" y="5893880"/>
              <a:ext cx="343440" cy="18072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C5E16A2A-61EF-A2C8-2A2C-4549026035A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871880" y="5887760"/>
                <a:ext cx="35568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DD914077-7F9B-B7E6-59B2-F3D5F3AA2ECC}"/>
                  </a:ext>
                </a:extLst>
              </p14:cNvPr>
              <p14:cNvContentPartPr/>
              <p14:nvPr/>
            </p14:nvContentPartPr>
            <p14:xfrm>
              <a:off x="8843440" y="5905400"/>
              <a:ext cx="403920" cy="2790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DD914077-7F9B-B7E6-59B2-F3D5F3AA2ECC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837320" y="5899280"/>
                <a:ext cx="41616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5047A368-4D89-E05A-5D6E-14BB3DA99C78}"/>
                  </a:ext>
                </a:extLst>
              </p14:cNvPr>
              <p14:cNvContentPartPr/>
              <p14:nvPr/>
            </p14:nvContentPartPr>
            <p14:xfrm>
              <a:off x="9026320" y="5862560"/>
              <a:ext cx="138960" cy="784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5047A368-4D89-E05A-5D6E-14BB3DA99C7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020200" y="5856440"/>
                <a:ext cx="1512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47E87C72-46A1-B59C-A805-F220DD403D39}"/>
                  </a:ext>
                </a:extLst>
              </p14:cNvPr>
              <p14:cNvContentPartPr/>
              <p14:nvPr/>
            </p14:nvContentPartPr>
            <p14:xfrm>
              <a:off x="6621880" y="4163440"/>
              <a:ext cx="80280" cy="5112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47E87C72-46A1-B59C-A805-F220DD403D39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615760" y="4157320"/>
                <a:ext cx="92520" cy="6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F209F79A-3FAC-B351-6D5B-02BFDF74AF20}"/>
              </a:ext>
            </a:extLst>
          </p:cNvPr>
          <p:cNvGrpSpPr/>
          <p:nvPr/>
        </p:nvGrpSpPr>
        <p:grpSpPr>
          <a:xfrm>
            <a:off x="6180880" y="4120600"/>
            <a:ext cx="5750280" cy="2771200"/>
            <a:chOff x="6180880" y="4120600"/>
            <a:chExt cx="5750280" cy="277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88FB1E4-C7CC-DF68-8380-F79694A0344C}"/>
                    </a:ext>
                  </a:extLst>
                </p14:cNvPr>
                <p14:cNvContentPartPr/>
                <p14:nvPr/>
              </p14:nvContentPartPr>
              <p14:xfrm>
                <a:off x="6741760" y="4646480"/>
                <a:ext cx="20520" cy="185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88FB1E4-C7CC-DF68-8380-F79694A0344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735640" y="4640360"/>
                  <a:ext cx="32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D3A711A-9F5A-CD4B-7D5A-31EC168D3126}"/>
                    </a:ext>
                  </a:extLst>
                </p14:cNvPr>
                <p14:cNvContentPartPr/>
                <p14:nvPr/>
              </p14:nvContentPartPr>
              <p14:xfrm>
                <a:off x="6696400" y="4918280"/>
                <a:ext cx="26280" cy="3729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D3A711A-9F5A-CD4B-7D5A-31EC168D312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690280" y="4912160"/>
                  <a:ext cx="385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2BD90DC-83A6-98A9-9FBC-98AF8D946FE1}"/>
                    </a:ext>
                  </a:extLst>
                </p14:cNvPr>
                <p14:cNvContentPartPr/>
                <p14:nvPr/>
              </p14:nvContentPartPr>
              <p14:xfrm>
                <a:off x="6670840" y="5452520"/>
                <a:ext cx="32760" cy="337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2BD90DC-83A6-98A9-9FBC-98AF8D946FE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664720" y="5446400"/>
                  <a:ext cx="450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9112B97-8172-E437-4689-FCEA3161E1FF}"/>
                    </a:ext>
                  </a:extLst>
                </p14:cNvPr>
                <p14:cNvContentPartPr/>
                <p14:nvPr/>
              </p14:nvContentPartPr>
              <p14:xfrm>
                <a:off x="6646720" y="5919080"/>
                <a:ext cx="80640" cy="5864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9112B97-8172-E437-4689-FCEA3161E1F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640600" y="5912960"/>
                  <a:ext cx="9288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0E33D28-28AE-8AC2-1B72-A4CFE06E1B0E}"/>
                    </a:ext>
                  </a:extLst>
                </p14:cNvPr>
                <p14:cNvContentPartPr/>
                <p14:nvPr/>
              </p14:nvContentPartPr>
              <p14:xfrm>
                <a:off x="6752200" y="6695960"/>
                <a:ext cx="17280" cy="124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0E33D28-28AE-8AC2-1B72-A4CFE06E1B0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746080" y="6689840"/>
                  <a:ext cx="29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F1A3D06-D54C-33A7-DDC3-72253C8F43FF}"/>
                    </a:ext>
                  </a:extLst>
                </p14:cNvPr>
                <p14:cNvContentPartPr/>
                <p14:nvPr/>
              </p14:nvContentPartPr>
              <p14:xfrm>
                <a:off x="9394960" y="6175400"/>
                <a:ext cx="762120" cy="424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F1A3D06-D54C-33A7-DDC3-72253C8F43F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388840" y="6169280"/>
                  <a:ext cx="7743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F450455-E688-A299-0EBA-7EB4BF08419D}"/>
                    </a:ext>
                  </a:extLst>
                </p14:cNvPr>
                <p14:cNvContentPartPr/>
                <p14:nvPr/>
              </p14:nvContentPartPr>
              <p14:xfrm>
                <a:off x="9199120" y="6300680"/>
                <a:ext cx="155880" cy="5454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F450455-E688-A299-0EBA-7EB4BF08419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193000" y="6294560"/>
                  <a:ext cx="16812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00D2866-0026-B8E0-726A-6D4CA82904B0}"/>
                    </a:ext>
                  </a:extLst>
                </p14:cNvPr>
                <p14:cNvContentPartPr/>
                <p14:nvPr/>
              </p14:nvContentPartPr>
              <p14:xfrm>
                <a:off x="8566240" y="6329480"/>
                <a:ext cx="298440" cy="562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00D2866-0026-B8E0-726A-6D4CA82904B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560120" y="6323360"/>
                  <a:ext cx="31068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A01FD87-29CE-BFF1-58A5-A046EEC31DCE}"/>
                    </a:ext>
                  </a:extLst>
                </p14:cNvPr>
                <p14:cNvContentPartPr/>
                <p14:nvPr/>
              </p14:nvContentPartPr>
              <p14:xfrm>
                <a:off x="7793680" y="6145960"/>
                <a:ext cx="951840" cy="2336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A01FD87-29CE-BFF1-58A5-A046EEC31DC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787560" y="6139840"/>
                  <a:ext cx="9640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6D35327-6159-16FB-7650-21574AFEFDEE}"/>
                    </a:ext>
                  </a:extLst>
                </p14:cNvPr>
                <p14:cNvContentPartPr/>
                <p14:nvPr/>
              </p14:nvContentPartPr>
              <p14:xfrm>
                <a:off x="7807360" y="5676880"/>
                <a:ext cx="837360" cy="231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6D35327-6159-16FB-7650-21574AFEFDE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801240" y="5670760"/>
                  <a:ext cx="849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D747B61-1927-07CA-4D96-E535C69CA923}"/>
                    </a:ext>
                  </a:extLst>
                </p14:cNvPr>
                <p14:cNvContentPartPr/>
                <p14:nvPr/>
              </p14:nvContentPartPr>
              <p14:xfrm>
                <a:off x="8270680" y="5157400"/>
                <a:ext cx="514800" cy="5810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D747B61-1927-07CA-4D96-E535C69CA92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64560" y="5151280"/>
                  <a:ext cx="52704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753EF5A-70BE-798D-7C71-780AB71155A7}"/>
                    </a:ext>
                  </a:extLst>
                </p14:cNvPr>
                <p14:cNvContentPartPr/>
                <p14:nvPr/>
              </p14:nvContentPartPr>
              <p14:xfrm>
                <a:off x="7304800" y="4763920"/>
                <a:ext cx="169920" cy="146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753EF5A-70BE-798D-7C71-780AB71155A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298680" y="4757800"/>
                  <a:ext cx="182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76F6FAE-0475-C738-6213-96F7898C3107}"/>
                    </a:ext>
                  </a:extLst>
                </p14:cNvPr>
                <p14:cNvContentPartPr/>
                <p14:nvPr/>
              </p14:nvContentPartPr>
              <p14:xfrm>
                <a:off x="7344400" y="4848160"/>
                <a:ext cx="79560" cy="183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76F6FAE-0475-C738-6213-96F7898C310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338280" y="4842040"/>
                  <a:ext cx="91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756E0F3-EB3B-F4B4-AF59-DB2B4AEF4F3B}"/>
                    </a:ext>
                  </a:extLst>
                </p14:cNvPr>
                <p14:cNvContentPartPr/>
                <p14:nvPr/>
              </p14:nvContentPartPr>
              <p14:xfrm>
                <a:off x="7713760" y="5542960"/>
                <a:ext cx="186120" cy="227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756E0F3-EB3B-F4B4-AF59-DB2B4AEF4F3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07640" y="5536840"/>
                  <a:ext cx="19836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BA66ACE-1DC6-D872-D03B-31C4A48F0E93}"/>
                    </a:ext>
                  </a:extLst>
                </p14:cNvPr>
                <p14:cNvContentPartPr/>
                <p14:nvPr/>
              </p14:nvContentPartPr>
              <p14:xfrm>
                <a:off x="7737520" y="6259000"/>
                <a:ext cx="196200" cy="2649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BA66ACE-1DC6-D872-D03B-31C4A48F0E9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731400" y="6252880"/>
                  <a:ext cx="2084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AA39BD7-BB6E-1100-CB94-B6E4F130733A}"/>
                    </a:ext>
                  </a:extLst>
                </p14:cNvPr>
                <p14:cNvContentPartPr/>
                <p14:nvPr/>
              </p14:nvContentPartPr>
              <p14:xfrm>
                <a:off x="8247640" y="5159560"/>
                <a:ext cx="312120" cy="195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AA39BD7-BB6E-1100-CB94-B6E4F130733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241520" y="5153440"/>
                  <a:ext cx="3243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9195A95-1AD7-9B2D-6190-494EF26D96D1}"/>
                    </a:ext>
                  </a:extLst>
                </p14:cNvPr>
                <p14:cNvContentPartPr/>
                <p14:nvPr/>
              </p14:nvContentPartPr>
              <p14:xfrm>
                <a:off x="8934160" y="5668880"/>
                <a:ext cx="211680" cy="131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9195A95-1AD7-9B2D-6190-494EF26D96D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28040" y="5662760"/>
                  <a:ext cx="2239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34D59F2-6E96-A13C-4F99-DE74B04EE386}"/>
                    </a:ext>
                  </a:extLst>
                </p14:cNvPr>
                <p14:cNvContentPartPr/>
                <p14:nvPr/>
              </p14:nvContentPartPr>
              <p14:xfrm>
                <a:off x="9111640" y="5143280"/>
                <a:ext cx="38160" cy="446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34D59F2-6E96-A13C-4F99-DE74B04EE38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105520" y="5137160"/>
                  <a:ext cx="5040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7F088AA-F338-C74F-F12F-1FA81EDCCFA6}"/>
                    </a:ext>
                  </a:extLst>
                </p14:cNvPr>
                <p14:cNvContentPartPr/>
                <p14:nvPr/>
              </p14:nvContentPartPr>
              <p14:xfrm>
                <a:off x="9394960" y="5248040"/>
                <a:ext cx="396720" cy="4489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7F088AA-F338-C74F-F12F-1FA81EDCCFA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388840" y="5241920"/>
                  <a:ext cx="4089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64021DF-153B-C4BF-16CD-E4B02A8C8FF1}"/>
                    </a:ext>
                  </a:extLst>
                </p14:cNvPr>
                <p14:cNvContentPartPr/>
                <p14:nvPr/>
              </p14:nvContentPartPr>
              <p14:xfrm>
                <a:off x="9556240" y="5816120"/>
                <a:ext cx="902880" cy="1123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64021DF-153B-C4BF-16CD-E4B02A8C8FF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550120" y="5810000"/>
                  <a:ext cx="9151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ACC5900-F791-95F7-B81F-9E3E89ADFC06}"/>
                    </a:ext>
                  </a:extLst>
                </p14:cNvPr>
                <p14:cNvContentPartPr/>
                <p14:nvPr/>
              </p14:nvContentPartPr>
              <p14:xfrm>
                <a:off x="8990320" y="5656360"/>
                <a:ext cx="210960" cy="128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ACC5900-F791-95F7-B81F-9E3E89ADFC0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984200" y="5650240"/>
                  <a:ext cx="2232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13B6B9C-FE65-CC60-C5B5-F837EF0CDA21}"/>
                    </a:ext>
                  </a:extLst>
                </p14:cNvPr>
                <p14:cNvContentPartPr/>
                <p14:nvPr/>
              </p14:nvContentPartPr>
              <p14:xfrm>
                <a:off x="10519600" y="5318320"/>
                <a:ext cx="208440" cy="191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13B6B9C-FE65-CC60-C5B5-F837EF0CDA2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513480" y="5312200"/>
                  <a:ext cx="220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584DA36-3F6F-1C74-CF8D-010589F47D05}"/>
                    </a:ext>
                  </a:extLst>
                </p14:cNvPr>
                <p14:cNvContentPartPr/>
                <p14:nvPr/>
              </p14:nvContentPartPr>
              <p14:xfrm>
                <a:off x="10757200" y="5531080"/>
                <a:ext cx="133560" cy="2055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584DA36-3F6F-1C74-CF8D-010589F47D0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751080" y="5524960"/>
                  <a:ext cx="145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38ADFB7-AD23-68E7-D740-82F33C4965F9}"/>
                    </a:ext>
                  </a:extLst>
                </p14:cNvPr>
                <p14:cNvContentPartPr/>
                <p14:nvPr/>
              </p14:nvContentPartPr>
              <p14:xfrm>
                <a:off x="10993720" y="5585080"/>
                <a:ext cx="129600" cy="122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38ADFB7-AD23-68E7-D740-82F33C4965F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987600" y="5578960"/>
                  <a:ext cx="141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A0AF9C1-6C6F-F72C-C864-B478848798B6}"/>
                    </a:ext>
                  </a:extLst>
                </p14:cNvPr>
                <p14:cNvContentPartPr/>
                <p14:nvPr/>
              </p14:nvContentPartPr>
              <p14:xfrm>
                <a:off x="10460200" y="5594440"/>
                <a:ext cx="154800" cy="280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A0AF9C1-6C6F-F72C-C864-B478848798B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454080" y="5588320"/>
                  <a:ext cx="16704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AAB8A96-F618-8529-7251-C2FB08740F98}"/>
                    </a:ext>
                  </a:extLst>
                </p14:cNvPr>
                <p14:cNvContentPartPr/>
                <p14:nvPr/>
              </p14:nvContentPartPr>
              <p14:xfrm>
                <a:off x="10654240" y="5662120"/>
                <a:ext cx="60480" cy="33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AAB8A96-F618-8529-7251-C2FB08740F9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648120" y="5656000"/>
                  <a:ext cx="72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097AD00-550E-BDFE-489B-538853B712C4}"/>
                    </a:ext>
                  </a:extLst>
                </p14:cNvPr>
                <p14:cNvContentPartPr/>
                <p14:nvPr/>
              </p14:nvContentPartPr>
              <p14:xfrm>
                <a:off x="10636600" y="5599120"/>
                <a:ext cx="87840" cy="18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097AD00-550E-BDFE-489B-538853B712C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630480" y="5593000"/>
                  <a:ext cx="100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32665E6-6CFC-6A2C-88D7-AA1CA14A4BCC}"/>
                    </a:ext>
                  </a:extLst>
                </p14:cNvPr>
                <p14:cNvContentPartPr/>
                <p14:nvPr/>
              </p14:nvContentPartPr>
              <p14:xfrm>
                <a:off x="10753240" y="5125360"/>
                <a:ext cx="162360" cy="129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32665E6-6CFC-6A2C-88D7-AA1CA14A4BC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747120" y="5119240"/>
                  <a:ext cx="174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D8F7465-AAC4-7B9E-FE7D-70282F63A6C4}"/>
                    </a:ext>
                  </a:extLst>
                </p14:cNvPr>
                <p14:cNvContentPartPr/>
                <p14:nvPr/>
              </p14:nvContentPartPr>
              <p14:xfrm>
                <a:off x="10148800" y="5001880"/>
                <a:ext cx="1236240" cy="1003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D8F7465-AAC4-7B9E-FE7D-70282F63A6C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142680" y="4995760"/>
                  <a:ext cx="1248480" cy="10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5506418-61E4-194F-D7DE-6A1528F7DACC}"/>
                    </a:ext>
                  </a:extLst>
                </p14:cNvPr>
                <p14:cNvContentPartPr/>
                <p14:nvPr/>
              </p14:nvContentPartPr>
              <p14:xfrm>
                <a:off x="9734440" y="5407600"/>
                <a:ext cx="656280" cy="297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5506418-61E4-194F-D7DE-6A1528F7DAC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728320" y="5401480"/>
                  <a:ext cx="6685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4489957-16F8-C1BE-7CC9-7A4CA25F85A7}"/>
                    </a:ext>
                  </a:extLst>
                </p14:cNvPr>
                <p14:cNvContentPartPr/>
                <p14:nvPr/>
              </p14:nvContentPartPr>
              <p14:xfrm>
                <a:off x="10303240" y="5362600"/>
                <a:ext cx="132480" cy="1623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4489957-16F8-C1BE-7CC9-7A4CA25F85A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297120" y="5356480"/>
                  <a:ext cx="144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DB27EB3-5CD9-8C28-2D15-8A42D7711AB8}"/>
                    </a:ext>
                  </a:extLst>
                </p14:cNvPr>
                <p14:cNvContentPartPr/>
                <p14:nvPr/>
              </p14:nvContentPartPr>
              <p14:xfrm>
                <a:off x="10867720" y="5201320"/>
                <a:ext cx="358920" cy="1123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DB27EB3-5CD9-8C28-2D15-8A42D7711AB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861600" y="5195200"/>
                  <a:ext cx="371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DC8712F-DA59-D869-98DB-91C3A628039A}"/>
                    </a:ext>
                  </a:extLst>
                </p14:cNvPr>
                <p14:cNvContentPartPr/>
                <p14:nvPr/>
              </p14:nvContentPartPr>
              <p14:xfrm>
                <a:off x="11261200" y="5113840"/>
                <a:ext cx="134280" cy="1767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DC8712F-DA59-D869-98DB-91C3A628039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255080" y="5107720"/>
                  <a:ext cx="146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B8551A1-E588-836E-3769-E58B6CDAAA7E}"/>
                    </a:ext>
                  </a:extLst>
                </p14:cNvPr>
                <p14:cNvContentPartPr/>
                <p14:nvPr/>
              </p14:nvContentPartPr>
              <p14:xfrm>
                <a:off x="11574400" y="4984960"/>
                <a:ext cx="287280" cy="997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B8551A1-E588-836E-3769-E58B6CDAAA7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568280" y="4978840"/>
                  <a:ext cx="299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9E6379B-BF76-5888-701B-E7F227C7AD52}"/>
                    </a:ext>
                  </a:extLst>
                </p14:cNvPr>
                <p14:cNvContentPartPr/>
                <p14:nvPr/>
              </p14:nvContentPartPr>
              <p14:xfrm>
                <a:off x="11705800" y="4854280"/>
                <a:ext cx="225360" cy="3409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9E6379B-BF76-5888-701B-E7F227C7AD5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699680" y="4848160"/>
                  <a:ext cx="23760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2FC3655-5D55-12CD-120B-DDFCD9DCD48E}"/>
                    </a:ext>
                  </a:extLst>
                </p14:cNvPr>
                <p14:cNvContentPartPr/>
                <p14:nvPr/>
              </p14:nvContentPartPr>
              <p14:xfrm>
                <a:off x="8959360" y="5087560"/>
                <a:ext cx="282240" cy="1670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2FC3655-5D55-12CD-120B-DDFCD9DCD48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953240" y="5081440"/>
                  <a:ext cx="2944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35B9CACF-BEBA-4E74-DA71-3834A46D5506}"/>
                    </a:ext>
                  </a:extLst>
                </p14:cNvPr>
                <p14:cNvContentPartPr/>
                <p14:nvPr/>
              </p14:nvContentPartPr>
              <p14:xfrm>
                <a:off x="9631480" y="5209240"/>
                <a:ext cx="201960" cy="2084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35B9CACF-BEBA-4E74-DA71-3834A46D550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625360" y="5203120"/>
                  <a:ext cx="214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11CE706-010A-492E-87E1-01CA305F91AA}"/>
                    </a:ext>
                  </a:extLst>
                </p14:cNvPr>
                <p14:cNvContentPartPr/>
                <p14:nvPr/>
              </p14:nvContentPartPr>
              <p14:xfrm>
                <a:off x="7263400" y="5011960"/>
                <a:ext cx="87480" cy="509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11CE706-010A-492E-87E1-01CA305F91A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257280" y="5005840"/>
                  <a:ext cx="9972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48F99F3-6643-0B0F-2E1E-ED7DE4FD2FB8}"/>
                    </a:ext>
                  </a:extLst>
                </p14:cNvPr>
                <p14:cNvContentPartPr/>
                <p14:nvPr/>
              </p14:nvContentPartPr>
              <p14:xfrm>
                <a:off x="7234960" y="4993960"/>
                <a:ext cx="167400" cy="107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48F99F3-6643-0B0F-2E1E-ED7DE4FD2FB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228840" y="4987840"/>
                  <a:ext cx="179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24B16B1-B0F0-3DF9-DEFB-DE19E1DBCF5F}"/>
                    </a:ext>
                  </a:extLst>
                </p14:cNvPr>
                <p14:cNvContentPartPr/>
                <p14:nvPr/>
              </p14:nvContentPartPr>
              <p14:xfrm>
                <a:off x="6495160" y="4774360"/>
                <a:ext cx="596160" cy="69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24B16B1-B0F0-3DF9-DEFB-DE19E1DBCF5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489040" y="4768240"/>
                  <a:ext cx="608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A8E9E05-BF1B-AB5D-D228-819FE510EE55}"/>
                    </a:ext>
                  </a:extLst>
                </p14:cNvPr>
                <p14:cNvContentPartPr/>
                <p14:nvPr/>
              </p14:nvContentPartPr>
              <p14:xfrm>
                <a:off x="6889720" y="4651240"/>
                <a:ext cx="169200" cy="291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A8E9E05-BF1B-AB5D-D228-819FE510EE55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883600" y="4645120"/>
                  <a:ext cx="1814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6D38EB0-5D1B-21D5-C164-057DC0E35287}"/>
                    </a:ext>
                  </a:extLst>
                </p14:cNvPr>
                <p14:cNvContentPartPr/>
                <p14:nvPr/>
              </p14:nvContentPartPr>
              <p14:xfrm>
                <a:off x="7414240" y="4189360"/>
                <a:ext cx="79200" cy="3999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6D38EB0-5D1B-21D5-C164-057DC0E3528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408120" y="4183240"/>
                  <a:ext cx="914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7581F6D-FABF-A0CA-3DFD-2248A94F922D}"/>
                    </a:ext>
                  </a:extLst>
                </p14:cNvPr>
                <p14:cNvContentPartPr/>
                <p14:nvPr/>
              </p14:nvContentPartPr>
              <p14:xfrm>
                <a:off x="7283200" y="4419040"/>
                <a:ext cx="321120" cy="2498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7581F6D-FABF-A0CA-3DFD-2248A94F922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277080" y="4412920"/>
                  <a:ext cx="3333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BB1801B-270B-328C-2D21-FBFEDE66EDAE}"/>
                    </a:ext>
                  </a:extLst>
                </p14:cNvPr>
                <p14:cNvContentPartPr/>
                <p14:nvPr/>
              </p14:nvContentPartPr>
              <p14:xfrm>
                <a:off x="6878200" y="4264240"/>
                <a:ext cx="283680" cy="3265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BB1801B-270B-328C-2D21-FBFEDE66EDA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872080" y="4258120"/>
                  <a:ext cx="295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D53E185-7BEC-F350-DEC8-691D3730DF1C}"/>
                    </a:ext>
                  </a:extLst>
                </p14:cNvPr>
                <p14:cNvContentPartPr/>
                <p14:nvPr/>
              </p14:nvContentPartPr>
              <p14:xfrm>
                <a:off x="6919600" y="4383760"/>
                <a:ext cx="285480" cy="3362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D53E185-7BEC-F350-DEC8-691D3730DF1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913480" y="4377640"/>
                  <a:ext cx="29772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B853530-F94C-D049-C70A-EE5EDB64E96A}"/>
                    </a:ext>
                  </a:extLst>
                </p14:cNvPr>
                <p14:cNvContentPartPr/>
                <p14:nvPr/>
              </p14:nvContentPartPr>
              <p14:xfrm>
                <a:off x="6684520" y="5096200"/>
                <a:ext cx="415440" cy="2757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B853530-F94C-D049-C70A-EE5EDB64E96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678400" y="5090080"/>
                  <a:ext cx="4276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5BC45BB-EC71-35C8-2F40-9B1C424966D4}"/>
                    </a:ext>
                  </a:extLst>
                </p14:cNvPr>
                <p14:cNvContentPartPr/>
                <p14:nvPr/>
              </p14:nvContentPartPr>
              <p14:xfrm>
                <a:off x="6925720" y="5068480"/>
                <a:ext cx="255240" cy="1040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5BC45BB-EC71-35C8-2F40-9B1C424966D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919600" y="5062360"/>
                  <a:ext cx="267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88EF42F-AB0C-B894-8581-D512790DA853}"/>
                    </a:ext>
                  </a:extLst>
                </p14:cNvPr>
                <p14:cNvContentPartPr/>
                <p14:nvPr/>
              </p14:nvContentPartPr>
              <p14:xfrm>
                <a:off x="7526200" y="5109880"/>
                <a:ext cx="355320" cy="230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88EF42F-AB0C-B894-8581-D512790DA85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520080" y="5103760"/>
                  <a:ext cx="367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77C73B0-0949-843B-9FDF-0D147FF2DF0B}"/>
                    </a:ext>
                  </a:extLst>
                </p14:cNvPr>
                <p14:cNvContentPartPr/>
                <p14:nvPr/>
              </p14:nvContentPartPr>
              <p14:xfrm>
                <a:off x="7424680" y="5056600"/>
                <a:ext cx="282600" cy="189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77C73B0-0949-843B-9FDF-0D147FF2DF0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418560" y="5050480"/>
                  <a:ext cx="294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2A57FD3-2957-223E-DCBF-8106CE464C73}"/>
                    </a:ext>
                  </a:extLst>
                </p14:cNvPr>
                <p14:cNvContentPartPr/>
                <p14:nvPr/>
              </p14:nvContentPartPr>
              <p14:xfrm>
                <a:off x="7693600" y="4831960"/>
                <a:ext cx="507960" cy="662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2A57FD3-2957-223E-DCBF-8106CE464C7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687480" y="4825840"/>
                  <a:ext cx="520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E7B6B18-DFF8-45F9-DE1A-514886FC2290}"/>
                    </a:ext>
                  </a:extLst>
                </p14:cNvPr>
                <p14:cNvContentPartPr/>
                <p14:nvPr/>
              </p14:nvContentPartPr>
              <p14:xfrm>
                <a:off x="7629160" y="4750960"/>
                <a:ext cx="175320" cy="2372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E7B6B18-DFF8-45F9-DE1A-514886FC229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623040" y="4744840"/>
                  <a:ext cx="1875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CBB405A-EB2B-2D03-AF73-E79AD0AF689F}"/>
                    </a:ext>
                  </a:extLst>
                </p14:cNvPr>
                <p14:cNvContentPartPr/>
                <p14:nvPr/>
              </p14:nvContentPartPr>
              <p14:xfrm>
                <a:off x="7770640" y="4306720"/>
                <a:ext cx="478080" cy="3211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CBB405A-EB2B-2D03-AF73-E79AD0AF689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764520" y="4300600"/>
                  <a:ext cx="4903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1B6AB53-0D99-95C3-5792-547FA4C98222}"/>
                    </a:ext>
                  </a:extLst>
                </p14:cNvPr>
                <p14:cNvContentPartPr/>
                <p14:nvPr/>
              </p14:nvContentPartPr>
              <p14:xfrm>
                <a:off x="7760920" y="4491400"/>
                <a:ext cx="161640" cy="2062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1B6AB53-0D99-95C3-5792-547FA4C9822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754800" y="4485280"/>
                  <a:ext cx="1738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EEB6372-466E-61BC-0AC8-1C88C80DD6D5}"/>
                    </a:ext>
                  </a:extLst>
                </p14:cNvPr>
                <p14:cNvContentPartPr/>
                <p14:nvPr/>
              </p14:nvContentPartPr>
              <p14:xfrm>
                <a:off x="6541240" y="4120600"/>
                <a:ext cx="193320" cy="1738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EEB6372-466E-61BC-0AC8-1C88C80DD6D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35120" y="4114480"/>
                  <a:ext cx="2055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62C389D-0A3E-196D-367A-727C3853057C}"/>
                    </a:ext>
                  </a:extLst>
                </p14:cNvPr>
                <p14:cNvContentPartPr/>
                <p14:nvPr/>
              </p14:nvContentPartPr>
              <p14:xfrm>
                <a:off x="6180880" y="4343800"/>
                <a:ext cx="237600" cy="2941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62C389D-0A3E-196D-367A-727C3853057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174760" y="4337680"/>
                  <a:ext cx="2498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8447861-D08F-45A0-3C69-4EF7831DFEF4}"/>
                    </a:ext>
                  </a:extLst>
                </p14:cNvPr>
                <p14:cNvContentPartPr/>
                <p14:nvPr/>
              </p14:nvContentPartPr>
              <p14:xfrm>
                <a:off x="6386080" y="4461880"/>
                <a:ext cx="82440" cy="28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8447861-D08F-45A0-3C69-4EF7831DFEF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379960" y="4455760"/>
                  <a:ext cx="946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EA0D1EC-EAD5-F18C-3AC2-40B72516DC77}"/>
                    </a:ext>
                  </a:extLst>
                </p14:cNvPr>
                <p14:cNvContentPartPr/>
                <p14:nvPr/>
              </p14:nvContentPartPr>
              <p14:xfrm>
                <a:off x="6375280" y="4403200"/>
                <a:ext cx="73440" cy="57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EA0D1EC-EAD5-F18C-3AC2-40B72516DC7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369160" y="4397080"/>
                  <a:ext cx="85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92BCAAA-B22A-58DD-9B9B-BCEF38806A66}"/>
                    </a:ext>
                  </a:extLst>
                </p14:cNvPr>
                <p14:cNvContentPartPr/>
                <p14:nvPr/>
              </p14:nvContentPartPr>
              <p14:xfrm>
                <a:off x="6484360" y="4352080"/>
                <a:ext cx="113040" cy="1807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92BCAAA-B22A-58DD-9B9B-BCEF38806A6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478240" y="4345960"/>
                  <a:ext cx="1252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5D9D90B-AA6F-90FE-B662-CE82F8E09E32}"/>
                    </a:ext>
                  </a:extLst>
                </p14:cNvPr>
                <p14:cNvContentPartPr/>
                <p14:nvPr/>
              </p14:nvContentPartPr>
              <p14:xfrm>
                <a:off x="6711880" y="4367920"/>
                <a:ext cx="95400" cy="1101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5D9D90B-AA6F-90FE-B662-CE82F8E09E3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705760" y="4361800"/>
                  <a:ext cx="107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F3A6D4DA-3C57-20C8-AEE9-AE9E09D09EDA}"/>
                    </a:ext>
                  </a:extLst>
                </p14:cNvPr>
                <p14:cNvContentPartPr/>
                <p14:nvPr/>
              </p14:nvContentPartPr>
              <p14:xfrm>
                <a:off x="6968200" y="4424080"/>
                <a:ext cx="183240" cy="151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F3A6D4DA-3C57-20C8-AEE9-AE9E09D09ED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962080" y="4417960"/>
                  <a:ext cx="1954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CB26B7F-24C3-ACA8-B78B-4CDF92BDB5B7}"/>
                    </a:ext>
                  </a:extLst>
                </p14:cNvPr>
                <p14:cNvContentPartPr/>
                <p14:nvPr/>
              </p14:nvContentPartPr>
              <p14:xfrm>
                <a:off x="7040200" y="4379080"/>
                <a:ext cx="182880" cy="2318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CB26B7F-24C3-ACA8-B78B-4CDF92BDB5B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034080" y="4372960"/>
                  <a:ext cx="195120" cy="24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7150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EFE20DF-050D-F717-0352-62F685E0B4B6}"/>
                  </a:ext>
                </a:extLst>
              </p14:cNvPr>
              <p14:cNvContentPartPr/>
              <p14:nvPr/>
            </p14:nvContentPartPr>
            <p14:xfrm>
              <a:off x="11305480" y="1926320"/>
              <a:ext cx="34920" cy="13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EFE20DF-050D-F717-0352-62F685E0B4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99360" y="1920200"/>
                <a:ext cx="471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50A6997D-A56A-713D-C618-F9C6A86F3F11}"/>
                  </a:ext>
                </a:extLst>
              </p14:cNvPr>
              <p14:cNvContentPartPr/>
              <p14:nvPr/>
            </p14:nvContentPartPr>
            <p14:xfrm>
              <a:off x="3164080" y="4981280"/>
              <a:ext cx="141480" cy="17532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50A6997D-A56A-713D-C618-F9C6A86F3F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57960" y="4975160"/>
                <a:ext cx="1537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C20E39-4A49-980B-4E24-51C1E8529813}"/>
                  </a:ext>
                </a:extLst>
              </p14:cNvPr>
              <p14:cNvContentPartPr/>
              <p14:nvPr/>
            </p14:nvContentPartPr>
            <p14:xfrm>
              <a:off x="11870680" y="133520"/>
              <a:ext cx="166320" cy="18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C20E39-4A49-980B-4E24-51C1E85298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64560" y="127400"/>
                <a:ext cx="1785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A23A71-1C46-E78A-421D-19261DAFA9FB}"/>
                  </a:ext>
                </a:extLst>
              </p14:cNvPr>
              <p14:cNvContentPartPr/>
              <p14:nvPr/>
            </p14:nvContentPartPr>
            <p14:xfrm>
              <a:off x="11724160" y="251600"/>
              <a:ext cx="91080" cy="79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A23A71-1C46-E78A-421D-19261DAFA9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18040" y="245480"/>
                <a:ext cx="1033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78BB8C-A0A0-F1E1-7E03-58BD1412B7A9}"/>
                  </a:ext>
                </a:extLst>
              </p14:cNvPr>
              <p14:cNvContentPartPr/>
              <p14:nvPr/>
            </p14:nvContentPartPr>
            <p14:xfrm>
              <a:off x="11633440" y="71240"/>
              <a:ext cx="113400" cy="99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78BB8C-A0A0-F1E1-7E03-58BD1412B7A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627320" y="65120"/>
                <a:ext cx="1256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6A6B594-DBED-EB98-B335-6B743E9C33AF}"/>
                  </a:ext>
                </a:extLst>
              </p14:cNvPr>
              <p14:cNvContentPartPr/>
              <p14:nvPr/>
            </p14:nvContentPartPr>
            <p14:xfrm>
              <a:off x="11505280" y="207320"/>
              <a:ext cx="70920" cy="211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6A6B594-DBED-EB98-B335-6B743E9C33A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499160" y="201200"/>
                <a:ext cx="8316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43BE641-1311-CF26-7A3F-B8E199166A93}"/>
                  </a:ext>
                </a:extLst>
              </p14:cNvPr>
              <p14:cNvContentPartPr/>
              <p14:nvPr/>
            </p14:nvContentPartPr>
            <p14:xfrm>
              <a:off x="10534720" y="835520"/>
              <a:ext cx="165960" cy="212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43BE641-1311-CF26-7A3F-B8E199166A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528600" y="829400"/>
                <a:ext cx="1782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670997-3CA9-4C2A-5EC7-9A45C0430FB8}"/>
                  </a:ext>
                </a:extLst>
              </p14:cNvPr>
              <p14:cNvContentPartPr/>
              <p14:nvPr/>
            </p14:nvContentPartPr>
            <p14:xfrm>
              <a:off x="10433200" y="576320"/>
              <a:ext cx="142560" cy="438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670997-3CA9-4C2A-5EC7-9A45C0430F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27080" y="570200"/>
                <a:ext cx="15480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78404F9-ECCB-E7F4-0D30-C023F5592BC7}"/>
                  </a:ext>
                </a:extLst>
              </p14:cNvPr>
              <p14:cNvContentPartPr/>
              <p14:nvPr/>
            </p14:nvContentPartPr>
            <p14:xfrm>
              <a:off x="10296400" y="505400"/>
              <a:ext cx="147960" cy="493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78404F9-ECCB-E7F4-0D30-C023F5592B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290280" y="499280"/>
                <a:ext cx="160200" cy="5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FC34870-53E7-C723-9FAF-79DB35BA294D}"/>
                  </a:ext>
                </a:extLst>
              </p14:cNvPr>
              <p14:cNvContentPartPr/>
              <p14:nvPr/>
            </p14:nvContentPartPr>
            <p14:xfrm>
              <a:off x="9977800" y="786560"/>
              <a:ext cx="216000" cy="294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FC34870-53E7-C723-9FAF-79DB35BA294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971680" y="780440"/>
                <a:ext cx="2282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A3D6B27-F34D-5C85-7A92-18C3D484578B}"/>
                  </a:ext>
                </a:extLst>
              </p14:cNvPr>
              <p14:cNvContentPartPr/>
              <p14:nvPr/>
            </p14:nvContentPartPr>
            <p14:xfrm>
              <a:off x="9245200" y="507200"/>
              <a:ext cx="227880" cy="491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A3D6B27-F34D-5C85-7A92-18C3D484578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39080" y="501080"/>
                <a:ext cx="24012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6473D8D-5B9D-C204-BAF9-64D571E15010}"/>
                  </a:ext>
                </a:extLst>
              </p14:cNvPr>
              <p14:cNvContentPartPr/>
              <p14:nvPr/>
            </p14:nvContentPartPr>
            <p14:xfrm>
              <a:off x="8976280" y="789440"/>
              <a:ext cx="224640" cy="163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6473D8D-5B9D-C204-BAF9-64D571E1501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970160" y="783320"/>
                <a:ext cx="23688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E1CBB94-B0FB-F6D9-ECD3-72B9D9350C2A}"/>
                  </a:ext>
                </a:extLst>
              </p14:cNvPr>
              <p14:cNvContentPartPr/>
              <p14:nvPr/>
            </p14:nvContentPartPr>
            <p14:xfrm>
              <a:off x="8773600" y="823280"/>
              <a:ext cx="90720" cy="185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E1CBB94-B0FB-F6D9-ECD3-72B9D9350C2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67480" y="817160"/>
                <a:ext cx="1029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E34042-9ECD-F247-678C-F509A04075BD}"/>
                  </a:ext>
                </a:extLst>
              </p14:cNvPr>
              <p14:cNvContentPartPr/>
              <p14:nvPr/>
            </p14:nvContentPartPr>
            <p14:xfrm>
              <a:off x="8569120" y="634640"/>
              <a:ext cx="189720" cy="3679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E34042-9ECD-F247-678C-F509A04075B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63000" y="628520"/>
                <a:ext cx="201960" cy="3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2E19C35-2DAB-32E6-0F4B-ECCF22A56448}"/>
                  </a:ext>
                </a:extLst>
              </p14:cNvPr>
              <p14:cNvContentPartPr/>
              <p14:nvPr/>
            </p14:nvContentPartPr>
            <p14:xfrm>
              <a:off x="8186080" y="579200"/>
              <a:ext cx="304560" cy="397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2E19C35-2DAB-32E6-0F4B-ECCF22A5644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179960" y="573080"/>
                <a:ext cx="31680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0098C8E-2542-2D3D-CC56-41304F1D3C17}"/>
                  </a:ext>
                </a:extLst>
              </p14:cNvPr>
              <p14:cNvContentPartPr/>
              <p14:nvPr/>
            </p14:nvContentPartPr>
            <p14:xfrm>
              <a:off x="7265920" y="716720"/>
              <a:ext cx="156960" cy="115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0098C8E-2542-2D3D-CC56-41304F1D3C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259800" y="710600"/>
                <a:ext cx="169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816F75D-CB8A-CA70-FB61-E4B95D984305}"/>
                  </a:ext>
                </a:extLst>
              </p14:cNvPr>
              <p14:cNvContentPartPr/>
              <p14:nvPr/>
            </p14:nvContentPartPr>
            <p14:xfrm>
              <a:off x="7132360" y="662720"/>
              <a:ext cx="184680" cy="634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816F75D-CB8A-CA70-FB61-E4B95D98430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126240" y="656600"/>
                <a:ext cx="19692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C6A7B04-B6BA-9C0D-9F33-AE9F2E010214}"/>
                  </a:ext>
                </a:extLst>
              </p14:cNvPr>
              <p14:cNvContentPartPr/>
              <p14:nvPr/>
            </p14:nvContentPartPr>
            <p14:xfrm>
              <a:off x="6974320" y="780440"/>
              <a:ext cx="91080" cy="236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C6A7B04-B6BA-9C0D-9F33-AE9F2E01021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968200" y="774320"/>
                <a:ext cx="10332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0784DCD-864A-8893-6BAD-5632FC0F008F}"/>
                  </a:ext>
                </a:extLst>
              </p14:cNvPr>
              <p14:cNvContentPartPr/>
              <p14:nvPr/>
            </p14:nvContentPartPr>
            <p14:xfrm>
              <a:off x="6403720" y="720320"/>
              <a:ext cx="272880" cy="3024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0784DCD-864A-8893-6BAD-5632FC0F00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97600" y="714200"/>
                <a:ext cx="28512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55CDE81-7B23-28C6-ABA0-C6FB352BBAB7}"/>
                  </a:ext>
                </a:extLst>
              </p14:cNvPr>
              <p14:cNvContentPartPr/>
              <p14:nvPr/>
            </p14:nvContentPartPr>
            <p14:xfrm>
              <a:off x="6144880" y="785120"/>
              <a:ext cx="186840" cy="280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55CDE81-7B23-28C6-ABA0-C6FB352BBAB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38760" y="779000"/>
                <a:ext cx="19908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246851E-0223-5E32-2746-2F7BA7F4E8BF}"/>
                  </a:ext>
                </a:extLst>
              </p14:cNvPr>
              <p14:cNvContentPartPr/>
              <p14:nvPr/>
            </p14:nvContentPartPr>
            <p14:xfrm>
              <a:off x="5915920" y="780440"/>
              <a:ext cx="186480" cy="209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246851E-0223-5E32-2746-2F7BA7F4E8B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909800" y="774320"/>
                <a:ext cx="1987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926CE37-4E4B-B666-BA2F-046E8403464B}"/>
                  </a:ext>
                </a:extLst>
              </p14:cNvPr>
              <p14:cNvContentPartPr/>
              <p14:nvPr/>
            </p14:nvContentPartPr>
            <p14:xfrm>
              <a:off x="5748520" y="709160"/>
              <a:ext cx="258480" cy="288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926CE37-4E4B-B666-BA2F-046E8403464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42400" y="703040"/>
                <a:ext cx="2707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56D75A6-0F0B-79E9-C48B-3E0554EEFDC3}"/>
                  </a:ext>
                </a:extLst>
              </p14:cNvPr>
              <p14:cNvContentPartPr/>
              <p14:nvPr/>
            </p14:nvContentPartPr>
            <p14:xfrm>
              <a:off x="5896120" y="1136480"/>
              <a:ext cx="5020560" cy="165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56D75A6-0F0B-79E9-C48B-3E0554EEFDC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890000" y="1130360"/>
                <a:ext cx="50328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73C1201-41FD-BD04-7E51-A0C8159A4BE5}"/>
                  </a:ext>
                </a:extLst>
              </p14:cNvPr>
              <p14:cNvContentPartPr/>
              <p14:nvPr/>
            </p14:nvContentPartPr>
            <p14:xfrm>
              <a:off x="11452360" y="1601600"/>
              <a:ext cx="149400" cy="351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73C1201-41FD-BD04-7E51-A0C8159A4BE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446240" y="1595480"/>
                <a:ext cx="16164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3F62034-95B6-E1F7-25A0-52E380C15E61}"/>
                  </a:ext>
                </a:extLst>
              </p14:cNvPr>
              <p14:cNvContentPartPr/>
              <p14:nvPr/>
            </p14:nvContentPartPr>
            <p14:xfrm>
              <a:off x="11384680" y="1906160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3F62034-95B6-E1F7-25A0-52E380C15E6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378560" y="19000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F231700-E508-B9B9-B9A6-D08DB0B26BCE}"/>
                  </a:ext>
                </a:extLst>
              </p14:cNvPr>
              <p14:cNvContentPartPr/>
              <p14:nvPr/>
            </p14:nvContentPartPr>
            <p14:xfrm>
              <a:off x="10743520" y="1701680"/>
              <a:ext cx="161640" cy="248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F231700-E508-B9B9-B9A6-D08DB0B26BC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737400" y="1695560"/>
                <a:ext cx="1738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5592087-A2FA-81F7-3D2E-4EFCEAE26E94}"/>
                  </a:ext>
                </a:extLst>
              </p14:cNvPr>
              <p14:cNvContentPartPr/>
              <p14:nvPr/>
            </p14:nvContentPartPr>
            <p14:xfrm>
              <a:off x="10513840" y="1745960"/>
              <a:ext cx="241560" cy="237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5592087-A2FA-81F7-3D2E-4EFCEAE26E9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507720" y="1739840"/>
                <a:ext cx="2538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59F48CF-C31D-1578-6D2B-0D5369E1477F}"/>
                  </a:ext>
                </a:extLst>
              </p14:cNvPr>
              <p14:cNvContentPartPr/>
              <p14:nvPr/>
            </p14:nvContentPartPr>
            <p14:xfrm>
              <a:off x="10342840" y="1669280"/>
              <a:ext cx="185400" cy="3160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59F48CF-C31D-1578-6D2B-0D5369E1477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336720" y="1663160"/>
                <a:ext cx="1976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BC6D94F-555B-3873-29C2-616E589CAF13}"/>
                  </a:ext>
                </a:extLst>
              </p14:cNvPr>
              <p14:cNvContentPartPr/>
              <p14:nvPr/>
            </p14:nvContentPartPr>
            <p14:xfrm>
              <a:off x="10010920" y="1768640"/>
              <a:ext cx="300600" cy="511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BC6D94F-555B-3873-29C2-616E589CAF1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004800" y="1762520"/>
                <a:ext cx="31284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0ECA1FC-1D8A-0CBC-E3CC-A3612D899774}"/>
                  </a:ext>
                </a:extLst>
              </p14:cNvPr>
              <p14:cNvContentPartPr/>
              <p14:nvPr/>
            </p14:nvContentPartPr>
            <p14:xfrm>
              <a:off x="9327280" y="1691960"/>
              <a:ext cx="140760" cy="2221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0ECA1FC-1D8A-0CBC-E3CC-A3612D89977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321160" y="1685840"/>
                <a:ext cx="1530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2A10144-F1D7-387F-EE00-D64D544CF1CD}"/>
                  </a:ext>
                </a:extLst>
              </p14:cNvPr>
              <p14:cNvContentPartPr/>
              <p14:nvPr/>
            </p14:nvContentPartPr>
            <p14:xfrm>
              <a:off x="9226840" y="1670000"/>
              <a:ext cx="156960" cy="196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2A10144-F1D7-387F-EE00-D64D544CF1C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220720" y="1663880"/>
                <a:ext cx="16920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3CDD333-8941-D973-C60F-8D60AE539FFD}"/>
                  </a:ext>
                </a:extLst>
              </p14:cNvPr>
              <p14:cNvContentPartPr/>
              <p14:nvPr/>
            </p14:nvContentPartPr>
            <p14:xfrm>
              <a:off x="9103000" y="1696640"/>
              <a:ext cx="82440" cy="303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3CDD333-8941-D973-C60F-8D60AE539FF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096880" y="1690520"/>
                <a:ext cx="946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68EF1AB-CA9E-CFC4-CE2D-E6C1B551538C}"/>
                  </a:ext>
                </a:extLst>
              </p14:cNvPr>
              <p14:cNvContentPartPr/>
              <p14:nvPr/>
            </p14:nvContentPartPr>
            <p14:xfrm>
              <a:off x="8790520" y="1796360"/>
              <a:ext cx="209880" cy="2264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68EF1AB-CA9E-CFC4-CE2D-E6C1B551538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84400" y="1790240"/>
                <a:ext cx="2221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79D8401-C2A0-D10F-EFD3-1BB5BB62E890}"/>
                  </a:ext>
                </a:extLst>
              </p14:cNvPr>
              <p14:cNvContentPartPr/>
              <p14:nvPr/>
            </p14:nvContentPartPr>
            <p14:xfrm>
              <a:off x="8232880" y="1809320"/>
              <a:ext cx="283680" cy="36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79D8401-C2A0-D10F-EFD3-1BB5BB62E89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26760" y="1803200"/>
                <a:ext cx="2959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3213A850-20FF-D910-47B2-A8884AEEB82E}"/>
                  </a:ext>
                </a:extLst>
              </p14:cNvPr>
              <p14:cNvContentPartPr/>
              <p14:nvPr/>
            </p14:nvContentPartPr>
            <p14:xfrm>
              <a:off x="10315840" y="2312600"/>
              <a:ext cx="598320" cy="351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3213A850-20FF-D910-47B2-A8884AEEB82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309720" y="2306480"/>
                <a:ext cx="6105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FCB7992-534C-5142-58FE-603A4D5AC401}"/>
                  </a:ext>
                </a:extLst>
              </p14:cNvPr>
              <p14:cNvContentPartPr/>
              <p14:nvPr/>
            </p14:nvContentPartPr>
            <p14:xfrm>
              <a:off x="9936400" y="2388560"/>
              <a:ext cx="311400" cy="5367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FCB7992-534C-5142-58FE-603A4D5AC40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930280" y="2382440"/>
                <a:ext cx="32364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A67F70E-AAA6-9D15-12E0-DD29F0E888D2}"/>
                  </a:ext>
                </a:extLst>
              </p14:cNvPr>
              <p14:cNvContentPartPr/>
              <p14:nvPr/>
            </p14:nvContentPartPr>
            <p14:xfrm>
              <a:off x="9226840" y="2383160"/>
              <a:ext cx="306720" cy="169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A67F70E-AAA6-9D15-12E0-DD29F0E888D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220720" y="2377040"/>
                <a:ext cx="31896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9CC6617-EA0E-3DDE-03FF-C6425E1A9347}"/>
                  </a:ext>
                </a:extLst>
              </p14:cNvPr>
              <p14:cNvContentPartPr/>
              <p14:nvPr/>
            </p14:nvContentPartPr>
            <p14:xfrm>
              <a:off x="9118480" y="2239520"/>
              <a:ext cx="140760" cy="3240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9CC6617-EA0E-3DDE-03FF-C6425E1A934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112360" y="2233400"/>
                <a:ext cx="15300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5971E75-20EB-7F36-A2A1-2209B6D20A84}"/>
                  </a:ext>
                </a:extLst>
              </p14:cNvPr>
              <p14:cNvContentPartPr/>
              <p14:nvPr/>
            </p14:nvContentPartPr>
            <p14:xfrm>
              <a:off x="8878720" y="2145200"/>
              <a:ext cx="196920" cy="3859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5971E75-20EB-7F36-A2A1-2209B6D20A8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872600" y="2139080"/>
                <a:ext cx="2091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CADC06A-1CBC-3ED1-5AD9-9DEA37D89A02}"/>
                  </a:ext>
                </a:extLst>
              </p14:cNvPr>
              <p14:cNvContentPartPr/>
              <p14:nvPr/>
            </p14:nvContentPartPr>
            <p14:xfrm>
              <a:off x="8860360" y="2279480"/>
              <a:ext cx="38160" cy="417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CADC06A-1CBC-3ED1-5AD9-9DEA37D89A0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854240" y="2273360"/>
                <a:ext cx="504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4478094B-3280-DE9D-3405-7F716E9C74EE}"/>
                  </a:ext>
                </a:extLst>
              </p14:cNvPr>
              <p14:cNvContentPartPr/>
              <p14:nvPr/>
            </p14:nvContentPartPr>
            <p14:xfrm>
              <a:off x="8581720" y="2386040"/>
              <a:ext cx="192960" cy="122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4478094B-3280-DE9D-3405-7F716E9C74E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575600" y="2379920"/>
                <a:ext cx="2052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E7AFAE7-7437-52DA-3CD7-DA5EF66B4ADE}"/>
                  </a:ext>
                </a:extLst>
              </p14:cNvPr>
              <p14:cNvContentPartPr/>
              <p14:nvPr/>
            </p14:nvContentPartPr>
            <p14:xfrm>
              <a:off x="11547400" y="3172280"/>
              <a:ext cx="282960" cy="2725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E7AFAE7-7437-52DA-3CD7-DA5EF66B4AD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541280" y="3166160"/>
                <a:ext cx="29520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2A95693-1BD5-CFB8-7493-E24763A9DC2F}"/>
                  </a:ext>
                </a:extLst>
              </p14:cNvPr>
              <p14:cNvContentPartPr/>
              <p14:nvPr/>
            </p14:nvContentPartPr>
            <p14:xfrm>
              <a:off x="11268760" y="3462800"/>
              <a:ext cx="28080" cy="223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2A95693-1BD5-CFB8-7493-E24763A9DC2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262640" y="3456680"/>
                <a:ext cx="403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11A819BE-BE2B-70D3-6A32-11B8056AD7A2}"/>
                  </a:ext>
                </a:extLst>
              </p14:cNvPr>
              <p14:cNvContentPartPr/>
              <p14:nvPr/>
            </p14:nvContentPartPr>
            <p14:xfrm>
              <a:off x="10675120" y="3259400"/>
              <a:ext cx="270000" cy="18036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11A819BE-BE2B-70D3-6A32-11B8056AD7A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669000" y="3253280"/>
                <a:ext cx="2822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3577076-ABA4-C6A4-5228-A33B238BA601}"/>
                  </a:ext>
                </a:extLst>
              </p14:cNvPr>
              <p14:cNvContentPartPr/>
              <p14:nvPr/>
            </p14:nvContentPartPr>
            <p14:xfrm>
              <a:off x="10400080" y="3257600"/>
              <a:ext cx="252360" cy="1303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3577076-ABA4-C6A4-5228-A33B238BA60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393960" y="3251480"/>
                <a:ext cx="2646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B9A4813-0EEC-87CF-5238-C4A7B851FA37}"/>
                  </a:ext>
                </a:extLst>
              </p14:cNvPr>
              <p14:cNvContentPartPr/>
              <p14:nvPr/>
            </p14:nvContentPartPr>
            <p14:xfrm>
              <a:off x="10279120" y="3253280"/>
              <a:ext cx="113040" cy="1987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B9A4813-0EEC-87CF-5238-C4A7B851FA3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73000" y="3247160"/>
                <a:ext cx="12528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F36A3D52-229C-8A20-1147-3AEADEA471AF}"/>
                  </a:ext>
                </a:extLst>
              </p14:cNvPr>
              <p14:cNvContentPartPr/>
              <p14:nvPr/>
            </p14:nvContentPartPr>
            <p14:xfrm>
              <a:off x="9645160" y="3382520"/>
              <a:ext cx="601560" cy="914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F36A3D52-229C-8A20-1147-3AEADEA471A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639040" y="3376400"/>
                <a:ext cx="61380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888C32F-136E-A782-62BF-B49D52EF483F}"/>
                  </a:ext>
                </a:extLst>
              </p14:cNvPr>
              <p14:cNvContentPartPr/>
              <p14:nvPr/>
            </p14:nvContentPartPr>
            <p14:xfrm>
              <a:off x="9415480" y="3236000"/>
              <a:ext cx="192240" cy="2091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888C32F-136E-A782-62BF-B49D52EF483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409360" y="3229880"/>
                <a:ext cx="2044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FCC863F-BE39-54F5-9E05-4268CA519055}"/>
                  </a:ext>
                </a:extLst>
              </p14:cNvPr>
              <p14:cNvContentPartPr/>
              <p14:nvPr/>
            </p14:nvContentPartPr>
            <p14:xfrm>
              <a:off x="9249880" y="3249680"/>
              <a:ext cx="106920" cy="1047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FCC863F-BE39-54F5-9E05-4268CA51905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243760" y="3243560"/>
                <a:ext cx="1191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585606E-94FC-17DE-DF80-F9F92A58BFFD}"/>
                  </a:ext>
                </a:extLst>
              </p14:cNvPr>
              <p14:cNvContentPartPr/>
              <p14:nvPr/>
            </p14:nvContentPartPr>
            <p14:xfrm>
              <a:off x="9089320" y="3334280"/>
              <a:ext cx="196200" cy="3805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585606E-94FC-17DE-DF80-F9F92A58BFF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083200" y="3328160"/>
                <a:ext cx="20844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176A93D-EB3C-CA6E-99E6-6E5CAEAB1A32}"/>
                  </a:ext>
                </a:extLst>
              </p14:cNvPr>
              <p14:cNvContentPartPr/>
              <p14:nvPr/>
            </p14:nvContentPartPr>
            <p14:xfrm>
              <a:off x="8855680" y="3257240"/>
              <a:ext cx="226080" cy="2487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176A93D-EB3C-CA6E-99E6-6E5CAEAB1A3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849560" y="3251120"/>
                <a:ext cx="23832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871C9A1-E710-7371-BD79-9D9466D85609}"/>
                  </a:ext>
                </a:extLst>
              </p14:cNvPr>
              <p14:cNvContentPartPr/>
              <p14:nvPr/>
            </p14:nvContentPartPr>
            <p14:xfrm>
              <a:off x="8628520" y="3264440"/>
              <a:ext cx="200520" cy="2624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871C9A1-E710-7371-BD79-9D9466D8560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622400" y="3258320"/>
                <a:ext cx="21276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D34B1D8B-5BDF-950E-52BB-2DB236F9AAA9}"/>
                  </a:ext>
                </a:extLst>
              </p14:cNvPr>
              <p14:cNvContentPartPr/>
              <p14:nvPr/>
            </p14:nvContentPartPr>
            <p14:xfrm>
              <a:off x="11583760" y="4119080"/>
              <a:ext cx="179280" cy="3398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D34B1D8B-5BDF-950E-52BB-2DB236F9AAA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577640" y="4112960"/>
                <a:ext cx="19152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F3708C5F-E72B-E330-B857-1B939EA888F0}"/>
                  </a:ext>
                </a:extLst>
              </p14:cNvPr>
              <p14:cNvContentPartPr/>
              <p14:nvPr/>
            </p14:nvContentPartPr>
            <p14:xfrm>
              <a:off x="11514640" y="4409600"/>
              <a:ext cx="4320" cy="324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F3708C5F-E72B-E330-B857-1B939EA888F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508520" y="4403480"/>
                <a:ext cx="1656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212FE292-5BBB-5865-AF86-086D6C1596D0}"/>
                  </a:ext>
                </a:extLst>
              </p14:cNvPr>
              <p14:cNvContentPartPr/>
              <p14:nvPr/>
            </p14:nvContentPartPr>
            <p14:xfrm>
              <a:off x="10901920" y="4042040"/>
              <a:ext cx="154080" cy="2116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212FE292-5BBB-5865-AF86-086D6C1596D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895800" y="4035920"/>
                <a:ext cx="1663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8AA3A8C-3095-9B31-9C90-B3CED482206B}"/>
                  </a:ext>
                </a:extLst>
              </p14:cNvPr>
              <p14:cNvContentPartPr/>
              <p14:nvPr/>
            </p14:nvContentPartPr>
            <p14:xfrm>
              <a:off x="10697440" y="4123400"/>
              <a:ext cx="272160" cy="1818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8AA3A8C-3095-9B31-9C90-B3CED482206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691320" y="4117280"/>
                <a:ext cx="2844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83006CF-D402-624D-E03D-A8A99191B48E}"/>
                  </a:ext>
                </a:extLst>
              </p14:cNvPr>
              <p14:cNvContentPartPr/>
              <p14:nvPr/>
            </p14:nvContentPartPr>
            <p14:xfrm>
              <a:off x="10503040" y="4103600"/>
              <a:ext cx="206280" cy="4129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83006CF-D402-624D-E03D-A8A99191B48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496920" y="4097480"/>
                <a:ext cx="21852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0031AC71-2E09-B921-E0A7-3E474571B39E}"/>
                  </a:ext>
                </a:extLst>
              </p14:cNvPr>
              <p14:cNvContentPartPr/>
              <p14:nvPr/>
            </p14:nvContentPartPr>
            <p14:xfrm>
              <a:off x="10437880" y="4105400"/>
              <a:ext cx="52560" cy="1724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0031AC71-2E09-B921-E0A7-3E474571B39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431760" y="4099280"/>
                <a:ext cx="648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3EFCF0E-BEEF-B80F-0726-E96F75FE5143}"/>
                  </a:ext>
                </a:extLst>
              </p14:cNvPr>
              <p14:cNvContentPartPr/>
              <p14:nvPr/>
            </p14:nvContentPartPr>
            <p14:xfrm>
              <a:off x="10209280" y="4103960"/>
              <a:ext cx="209880" cy="2905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3EFCF0E-BEEF-B80F-0726-E96F75FE514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203160" y="4097840"/>
                <a:ext cx="22212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B907F76-8E77-3AD3-7D2A-078E42763F7D}"/>
                  </a:ext>
                </a:extLst>
              </p14:cNvPr>
              <p14:cNvContentPartPr/>
              <p14:nvPr/>
            </p14:nvContentPartPr>
            <p14:xfrm>
              <a:off x="9367240" y="3774560"/>
              <a:ext cx="126720" cy="3956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B907F76-8E77-3AD3-7D2A-078E42763F7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361120" y="3768440"/>
                <a:ext cx="1389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21B802E5-7545-E611-7CF7-D88EA8C7063D}"/>
                  </a:ext>
                </a:extLst>
              </p14:cNvPr>
              <p14:cNvContentPartPr/>
              <p14:nvPr/>
            </p14:nvContentPartPr>
            <p14:xfrm>
              <a:off x="9008680" y="4033040"/>
              <a:ext cx="272160" cy="2286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21B802E5-7545-E611-7CF7-D88EA8C7063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9002560" y="4026920"/>
                <a:ext cx="2844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EA3AD70D-3261-86C5-F71A-BE634F120E21}"/>
                  </a:ext>
                </a:extLst>
              </p14:cNvPr>
              <p14:cNvContentPartPr/>
              <p14:nvPr/>
            </p14:nvContentPartPr>
            <p14:xfrm>
              <a:off x="8907880" y="3858440"/>
              <a:ext cx="165960" cy="3906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EA3AD70D-3261-86C5-F71A-BE634F120E2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901760" y="3852320"/>
                <a:ext cx="17820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D89DD29E-A0D6-D23E-12B0-1C1D17FD97DA}"/>
                  </a:ext>
                </a:extLst>
              </p14:cNvPr>
              <p14:cNvContentPartPr/>
              <p14:nvPr/>
            </p14:nvContentPartPr>
            <p14:xfrm>
              <a:off x="8717440" y="4075880"/>
              <a:ext cx="124200" cy="2167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D89DD29E-A0D6-D23E-12B0-1C1D17FD97D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711320" y="4069760"/>
                <a:ext cx="1364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2B218B2-8E4C-E8C6-086D-DCC7A3DFCA22}"/>
                  </a:ext>
                </a:extLst>
              </p14:cNvPr>
              <p14:cNvContentPartPr/>
              <p14:nvPr/>
            </p14:nvContentPartPr>
            <p14:xfrm>
              <a:off x="8480200" y="4262360"/>
              <a:ext cx="881280" cy="986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2B218B2-8E4C-E8C6-086D-DCC7A3DFCA2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474080" y="4256240"/>
                <a:ext cx="8935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B3FD47A6-4BF6-93C6-6088-1B1B1592BE04}"/>
                  </a:ext>
                </a:extLst>
              </p14:cNvPr>
              <p14:cNvContentPartPr/>
              <p14:nvPr/>
            </p14:nvContentPartPr>
            <p14:xfrm>
              <a:off x="591520" y="830120"/>
              <a:ext cx="842760" cy="43848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B3FD47A6-4BF6-93C6-6088-1B1B1592BE0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85400" y="824000"/>
                <a:ext cx="85500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D1B0B759-1EFB-93F8-E5DE-C5FD03FEA1AD}"/>
                  </a:ext>
                </a:extLst>
              </p14:cNvPr>
              <p14:cNvContentPartPr/>
              <p14:nvPr/>
            </p14:nvContentPartPr>
            <p14:xfrm>
              <a:off x="3409240" y="4856360"/>
              <a:ext cx="419040" cy="3686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D1B0B759-1EFB-93F8-E5DE-C5FD03FEA1A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403120" y="4850240"/>
                <a:ext cx="431280" cy="38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oup 244">
            <a:extLst>
              <a:ext uri="{FF2B5EF4-FFF2-40B4-BE49-F238E27FC236}">
                <a16:creationId xmlns:a16="http://schemas.microsoft.com/office/drawing/2014/main" id="{A50485DF-FBD6-3D7C-71AC-538D1A610567}"/>
              </a:ext>
            </a:extLst>
          </p:cNvPr>
          <p:cNvGrpSpPr/>
          <p:nvPr/>
        </p:nvGrpSpPr>
        <p:grpSpPr>
          <a:xfrm>
            <a:off x="128200" y="1439600"/>
            <a:ext cx="8004600" cy="5402520"/>
            <a:chOff x="128200" y="1439600"/>
            <a:chExt cx="8004600" cy="540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57D9CAB-EBDE-C96D-B759-D07606577D98}"/>
                    </a:ext>
                  </a:extLst>
                </p14:cNvPr>
                <p14:cNvContentPartPr/>
                <p14:nvPr/>
              </p14:nvContentPartPr>
              <p14:xfrm>
                <a:off x="8120200" y="1717520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57D9CAB-EBDE-C96D-B759-D07606577D9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14080" y="17114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B580949-97D5-312C-44D5-9338A90FCDD1}"/>
                    </a:ext>
                  </a:extLst>
                </p14:cNvPr>
                <p14:cNvContentPartPr/>
                <p14:nvPr/>
              </p14:nvContentPartPr>
              <p14:xfrm>
                <a:off x="8132440" y="1721840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B580949-97D5-312C-44D5-9338A90FCD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26320" y="17157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67278F0-A089-7A0E-E450-EDCFC5CEE2A8}"/>
                    </a:ext>
                  </a:extLst>
                </p14:cNvPr>
                <p14:cNvContentPartPr/>
                <p14:nvPr/>
              </p14:nvContentPartPr>
              <p14:xfrm>
                <a:off x="8026960" y="1673960"/>
                <a:ext cx="38160" cy="71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67278F0-A089-7A0E-E450-EDCFC5CEE2A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20840" y="1667840"/>
                  <a:ext cx="50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8099F29-D2F0-67BF-5D40-DEA6EEFDBDD0}"/>
                    </a:ext>
                  </a:extLst>
                </p14:cNvPr>
                <p14:cNvContentPartPr/>
                <p14:nvPr/>
              </p14:nvContentPartPr>
              <p14:xfrm>
                <a:off x="7931200" y="1685840"/>
                <a:ext cx="34200" cy="288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8099F29-D2F0-67BF-5D40-DEA6EEFDBDD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25080" y="1679720"/>
                  <a:ext cx="46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8558399-E0EC-2AC7-56DF-D77C5D37B236}"/>
                    </a:ext>
                  </a:extLst>
                </p14:cNvPr>
                <p14:cNvContentPartPr/>
                <p14:nvPr/>
              </p14:nvContentPartPr>
              <p14:xfrm>
                <a:off x="7691440" y="1676840"/>
                <a:ext cx="155520" cy="36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8558399-E0EC-2AC7-56DF-D77C5D37B23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85320" y="1670720"/>
                  <a:ext cx="1677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667D8B0-F99F-5E61-6D11-A8A7B0A61392}"/>
                    </a:ext>
                  </a:extLst>
                </p14:cNvPr>
                <p14:cNvContentPartPr/>
                <p14:nvPr/>
              </p14:nvContentPartPr>
              <p14:xfrm>
                <a:off x="7508920" y="1763240"/>
                <a:ext cx="174600" cy="211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667D8B0-F99F-5E61-6D11-A8A7B0A6139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02800" y="1757120"/>
                  <a:ext cx="186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815DA1A-0CAB-7F12-EF2E-3D0400D3E0CD}"/>
                    </a:ext>
                  </a:extLst>
                </p14:cNvPr>
                <p14:cNvContentPartPr/>
                <p14:nvPr/>
              </p14:nvContentPartPr>
              <p14:xfrm>
                <a:off x="7388320" y="1788800"/>
                <a:ext cx="73440" cy="104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815DA1A-0CAB-7F12-EF2E-3D0400D3E0C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82200" y="1782680"/>
                  <a:ext cx="85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38B07A-D16A-294B-3EED-87C29F764C80}"/>
                    </a:ext>
                  </a:extLst>
                </p14:cNvPr>
                <p14:cNvContentPartPr/>
                <p14:nvPr/>
              </p14:nvContentPartPr>
              <p14:xfrm>
                <a:off x="7249000" y="1790960"/>
                <a:ext cx="97920" cy="289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38B07A-D16A-294B-3EED-87C29F764C8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242880" y="1784840"/>
                  <a:ext cx="1101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54E0ACC-5610-4E9A-EEFC-B9CE0B4D2C8C}"/>
                    </a:ext>
                  </a:extLst>
                </p14:cNvPr>
                <p14:cNvContentPartPr/>
                <p14:nvPr/>
              </p14:nvContentPartPr>
              <p14:xfrm>
                <a:off x="6657880" y="1750640"/>
                <a:ext cx="186120" cy="272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54E0ACC-5610-4E9A-EEFC-B9CE0B4D2C8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651760" y="1744520"/>
                  <a:ext cx="1983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AD793E-538A-D8B8-8AE3-3441301E2190}"/>
                    </a:ext>
                  </a:extLst>
                </p14:cNvPr>
                <p14:cNvContentPartPr/>
                <p14:nvPr/>
              </p14:nvContentPartPr>
              <p14:xfrm>
                <a:off x="6432160" y="1834880"/>
                <a:ext cx="185040" cy="185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AD793E-538A-D8B8-8AE3-3441301E21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426040" y="1828760"/>
                  <a:ext cx="1972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818F03-24FC-4119-98AD-403739E2A031}"/>
                    </a:ext>
                  </a:extLst>
                </p14:cNvPr>
                <p14:cNvContentPartPr/>
                <p14:nvPr/>
              </p14:nvContentPartPr>
              <p14:xfrm>
                <a:off x="6274480" y="1830200"/>
                <a:ext cx="138600" cy="231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818F03-24FC-4119-98AD-403739E2A03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68360" y="1824080"/>
                  <a:ext cx="1508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A9CE1AF-A8A1-6BFF-3167-631729AD9498}"/>
                    </a:ext>
                  </a:extLst>
                </p14:cNvPr>
                <p14:cNvContentPartPr/>
                <p14:nvPr/>
              </p14:nvContentPartPr>
              <p14:xfrm>
                <a:off x="6137320" y="1631840"/>
                <a:ext cx="173160" cy="4330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A9CE1AF-A8A1-6BFF-3167-631729AD949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31200" y="1625720"/>
                  <a:ext cx="1854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E20386C-05D4-5239-E7FC-FC811D171998}"/>
                    </a:ext>
                  </a:extLst>
                </p14:cNvPr>
                <p14:cNvContentPartPr/>
                <p14:nvPr/>
              </p14:nvContentPartPr>
              <p14:xfrm>
                <a:off x="5834560" y="1817240"/>
                <a:ext cx="214560" cy="634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E20386C-05D4-5239-E7FC-FC811D17199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28440" y="1811120"/>
                  <a:ext cx="22680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FC474B6-C8F7-EE52-0B4A-3E82A941E234}"/>
                    </a:ext>
                  </a:extLst>
                </p14:cNvPr>
                <p14:cNvContentPartPr/>
                <p14:nvPr/>
              </p14:nvContentPartPr>
              <p14:xfrm>
                <a:off x="5201680" y="1818320"/>
                <a:ext cx="114840" cy="200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FC474B6-C8F7-EE52-0B4A-3E82A941E2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95560" y="1812200"/>
                  <a:ext cx="1270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CE1581F-CED5-7DFA-B078-59516CA2BEC7}"/>
                    </a:ext>
                  </a:extLst>
                </p14:cNvPr>
                <p14:cNvContentPartPr/>
                <p14:nvPr/>
              </p14:nvContentPartPr>
              <p14:xfrm>
                <a:off x="5077480" y="1781960"/>
                <a:ext cx="82440" cy="236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CE1581F-CED5-7DFA-B078-59516CA2BEC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71360" y="1775840"/>
                  <a:ext cx="946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12EE0FD-B358-B941-6023-6E19BD6892E6}"/>
                    </a:ext>
                  </a:extLst>
                </p14:cNvPr>
                <p14:cNvContentPartPr/>
                <p14:nvPr/>
              </p14:nvContentPartPr>
              <p14:xfrm>
                <a:off x="4943560" y="1495760"/>
                <a:ext cx="87480" cy="610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12EE0FD-B358-B941-6023-6E19BD6892E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37440" y="1489640"/>
                  <a:ext cx="9972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6AA839E-AE61-F0AD-CE78-90A273A1316A}"/>
                    </a:ext>
                  </a:extLst>
                </p14:cNvPr>
                <p14:cNvContentPartPr/>
                <p14:nvPr/>
              </p14:nvContentPartPr>
              <p14:xfrm>
                <a:off x="3953920" y="1962320"/>
                <a:ext cx="234360" cy="139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6AA839E-AE61-F0AD-CE78-90A273A1316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947800" y="1956200"/>
                  <a:ext cx="246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6B05B9D-AB60-A3F1-47E6-2DE6E16B6638}"/>
                    </a:ext>
                  </a:extLst>
                </p14:cNvPr>
                <p14:cNvContentPartPr/>
                <p14:nvPr/>
              </p14:nvContentPartPr>
              <p14:xfrm>
                <a:off x="3804160" y="1868360"/>
                <a:ext cx="133920" cy="213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6B05B9D-AB60-A3F1-47E6-2DE6E16B663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98040" y="1862240"/>
                  <a:ext cx="1461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246BC42-5157-5543-092D-97BDF6BCCD7D}"/>
                    </a:ext>
                  </a:extLst>
                </p14:cNvPr>
                <p14:cNvContentPartPr/>
                <p14:nvPr/>
              </p14:nvContentPartPr>
              <p14:xfrm>
                <a:off x="3367120" y="1879880"/>
                <a:ext cx="339840" cy="279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246BC42-5157-5543-092D-97BDF6BCCD7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361000" y="1873760"/>
                  <a:ext cx="3520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7154D14-1DBC-9338-44A7-BF65BEDBE724}"/>
                    </a:ext>
                  </a:extLst>
                </p14:cNvPr>
                <p14:cNvContentPartPr/>
                <p14:nvPr/>
              </p14:nvContentPartPr>
              <p14:xfrm>
                <a:off x="3296560" y="1815080"/>
                <a:ext cx="183600" cy="278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7154D14-1DBC-9338-44A7-BF65BEDBE72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90440" y="1808960"/>
                  <a:ext cx="1958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0D6A41D-46E4-B854-86FB-19577FA55F39}"/>
                    </a:ext>
                  </a:extLst>
                </p14:cNvPr>
                <p14:cNvContentPartPr/>
                <p14:nvPr/>
              </p14:nvContentPartPr>
              <p14:xfrm>
                <a:off x="2921800" y="1439600"/>
                <a:ext cx="319680" cy="649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0D6A41D-46E4-B854-86FB-19577FA55F3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915680" y="1433480"/>
                  <a:ext cx="33192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97D495D-3D4C-DA22-9A83-1401DE08FE3D}"/>
                    </a:ext>
                  </a:extLst>
                </p14:cNvPr>
                <p14:cNvContentPartPr/>
                <p14:nvPr/>
              </p14:nvContentPartPr>
              <p14:xfrm>
                <a:off x="7741480" y="2350400"/>
                <a:ext cx="289800" cy="254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97D495D-3D4C-DA22-9A83-1401DE08FE3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35360" y="2344280"/>
                  <a:ext cx="302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B9D0F11-6EAE-4075-9768-AD3198EF9434}"/>
                    </a:ext>
                  </a:extLst>
                </p14:cNvPr>
                <p14:cNvContentPartPr/>
                <p14:nvPr/>
              </p14:nvContentPartPr>
              <p14:xfrm>
                <a:off x="7724560" y="2408720"/>
                <a:ext cx="116280" cy="158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B9D0F11-6EAE-4075-9768-AD3198EF943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718440" y="2402600"/>
                  <a:ext cx="128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C9B25D7-6DA1-D760-B38C-A2BBD0143945}"/>
                    </a:ext>
                  </a:extLst>
                </p14:cNvPr>
                <p14:cNvContentPartPr/>
                <p14:nvPr/>
              </p14:nvContentPartPr>
              <p14:xfrm>
                <a:off x="7381120" y="2386760"/>
                <a:ext cx="265320" cy="245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C9B25D7-6DA1-D760-B38C-A2BBD014394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75000" y="2380640"/>
                  <a:ext cx="2775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97E2EE0-DD45-8BDA-BAFD-21DC957B2B4B}"/>
                    </a:ext>
                  </a:extLst>
                </p14:cNvPr>
                <p14:cNvContentPartPr/>
                <p14:nvPr/>
              </p14:nvContentPartPr>
              <p14:xfrm>
                <a:off x="7347640" y="2429600"/>
                <a:ext cx="105120" cy="124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97E2EE0-DD45-8BDA-BAFD-21DC957B2B4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341520" y="2423480"/>
                  <a:ext cx="1173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09BEE57-2A98-8F42-8D97-7DBFBCE9AC66}"/>
                    </a:ext>
                  </a:extLst>
                </p14:cNvPr>
                <p14:cNvContentPartPr/>
                <p14:nvPr/>
              </p14:nvContentPartPr>
              <p14:xfrm>
                <a:off x="7155400" y="2408000"/>
                <a:ext cx="149400" cy="233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09BEE57-2A98-8F42-8D97-7DBFBCE9AC6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49280" y="2401880"/>
                  <a:ext cx="161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EB7850C-F5DA-3951-9C8A-522B9A82C94B}"/>
                    </a:ext>
                  </a:extLst>
                </p14:cNvPr>
                <p14:cNvContentPartPr/>
                <p14:nvPr/>
              </p14:nvContentPartPr>
              <p14:xfrm>
                <a:off x="6473560" y="2209640"/>
                <a:ext cx="127080" cy="307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EB7850C-F5DA-3951-9C8A-522B9A82C94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67440" y="2203520"/>
                  <a:ext cx="1393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F166294-C421-2B79-78A6-D21BD1AECD82}"/>
                    </a:ext>
                  </a:extLst>
                </p14:cNvPr>
                <p14:cNvContentPartPr/>
                <p14:nvPr/>
              </p14:nvContentPartPr>
              <p14:xfrm>
                <a:off x="6229480" y="2326640"/>
                <a:ext cx="207000" cy="173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F166294-C421-2B79-78A6-D21BD1AECD8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23360" y="2320520"/>
                  <a:ext cx="219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9BD25A-8C5B-DE5F-86EF-C13422FEF628}"/>
                    </a:ext>
                  </a:extLst>
                </p14:cNvPr>
                <p14:cNvContentPartPr/>
                <p14:nvPr/>
              </p14:nvContentPartPr>
              <p14:xfrm>
                <a:off x="6064960" y="2208920"/>
                <a:ext cx="167040" cy="3121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9BD25A-8C5B-DE5F-86EF-C13422FEF62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58840" y="2202800"/>
                  <a:ext cx="1792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AF6BC8B-C699-623A-D5AC-F8C8DD48B302}"/>
                    </a:ext>
                  </a:extLst>
                </p14:cNvPr>
                <p14:cNvContentPartPr/>
                <p14:nvPr/>
              </p14:nvContentPartPr>
              <p14:xfrm>
                <a:off x="5781280" y="2374160"/>
                <a:ext cx="254880" cy="415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AF6BC8B-C699-623A-D5AC-F8C8DD48B3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775160" y="2368040"/>
                  <a:ext cx="26712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3A6497C-3655-F6EE-7B2D-6B90E2CA3F0F}"/>
                    </a:ext>
                  </a:extLst>
                </p14:cNvPr>
                <p14:cNvContentPartPr/>
                <p14:nvPr/>
              </p14:nvContentPartPr>
              <p14:xfrm>
                <a:off x="5009800" y="2367320"/>
                <a:ext cx="217080" cy="252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3A6497C-3655-F6EE-7B2D-6B90E2CA3F0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003680" y="2361200"/>
                  <a:ext cx="2293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93CC94C-26D0-A1F5-E847-F89B546B5BB7}"/>
                    </a:ext>
                  </a:extLst>
                </p14:cNvPr>
                <p14:cNvContentPartPr/>
                <p14:nvPr/>
              </p14:nvContentPartPr>
              <p14:xfrm>
                <a:off x="4816840" y="2475680"/>
                <a:ext cx="143640" cy="157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93CC94C-26D0-A1F5-E847-F89B546B5BB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810720" y="2469560"/>
                  <a:ext cx="155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68623D9-A7F9-D255-7A33-7635B59DF662}"/>
                    </a:ext>
                  </a:extLst>
                </p14:cNvPr>
                <p14:cNvContentPartPr/>
                <p14:nvPr/>
              </p14:nvContentPartPr>
              <p14:xfrm>
                <a:off x="4668160" y="2540840"/>
                <a:ext cx="70920" cy="96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68623D9-A7F9-D255-7A33-7635B59DF6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662040" y="2534720"/>
                  <a:ext cx="83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B031636-E137-470B-6692-2F357234F12F}"/>
                    </a:ext>
                  </a:extLst>
                </p14:cNvPr>
                <p14:cNvContentPartPr/>
                <p14:nvPr/>
              </p14:nvContentPartPr>
              <p14:xfrm>
                <a:off x="4527400" y="2511680"/>
                <a:ext cx="119520" cy="154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B031636-E137-470B-6692-2F357234F12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521280" y="2505560"/>
                  <a:ext cx="1317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016BA55-2298-1390-2953-C31E15EAB54F}"/>
                    </a:ext>
                  </a:extLst>
                </p14:cNvPr>
                <p14:cNvContentPartPr/>
                <p14:nvPr/>
              </p14:nvContentPartPr>
              <p14:xfrm>
                <a:off x="4143640" y="2525000"/>
                <a:ext cx="336600" cy="285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016BA55-2298-1390-2953-C31E15EAB54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37520" y="2518880"/>
                  <a:ext cx="3488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EB18567-7C08-869A-AE04-EDFE88860063}"/>
                    </a:ext>
                  </a:extLst>
                </p14:cNvPr>
                <p14:cNvContentPartPr/>
                <p14:nvPr/>
              </p14:nvContentPartPr>
              <p14:xfrm>
                <a:off x="4062280" y="2513840"/>
                <a:ext cx="38520" cy="235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EB18567-7C08-869A-AE04-EDFE8886006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56160" y="2507720"/>
                  <a:ext cx="507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A3A1460-F8D9-A385-6F3C-0A77B811DF1F}"/>
                    </a:ext>
                  </a:extLst>
                </p14:cNvPr>
                <p14:cNvContentPartPr/>
                <p14:nvPr/>
              </p14:nvContentPartPr>
              <p14:xfrm>
                <a:off x="3761680" y="2423120"/>
                <a:ext cx="250560" cy="354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A3A1460-F8D9-A385-6F3C-0A77B811DF1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55560" y="2417000"/>
                  <a:ext cx="2628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155EF4D-721F-79B5-BBD0-3E724BD20DEA}"/>
                    </a:ext>
                  </a:extLst>
                </p14:cNvPr>
                <p14:cNvContentPartPr/>
                <p14:nvPr/>
              </p14:nvContentPartPr>
              <p14:xfrm>
                <a:off x="7964320" y="3166160"/>
                <a:ext cx="167040" cy="220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155EF4D-721F-79B5-BBD0-3E724BD20DE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958200" y="3160040"/>
                  <a:ext cx="1792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89E913F-11C1-544F-4F45-76653B894B22}"/>
                    </a:ext>
                  </a:extLst>
                </p14:cNvPr>
                <p14:cNvContentPartPr/>
                <p14:nvPr/>
              </p14:nvContentPartPr>
              <p14:xfrm>
                <a:off x="7767400" y="3215840"/>
                <a:ext cx="119520" cy="166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89E913F-11C1-544F-4F45-76653B894B2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761280" y="3209720"/>
                  <a:ext cx="131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469344E-DFAF-6EE6-C093-E3B84C7EB778}"/>
                    </a:ext>
                  </a:extLst>
                </p14:cNvPr>
                <p14:cNvContentPartPr/>
                <p14:nvPr/>
              </p14:nvContentPartPr>
              <p14:xfrm>
                <a:off x="7624840" y="3188480"/>
                <a:ext cx="85680" cy="186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469344E-DFAF-6EE6-C093-E3B84C7EB77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618720" y="3182360"/>
                  <a:ext cx="979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5EDE5DD-92BA-3D01-10AE-5929C9443CC1}"/>
                    </a:ext>
                  </a:extLst>
                </p14:cNvPr>
                <p14:cNvContentPartPr/>
                <p14:nvPr/>
              </p14:nvContentPartPr>
              <p14:xfrm>
                <a:off x="7439800" y="3188480"/>
                <a:ext cx="148320" cy="212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5EDE5DD-92BA-3D01-10AE-5929C9443CC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433680" y="3182360"/>
                  <a:ext cx="160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1FB2399-3A3E-F94B-E4B1-44A4B5C02F80}"/>
                    </a:ext>
                  </a:extLst>
                </p14:cNvPr>
                <p14:cNvContentPartPr/>
                <p14:nvPr/>
              </p14:nvContentPartPr>
              <p14:xfrm>
                <a:off x="7315960" y="3148160"/>
                <a:ext cx="91800" cy="208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1FB2399-3A3E-F94B-E4B1-44A4B5C02F8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309840" y="3142040"/>
                  <a:ext cx="104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6729C9D-8CC2-7008-00C5-01B6836B6967}"/>
                    </a:ext>
                  </a:extLst>
                </p14:cNvPr>
                <p14:cNvContentPartPr/>
                <p14:nvPr/>
              </p14:nvContentPartPr>
              <p14:xfrm>
                <a:off x="7182400" y="3205040"/>
                <a:ext cx="114120" cy="159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6729C9D-8CC2-7008-00C5-01B6836B696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176280" y="3198920"/>
                  <a:ext cx="126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1807A94-1ABF-9B2C-3457-EE84955E0F8D}"/>
                    </a:ext>
                  </a:extLst>
                </p14:cNvPr>
                <p14:cNvContentPartPr/>
                <p14:nvPr/>
              </p14:nvContentPartPr>
              <p14:xfrm>
                <a:off x="6970360" y="3051320"/>
                <a:ext cx="209880" cy="326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1807A94-1ABF-9B2C-3457-EE84955E0F8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964240" y="3045200"/>
                  <a:ext cx="2221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F30D22D-4268-6845-3CBD-C46712D70663}"/>
                    </a:ext>
                  </a:extLst>
                </p14:cNvPr>
                <p14:cNvContentPartPr/>
                <p14:nvPr/>
              </p14:nvContentPartPr>
              <p14:xfrm>
                <a:off x="6834640" y="3166880"/>
                <a:ext cx="157680" cy="2181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F30D22D-4268-6845-3CBD-C46712D7066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28520" y="3160760"/>
                  <a:ext cx="1699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28A1D90-C409-4E2B-9F16-F594E0E52655}"/>
                    </a:ext>
                  </a:extLst>
                </p14:cNvPr>
                <p14:cNvContentPartPr/>
                <p14:nvPr/>
              </p14:nvContentPartPr>
              <p14:xfrm>
                <a:off x="6574720" y="3204320"/>
                <a:ext cx="227160" cy="286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28A1D90-C409-4E2B-9F16-F594E0E5265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568600" y="3198200"/>
                  <a:ext cx="2394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618AEAC-F5C6-E8CD-7003-EB6D387A0174}"/>
                    </a:ext>
                  </a:extLst>
                </p14:cNvPr>
                <p14:cNvContentPartPr/>
                <p14:nvPr/>
              </p14:nvContentPartPr>
              <p14:xfrm>
                <a:off x="6608560" y="2933240"/>
                <a:ext cx="177480" cy="435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618AEAC-F5C6-E8CD-7003-EB6D387A017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02440" y="2927120"/>
                  <a:ext cx="1897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1972062-AC08-3FD7-C37D-BE3D90E5FD1B}"/>
                    </a:ext>
                  </a:extLst>
                </p14:cNvPr>
                <p14:cNvContentPartPr/>
                <p14:nvPr/>
              </p14:nvContentPartPr>
              <p14:xfrm>
                <a:off x="6203920" y="3173000"/>
                <a:ext cx="347400" cy="202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1972062-AC08-3FD7-C37D-BE3D90E5FD1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197800" y="3166880"/>
                  <a:ext cx="3596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1AB506E-B87D-8018-BEA7-B9AD027633A6}"/>
                    </a:ext>
                  </a:extLst>
                </p14:cNvPr>
                <p14:cNvContentPartPr/>
                <p14:nvPr/>
              </p14:nvContentPartPr>
              <p14:xfrm>
                <a:off x="5949760" y="2991200"/>
                <a:ext cx="179280" cy="417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1AB506E-B87D-8018-BEA7-B9AD027633A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43640" y="2985080"/>
                  <a:ext cx="1915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634D832-5169-87E5-477A-3B9BF924B460}"/>
                    </a:ext>
                  </a:extLst>
                </p14:cNvPr>
                <p14:cNvContentPartPr/>
                <p14:nvPr/>
              </p14:nvContentPartPr>
              <p14:xfrm>
                <a:off x="5565640" y="3198560"/>
                <a:ext cx="306000" cy="264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634D832-5169-87E5-477A-3B9BF924B46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559520" y="3192440"/>
                  <a:ext cx="318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AA75B36-81E3-0656-08C4-0F57155CBE55}"/>
                    </a:ext>
                  </a:extLst>
                </p14:cNvPr>
                <p14:cNvContentPartPr/>
                <p14:nvPr/>
              </p14:nvContentPartPr>
              <p14:xfrm>
                <a:off x="5389240" y="2965640"/>
                <a:ext cx="200160" cy="5464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AA75B36-81E3-0656-08C4-0F57155CBE5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83120" y="2959520"/>
                  <a:ext cx="21240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2FF3D51-3220-A550-E84D-FA918C1A9E5B}"/>
                    </a:ext>
                  </a:extLst>
                </p14:cNvPr>
                <p14:cNvContentPartPr/>
                <p14:nvPr/>
              </p14:nvContentPartPr>
              <p14:xfrm>
                <a:off x="7864960" y="3774200"/>
                <a:ext cx="129240" cy="381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2FF3D51-3220-A550-E84D-FA918C1A9E5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858840" y="3768080"/>
                  <a:ext cx="1414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040CD83-DCCA-D710-E610-D34D174C4A92}"/>
                    </a:ext>
                  </a:extLst>
                </p14:cNvPr>
                <p14:cNvContentPartPr/>
                <p14:nvPr/>
              </p14:nvContentPartPr>
              <p14:xfrm>
                <a:off x="7647880" y="3963200"/>
                <a:ext cx="117720" cy="229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040CD83-DCCA-D710-E610-D34D174C4A9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641760" y="3957080"/>
                  <a:ext cx="129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F168892-8490-3604-8BC2-02D749442A5B}"/>
                    </a:ext>
                  </a:extLst>
                </p14:cNvPr>
                <p14:cNvContentPartPr/>
                <p14:nvPr/>
              </p14:nvContentPartPr>
              <p14:xfrm>
                <a:off x="7472560" y="4218800"/>
                <a:ext cx="581760" cy="123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F168892-8490-3604-8BC2-02D749442A5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466440" y="4212680"/>
                  <a:ext cx="5940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A8CD235-4E99-1AB3-173B-6021FEC13EB0}"/>
                    </a:ext>
                  </a:extLst>
                </p14:cNvPr>
                <p14:cNvContentPartPr/>
                <p14:nvPr/>
              </p14:nvContentPartPr>
              <p14:xfrm>
                <a:off x="6628720" y="3907040"/>
                <a:ext cx="286200" cy="389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A8CD235-4E99-1AB3-173B-6021FEC13EB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622600" y="3900920"/>
                  <a:ext cx="29844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E36C62B-3F6D-9D04-890D-95D6AD2F57AE}"/>
                    </a:ext>
                  </a:extLst>
                </p14:cNvPr>
                <p14:cNvContentPartPr/>
                <p14:nvPr/>
              </p14:nvContentPartPr>
              <p14:xfrm>
                <a:off x="6627280" y="4021880"/>
                <a:ext cx="198720" cy="177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E36C62B-3F6D-9D04-890D-95D6AD2F57A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621160" y="4015760"/>
                  <a:ext cx="210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CC63CE8-DE5D-0C12-1BC1-F7F7493DB500}"/>
                    </a:ext>
                  </a:extLst>
                </p14:cNvPr>
                <p14:cNvContentPartPr/>
                <p14:nvPr/>
              </p14:nvContentPartPr>
              <p14:xfrm>
                <a:off x="6214000" y="4114040"/>
                <a:ext cx="404280" cy="142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CC63CE8-DE5D-0C12-1BC1-F7F7493DB50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07880" y="4107920"/>
                  <a:ext cx="4165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4ECAFB-86F7-107B-BB09-6CB1B0EA5BFE}"/>
                    </a:ext>
                  </a:extLst>
                </p14:cNvPr>
                <p14:cNvContentPartPr/>
                <p14:nvPr/>
              </p14:nvContentPartPr>
              <p14:xfrm>
                <a:off x="6065680" y="4060040"/>
                <a:ext cx="281160" cy="1792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4ECAFB-86F7-107B-BB09-6CB1B0EA5BF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059560" y="4053920"/>
                  <a:ext cx="2934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7C91914-D9D4-9AA8-6A08-C459D66AE046}"/>
                    </a:ext>
                  </a:extLst>
                </p14:cNvPr>
                <p14:cNvContentPartPr/>
                <p14:nvPr/>
              </p14:nvContentPartPr>
              <p14:xfrm>
                <a:off x="5935000" y="4093160"/>
                <a:ext cx="72720" cy="263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7C91914-D9D4-9AA8-6A08-C459D66AE04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928880" y="4087040"/>
                  <a:ext cx="84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F9BAF87-BF75-E3BE-B881-024E59BFDFAD}"/>
                    </a:ext>
                  </a:extLst>
                </p14:cNvPr>
                <p14:cNvContentPartPr/>
                <p14:nvPr/>
              </p14:nvContentPartPr>
              <p14:xfrm>
                <a:off x="5674720" y="4332200"/>
                <a:ext cx="5760" cy="7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F9BAF87-BF75-E3BE-B881-024E59BFDFA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668600" y="4326080"/>
                  <a:ext cx="18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7237B07-66B5-FAC0-34EC-AB689EBAC769}"/>
                    </a:ext>
                  </a:extLst>
                </p14:cNvPr>
                <p14:cNvContentPartPr/>
                <p14:nvPr/>
              </p14:nvContentPartPr>
              <p14:xfrm>
                <a:off x="5718640" y="3807680"/>
                <a:ext cx="42120" cy="312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7237B07-66B5-FAC0-34EC-AB689EBAC76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12520" y="3801560"/>
                  <a:ext cx="5436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53B4F57-AA3B-334A-0994-50B7D5C4E0DA}"/>
                    </a:ext>
                  </a:extLst>
                </p14:cNvPr>
                <p14:cNvContentPartPr/>
                <p14:nvPr/>
              </p14:nvContentPartPr>
              <p14:xfrm>
                <a:off x="5700640" y="4251200"/>
                <a:ext cx="85320" cy="63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53B4F57-AA3B-334A-0994-50B7D5C4E0D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694520" y="4245080"/>
                  <a:ext cx="975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6E0B5E5-CD2B-D84E-C132-E1AEE9D4344D}"/>
                    </a:ext>
                  </a:extLst>
                </p14:cNvPr>
                <p14:cNvContentPartPr/>
                <p14:nvPr/>
              </p14:nvContentPartPr>
              <p14:xfrm>
                <a:off x="4505080" y="3219440"/>
                <a:ext cx="271440" cy="189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6E0B5E5-CD2B-D84E-C132-E1AEE9D4344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98960" y="3213320"/>
                  <a:ext cx="283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42C0A61-656F-D1FA-68CB-B82CD3F46A25}"/>
                    </a:ext>
                  </a:extLst>
                </p14:cNvPr>
                <p14:cNvContentPartPr/>
                <p14:nvPr/>
              </p14:nvContentPartPr>
              <p14:xfrm>
                <a:off x="4614160" y="3350120"/>
                <a:ext cx="43920" cy="61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42C0A61-656F-D1FA-68CB-B82CD3F46A2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608040" y="3344000"/>
                  <a:ext cx="56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3FA47F7-3A6F-83A8-0FE6-72C5C2A3B312}"/>
                    </a:ext>
                  </a:extLst>
                </p14:cNvPr>
                <p14:cNvContentPartPr/>
                <p14:nvPr/>
              </p14:nvContentPartPr>
              <p14:xfrm>
                <a:off x="4333360" y="3224840"/>
                <a:ext cx="172440" cy="194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3FA47F7-3A6F-83A8-0FE6-72C5C2A3B31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327240" y="3218720"/>
                  <a:ext cx="184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2425419-E95C-EF3C-C9FF-78C66074B0C5}"/>
                    </a:ext>
                  </a:extLst>
                </p14:cNvPr>
                <p14:cNvContentPartPr/>
                <p14:nvPr/>
              </p14:nvContentPartPr>
              <p14:xfrm>
                <a:off x="4158040" y="3101360"/>
                <a:ext cx="202320" cy="325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2425419-E95C-EF3C-C9FF-78C66074B0C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151920" y="3095240"/>
                  <a:ext cx="2145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4ECD64A-D8F7-E447-2101-AA914F6CE2BB}"/>
                    </a:ext>
                  </a:extLst>
                </p14:cNvPr>
                <p14:cNvContentPartPr/>
                <p14:nvPr/>
              </p14:nvContentPartPr>
              <p14:xfrm>
                <a:off x="3992080" y="3258680"/>
                <a:ext cx="210960" cy="573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4ECD64A-D8F7-E447-2101-AA914F6CE2B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85960" y="3252560"/>
                  <a:ext cx="22320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375ED7D-3CD3-B827-B90F-A7BFE4F2766F}"/>
                    </a:ext>
                  </a:extLst>
                </p14:cNvPr>
                <p14:cNvContentPartPr/>
                <p14:nvPr/>
              </p14:nvContentPartPr>
              <p14:xfrm>
                <a:off x="959080" y="4231760"/>
                <a:ext cx="497880" cy="19807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375ED7D-3CD3-B827-B90F-A7BFE4F2766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52960" y="4225640"/>
                  <a:ext cx="510120" cy="19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9F1DE3C-B960-E149-D94C-0DFCFD9ACE88}"/>
                    </a:ext>
                  </a:extLst>
                </p14:cNvPr>
                <p14:cNvContentPartPr/>
                <p14:nvPr/>
              </p14:nvContentPartPr>
              <p14:xfrm>
                <a:off x="3530560" y="4976240"/>
                <a:ext cx="34920" cy="12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9F1DE3C-B960-E149-D94C-0DFCFD9ACE8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24440" y="4970120"/>
                  <a:ext cx="47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08A512B-62F5-3C4F-CF71-59050A6FF212}"/>
                    </a:ext>
                  </a:extLst>
                </p14:cNvPr>
                <p14:cNvContentPartPr/>
                <p14:nvPr/>
              </p14:nvContentPartPr>
              <p14:xfrm>
                <a:off x="3467560" y="4936280"/>
                <a:ext cx="264960" cy="290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08A512B-62F5-3C4F-CF71-59050A6FF21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461440" y="4930160"/>
                  <a:ext cx="2772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E31267A-4F0B-D60A-2D7A-B1F112E5631B}"/>
                    </a:ext>
                  </a:extLst>
                </p14:cNvPr>
                <p14:cNvContentPartPr/>
                <p14:nvPr/>
              </p14:nvContentPartPr>
              <p14:xfrm>
                <a:off x="3568360" y="5066240"/>
                <a:ext cx="109440" cy="12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E31267A-4F0B-D60A-2D7A-B1F112E5631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562240" y="5060120"/>
                  <a:ext cx="121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E67BA7E-7C0A-3520-859A-B2CEE25F0A2E}"/>
                    </a:ext>
                  </a:extLst>
                </p14:cNvPr>
                <p14:cNvContentPartPr/>
                <p14:nvPr/>
              </p14:nvContentPartPr>
              <p14:xfrm>
                <a:off x="3460000" y="4883000"/>
                <a:ext cx="291600" cy="350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E67BA7E-7C0A-3520-859A-B2CEE25F0A2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453880" y="4876880"/>
                  <a:ext cx="3038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18394BB-8DEE-0EB4-7C13-22F922C38C98}"/>
                    </a:ext>
                  </a:extLst>
                </p14:cNvPr>
                <p14:cNvContentPartPr/>
                <p14:nvPr/>
              </p14:nvContentPartPr>
              <p14:xfrm>
                <a:off x="1546960" y="5017280"/>
                <a:ext cx="1763640" cy="122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18394BB-8DEE-0EB4-7C13-22F922C38C9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540840" y="5011160"/>
                  <a:ext cx="1775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B50F3BF-A069-C4F7-AC1C-A93FD4F517CD}"/>
                    </a:ext>
                  </a:extLst>
                </p14:cNvPr>
                <p14:cNvContentPartPr/>
                <p14:nvPr/>
              </p14:nvContentPartPr>
              <p14:xfrm>
                <a:off x="3114400" y="4876880"/>
                <a:ext cx="160920" cy="294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B50F3BF-A069-C4F7-AC1C-A93FD4F517C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108280" y="4870760"/>
                  <a:ext cx="1731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7EA7F5F-9CF0-DEF9-E038-9B918EE55FE5}"/>
                    </a:ext>
                  </a:extLst>
                </p14:cNvPr>
                <p14:cNvContentPartPr/>
                <p14:nvPr/>
              </p14:nvContentPartPr>
              <p14:xfrm>
                <a:off x="3596800" y="4248680"/>
                <a:ext cx="44280" cy="4532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7EA7F5F-9CF0-DEF9-E038-9B918EE55FE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590680" y="4242560"/>
                  <a:ext cx="565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70254C0-03B3-9BD1-A099-5C9936E90BED}"/>
                    </a:ext>
                  </a:extLst>
                </p14:cNvPr>
                <p14:cNvContentPartPr/>
                <p14:nvPr/>
              </p14:nvContentPartPr>
              <p14:xfrm>
                <a:off x="3514720" y="4517960"/>
                <a:ext cx="357480" cy="207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70254C0-03B3-9BD1-A099-5C9936E90BE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508600" y="4511840"/>
                  <a:ext cx="369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C0B3D80-B92E-156B-9ED8-8888DD72526E}"/>
                    </a:ext>
                  </a:extLst>
                </p14:cNvPr>
                <p14:cNvContentPartPr/>
                <p14:nvPr/>
              </p14:nvContentPartPr>
              <p14:xfrm>
                <a:off x="3905320" y="4982720"/>
                <a:ext cx="645480" cy="813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C0B3D80-B92E-156B-9ED8-8888DD72526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899200" y="4976600"/>
                  <a:ext cx="657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0C4105E-6786-8446-815D-C32B07BA80C9}"/>
                    </a:ext>
                  </a:extLst>
                </p14:cNvPr>
                <p14:cNvContentPartPr/>
                <p14:nvPr/>
              </p14:nvContentPartPr>
              <p14:xfrm>
                <a:off x="3861400" y="4931240"/>
                <a:ext cx="237960" cy="339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0C4105E-6786-8446-815D-C32B07BA80C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855280" y="4925120"/>
                  <a:ext cx="2502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25D29B8-1505-4D08-E1A4-54A5B3491635}"/>
                    </a:ext>
                  </a:extLst>
                </p14:cNvPr>
                <p14:cNvContentPartPr/>
                <p14:nvPr/>
              </p14:nvContentPartPr>
              <p14:xfrm>
                <a:off x="1093360" y="5596160"/>
                <a:ext cx="235440" cy="3240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25D29B8-1505-4D08-E1A4-54A5B349163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87240" y="5590040"/>
                  <a:ext cx="24768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6EF89F4-DF94-2FBD-A22D-1649489CC5BB}"/>
                    </a:ext>
                  </a:extLst>
                </p14:cNvPr>
                <p14:cNvContentPartPr/>
                <p14:nvPr/>
              </p14:nvContentPartPr>
              <p14:xfrm>
                <a:off x="1166800" y="5690840"/>
                <a:ext cx="132480" cy="125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6EF89F4-DF94-2FBD-A22D-1649489CC5B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60680" y="5684720"/>
                  <a:ext cx="144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8A5AB79-47B6-0464-E391-7A051B1E2E18}"/>
                    </a:ext>
                  </a:extLst>
                </p14:cNvPr>
                <p14:cNvContentPartPr/>
                <p14:nvPr/>
              </p14:nvContentPartPr>
              <p14:xfrm>
                <a:off x="446800" y="5532800"/>
                <a:ext cx="469080" cy="255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8A5AB79-47B6-0464-E391-7A051B1E2E1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40680" y="5526680"/>
                  <a:ext cx="4813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E74EB95-94C9-4191-1DD6-0152779FC28F}"/>
                    </a:ext>
                  </a:extLst>
                </p14:cNvPr>
                <p14:cNvContentPartPr/>
                <p14:nvPr/>
              </p14:nvContentPartPr>
              <p14:xfrm>
                <a:off x="401800" y="5525960"/>
                <a:ext cx="233280" cy="403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E74EB95-94C9-4191-1DD6-0152779FC28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95680" y="5519840"/>
                  <a:ext cx="24552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1B738DD-1477-271C-E87F-D32FE2FD68F4}"/>
                    </a:ext>
                  </a:extLst>
                </p14:cNvPr>
                <p14:cNvContentPartPr/>
                <p14:nvPr/>
              </p14:nvContentPartPr>
              <p14:xfrm>
                <a:off x="618520" y="6242000"/>
                <a:ext cx="382680" cy="486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1B738DD-1477-271C-E87F-D32FE2FD68F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12400" y="6235880"/>
                  <a:ext cx="39492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E327D59-6DDE-C611-B483-45B75693E74B}"/>
                    </a:ext>
                  </a:extLst>
                </p14:cNvPr>
                <p14:cNvContentPartPr/>
                <p14:nvPr/>
              </p14:nvContentPartPr>
              <p14:xfrm>
                <a:off x="633640" y="6344960"/>
                <a:ext cx="279360" cy="331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E327D59-6DDE-C611-B483-45B75693E74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7520" y="6338840"/>
                  <a:ext cx="2916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4F1F119-CCCF-CCD9-F87D-437EAC2F4670}"/>
                    </a:ext>
                  </a:extLst>
                </p14:cNvPr>
                <p14:cNvContentPartPr/>
                <p14:nvPr/>
              </p14:nvContentPartPr>
              <p14:xfrm>
                <a:off x="1076800" y="4412120"/>
                <a:ext cx="247680" cy="249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4F1F119-CCCF-CCD9-F87D-437EAC2F467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70680" y="4406000"/>
                  <a:ext cx="2599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4A28C77-7B14-440A-5283-5FEFF94952AA}"/>
                    </a:ext>
                  </a:extLst>
                </p14:cNvPr>
                <p14:cNvContentPartPr/>
                <p14:nvPr/>
              </p14:nvContentPartPr>
              <p14:xfrm>
                <a:off x="1141240" y="4420040"/>
                <a:ext cx="156600" cy="154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4A28C77-7B14-440A-5283-5FEFF94952A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35120" y="4413920"/>
                  <a:ext cx="168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0A4FBBA-AE2C-9DC8-67EA-C4CA5276A522}"/>
                    </a:ext>
                  </a:extLst>
                </p14:cNvPr>
                <p14:cNvContentPartPr/>
                <p14:nvPr/>
              </p14:nvContentPartPr>
              <p14:xfrm>
                <a:off x="1162840" y="3567200"/>
                <a:ext cx="81360" cy="720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0A4FBBA-AE2C-9DC8-67EA-C4CA5276A52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56720" y="3561080"/>
                  <a:ext cx="9360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135C541-BB39-DB42-3D2D-D17C5835B581}"/>
                    </a:ext>
                  </a:extLst>
                </p14:cNvPr>
                <p14:cNvContentPartPr/>
                <p14:nvPr/>
              </p14:nvContentPartPr>
              <p14:xfrm>
                <a:off x="1075000" y="3522920"/>
                <a:ext cx="194400" cy="290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135C541-BB39-DB42-3D2D-D17C5835B58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68880" y="3516800"/>
                  <a:ext cx="2066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ED73C3D-48F4-0F70-909E-B35923700E33}"/>
                    </a:ext>
                  </a:extLst>
                </p14:cNvPr>
                <p14:cNvContentPartPr/>
                <p14:nvPr/>
              </p14:nvContentPartPr>
              <p14:xfrm>
                <a:off x="621760" y="3966800"/>
                <a:ext cx="421200" cy="4568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ED73C3D-48F4-0F70-909E-B35923700E3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15640" y="3960680"/>
                  <a:ext cx="4334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FE369B7-C2B5-FF28-8379-42F0B0E08E59}"/>
                    </a:ext>
                  </a:extLst>
                </p14:cNvPr>
                <p14:cNvContentPartPr/>
                <p14:nvPr/>
              </p14:nvContentPartPr>
              <p14:xfrm>
                <a:off x="483520" y="3776360"/>
                <a:ext cx="262800" cy="498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FE369B7-C2B5-FF28-8379-42F0B0E08E5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77400" y="3770240"/>
                  <a:ext cx="27504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2752199-3D3E-E839-DA14-977E4E21E643}"/>
                    </a:ext>
                  </a:extLst>
                </p14:cNvPr>
                <p14:cNvContentPartPr/>
                <p14:nvPr/>
              </p14:nvContentPartPr>
              <p14:xfrm>
                <a:off x="1065640" y="5045360"/>
                <a:ext cx="167040" cy="1886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2752199-3D3E-E839-DA14-977E4E21E64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59520" y="5039240"/>
                  <a:ext cx="179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335C1F3-A71C-4F5F-AC18-FA967C97C7E0}"/>
                    </a:ext>
                  </a:extLst>
                </p14:cNvPr>
                <p14:cNvContentPartPr/>
                <p14:nvPr/>
              </p14:nvContentPartPr>
              <p14:xfrm>
                <a:off x="1058440" y="5052920"/>
                <a:ext cx="135000" cy="150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335C1F3-A71C-4F5F-AC18-FA967C97C7E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2320" y="5046800"/>
                  <a:ext cx="1472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970917B-7197-2B23-6B48-6C977F021774}"/>
                    </a:ext>
                  </a:extLst>
                </p14:cNvPr>
                <p14:cNvContentPartPr/>
                <p14:nvPr/>
              </p14:nvContentPartPr>
              <p14:xfrm>
                <a:off x="399640" y="4956440"/>
                <a:ext cx="520200" cy="113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970917B-7197-2B23-6B48-6C977F02177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3520" y="4950320"/>
                  <a:ext cx="532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462F2D8-4E14-EA3B-F1D4-B780661C584D}"/>
                    </a:ext>
                  </a:extLst>
                </p14:cNvPr>
                <p14:cNvContentPartPr/>
                <p14:nvPr/>
              </p14:nvContentPartPr>
              <p14:xfrm>
                <a:off x="333040" y="4827200"/>
                <a:ext cx="264960" cy="4572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462F2D8-4E14-EA3B-F1D4-B780661C584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26920" y="4821080"/>
                  <a:ext cx="27720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0B3B386-CE0D-948D-F8F4-824AD4BA3A79}"/>
                    </a:ext>
                  </a:extLst>
                </p14:cNvPr>
                <p14:cNvContentPartPr/>
                <p14:nvPr/>
              </p14:nvContentPartPr>
              <p14:xfrm>
                <a:off x="1428160" y="3739640"/>
                <a:ext cx="300240" cy="4975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0B3B386-CE0D-948D-F8F4-824AD4BA3A7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422040" y="3733520"/>
                  <a:ext cx="31248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6F21272-4348-1661-7F00-A9975BA229B1}"/>
                    </a:ext>
                  </a:extLst>
                </p14:cNvPr>
                <p14:cNvContentPartPr/>
                <p14:nvPr/>
              </p14:nvContentPartPr>
              <p14:xfrm>
                <a:off x="1544800" y="3724880"/>
                <a:ext cx="266040" cy="3042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6F21272-4348-1661-7F00-A9975BA229B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538680" y="3718760"/>
                  <a:ext cx="278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CC60672-8531-8E43-DEA5-EE0D0C02592E}"/>
                    </a:ext>
                  </a:extLst>
                </p14:cNvPr>
                <p14:cNvContentPartPr/>
                <p14:nvPr/>
              </p14:nvContentPartPr>
              <p14:xfrm>
                <a:off x="1478560" y="4466840"/>
                <a:ext cx="563400" cy="181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CC60672-8531-8E43-DEA5-EE0D0C02592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472440" y="4460720"/>
                  <a:ext cx="575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E6E3FB9-0EF1-A83C-36F1-0227DDBD384E}"/>
                    </a:ext>
                  </a:extLst>
                </p14:cNvPr>
                <p14:cNvContentPartPr/>
                <p14:nvPr/>
              </p14:nvContentPartPr>
              <p14:xfrm>
                <a:off x="1850800" y="4378640"/>
                <a:ext cx="200520" cy="411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E6E3FB9-0EF1-A83C-36F1-0227DDBD384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844680" y="4372520"/>
                  <a:ext cx="21276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7D8E88C-1043-DE0E-EF97-84CE4AEFFF9E}"/>
                    </a:ext>
                  </a:extLst>
                </p14:cNvPr>
                <p14:cNvContentPartPr/>
                <p14:nvPr/>
              </p14:nvContentPartPr>
              <p14:xfrm>
                <a:off x="703120" y="4907840"/>
                <a:ext cx="21960" cy="72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7D8E88C-1043-DE0E-EF97-84CE4AEFFF9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97000" y="4901720"/>
                  <a:ext cx="342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397A07A-0183-A08C-98A2-8EF88BD8A25C}"/>
                    </a:ext>
                  </a:extLst>
                </p14:cNvPr>
                <p14:cNvContentPartPr/>
                <p14:nvPr/>
              </p14:nvContentPartPr>
              <p14:xfrm>
                <a:off x="1424920" y="6310400"/>
                <a:ext cx="21600" cy="393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397A07A-0183-A08C-98A2-8EF88BD8A25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418800" y="6304280"/>
                  <a:ext cx="3384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A6D700D-A573-6366-F32A-31BDCAFDC400}"/>
                    </a:ext>
                  </a:extLst>
                </p14:cNvPr>
                <p14:cNvContentPartPr/>
                <p14:nvPr/>
              </p14:nvContentPartPr>
              <p14:xfrm>
                <a:off x="1311880" y="6574280"/>
                <a:ext cx="379800" cy="267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A6D700D-A573-6366-F32A-31BDCAFDC40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305760" y="6568160"/>
                  <a:ext cx="3920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982C916-4050-1231-D525-E48A4291B853}"/>
                    </a:ext>
                  </a:extLst>
                </p14:cNvPr>
                <p14:cNvContentPartPr/>
                <p14:nvPr/>
              </p14:nvContentPartPr>
              <p14:xfrm>
                <a:off x="1591240" y="6270440"/>
                <a:ext cx="452160" cy="357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982C916-4050-1231-D525-E48A4291B85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85120" y="6264320"/>
                  <a:ext cx="4644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9F05707-A09A-320C-729E-0C6C1498F741}"/>
                    </a:ext>
                  </a:extLst>
                </p14:cNvPr>
                <p14:cNvContentPartPr/>
                <p14:nvPr/>
              </p14:nvContentPartPr>
              <p14:xfrm>
                <a:off x="1830280" y="6461600"/>
                <a:ext cx="315720" cy="266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9F05707-A09A-320C-729E-0C6C1498F74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24160" y="6455480"/>
                  <a:ext cx="327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A8370EB-678C-5A82-28C6-3C12638CF084}"/>
                    </a:ext>
                  </a:extLst>
                </p14:cNvPr>
                <p14:cNvContentPartPr/>
                <p14:nvPr/>
              </p14:nvContentPartPr>
              <p14:xfrm>
                <a:off x="1792120" y="5873360"/>
                <a:ext cx="509400" cy="323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A8370EB-678C-5A82-28C6-3C12638CF08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786000" y="5867240"/>
                  <a:ext cx="5216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ACE9D1C-ACEA-6A13-352D-E6DDC9AA1D0C}"/>
                    </a:ext>
                  </a:extLst>
                </p14:cNvPr>
                <p14:cNvContentPartPr/>
                <p14:nvPr/>
              </p14:nvContentPartPr>
              <p14:xfrm>
                <a:off x="1981840" y="5929520"/>
                <a:ext cx="373320" cy="432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ACE9D1C-ACEA-6A13-352D-E6DDC9AA1D0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975720" y="5923400"/>
                  <a:ext cx="3855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C4DABDE-013B-4058-77C5-C1BE516288BF}"/>
                    </a:ext>
                  </a:extLst>
                </p14:cNvPr>
                <p14:cNvContentPartPr/>
                <p14:nvPr/>
              </p14:nvContentPartPr>
              <p14:xfrm>
                <a:off x="1892560" y="5516960"/>
                <a:ext cx="564840" cy="565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C4DABDE-013B-4058-77C5-C1BE516288B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886440" y="5510840"/>
                  <a:ext cx="577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853462F-5A73-AEB4-78E9-6C5542C2DA03}"/>
                    </a:ext>
                  </a:extLst>
                </p14:cNvPr>
                <p14:cNvContentPartPr/>
                <p14:nvPr/>
              </p14:nvContentPartPr>
              <p14:xfrm>
                <a:off x="168880" y="4259840"/>
                <a:ext cx="515880" cy="346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853462F-5A73-AEB4-78E9-6C5542C2DA0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62760" y="4253720"/>
                  <a:ext cx="5281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825ECCE-19E6-4F1E-5F10-9829D367E2C6}"/>
                    </a:ext>
                  </a:extLst>
                </p14:cNvPr>
                <p14:cNvContentPartPr/>
                <p14:nvPr/>
              </p14:nvContentPartPr>
              <p14:xfrm>
                <a:off x="128200" y="4179560"/>
                <a:ext cx="489600" cy="2912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825ECCE-19E6-4F1E-5F10-9829D367E2C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22080" y="4173440"/>
                  <a:ext cx="5018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0E80C87-7B83-F94A-FF90-A9E7EEB792AF}"/>
                    </a:ext>
                  </a:extLst>
                </p14:cNvPr>
                <p14:cNvContentPartPr/>
                <p14:nvPr/>
              </p14:nvContentPartPr>
              <p14:xfrm>
                <a:off x="2058520" y="5515520"/>
                <a:ext cx="1161360" cy="10396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0E80C87-7B83-F94A-FF90-A9E7EEB792A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052400" y="5509400"/>
                  <a:ext cx="1173600" cy="10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ED3E7E2-55B3-EE7D-B757-E73C124309B7}"/>
                    </a:ext>
                  </a:extLst>
                </p14:cNvPr>
                <p14:cNvContentPartPr/>
                <p14:nvPr/>
              </p14:nvContentPartPr>
              <p14:xfrm>
                <a:off x="3497800" y="5351720"/>
                <a:ext cx="137160" cy="11095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ED3E7E2-55B3-EE7D-B757-E73C124309B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491680" y="5345600"/>
                  <a:ext cx="149400" cy="11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8D830A5-3425-07A8-1B95-B8BC6D02901B}"/>
                    </a:ext>
                  </a:extLst>
                </p14:cNvPr>
                <p14:cNvContentPartPr/>
                <p14:nvPr/>
              </p14:nvContentPartPr>
              <p14:xfrm>
                <a:off x="3383320" y="6346400"/>
                <a:ext cx="270000" cy="173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8D830A5-3425-07A8-1B95-B8BC6D02901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377200" y="6340280"/>
                  <a:ext cx="2822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7BE26A9-8FC5-40D3-3374-94E87ED61658}"/>
                    </a:ext>
                  </a:extLst>
                </p14:cNvPr>
                <p14:cNvContentPartPr/>
                <p14:nvPr/>
              </p14:nvContentPartPr>
              <p14:xfrm>
                <a:off x="3049240" y="6503720"/>
                <a:ext cx="229680" cy="159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7BE26A9-8FC5-40D3-3374-94E87ED6165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043120" y="6497600"/>
                  <a:ext cx="241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4051372-AF99-D1E3-81AE-8DD6FE8F25D1}"/>
                    </a:ext>
                  </a:extLst>
                </p14:cNvPr>
                <p14:cNvContentPartPr/>
                <p14:nvPr/>
              </p14:nvContentPartPr>
              <p14:xfrm>
                <a:off x="3552880" y="3900200"/>
                <a:ext cx="53280" cy="457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4051372-AF99-D1E3-81AE-8DD6FE8F25D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546760" y="3894080"/>
                  <a:ext cx="655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CD7CACD2-276D-D0A4-2349-014B306601B2}"/>
                    </a:ext>
                  </a:extLst>
                </p14:cNvPr>
                <p14:cNvContentPartPr/>
                <p14:nvPr/>
              </p14:nvContentPartPr>
              <p14:xfrm>
                <a:off x="1818040" y="3506360"/>
                <a:ext cx="1255320" cy="10915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CD7CACD2-276D-D0A4-2349-014B306601B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811920" y="3500240"/>
                  <a:ext cx="1267560" cy="11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BCCCDCE-4654-2D19-DF12-6E1F4F76B20D}"/>
                    </a:ext>
                  </a:extLst>
                </p14:cNvPr>
                <p14:cNvContentPartPr/>
                <p14:nvPr/>
              </p14:nvContentPartPr>
              <p14:xfrm>
                <a:off x="2879320" y="3362360"/>
                <a:ext cx="336600" cy="236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BCCCDCE-4654-2D19-DF12-6E1F4F76B20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873200" y="3356240"/>
                  <a:ext cx="3488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2AFFB05-B802-5B7C-9C00-84754F4B5E12}"/>
                    </a:ext>
                  </a:extLst>
                </p14:cNvPr>
                <p14:cNvContentPartPr/>
                <p14:nvPr/>
              </p14:nvContentPartPr>
              <p14:xfrm>
                <a:off x="1651360" y="2967080"/>
                <a:ext cx="547200" cy="8892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2AFFB05-B802-5B7C-9C00-84754F4B5E1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645240" y="2960960"/>
                  <a:ext cx="55944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AE3E729-6AD3-89BD-5089-6DC308F68CE7}"/>
                    </a:ext>
                  </a:extLst>
                </p14:cNvPr>
                <p14:cNvContentPartPr/>
                <p14:nvPr/>
              </p14:nvContentPartPr>
              <p14:xfrm>
                <a:off x="2135920" y="2765480"/>
                <a:ext cx="240840" cy="2113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AE3E729-6AD3-89BD-5089-6DC308F68CE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129800" y="2759360"/>
                  <a:ext cx="2530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59B702D-1462-000E-3D57-EDDC419498C8}"/>
                    </a:ext>
                  </a:extLst>
                </p14:cNvPr>
                <p14:cNvContentPartPr/>
                <p14:nvPr/>
              </p14:nvContentPartPr>
              <p14:xfrm>
                <a:off x="2101360" y="6084320"/>
                <a:ext cx="560880" cy="658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59B702D-1462-000E-3D57-EDDC419498C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095240" y="6078200"/>
                  <a:ext cx="57312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E0B039C-7CE6-F5DB-D350-D6AAB04F7445}"/>
                    </a:ext>
                  </a:extLst>
                </p14:cNvPr>
                <p14:cNvContentPartPr/>
                <p14:nvPr/>
              </p14:nvContentPartPr>
              <p14:xfrm>
                <a:off x="2413120" y="6555560"/>
                <a:ext cx="337320" cy="223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E0B039C-7CE6-F5DB-D350-D6AAB04F744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407000" y="6549440"/>
                  <a:ext cx="3495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D8C6E7E6-83D0-FF93-D001-30F439EC725E}"/>
                    </a:ext>
                  </a:extLst>
                </p14:cNvPr>
                <p14:cNvContentPartPr/>
                <p14:nvPr/>
              </p14:nvContentPartPr>
              <p14:xfrm>
                <a:off x="3470080" y="4571960"/>
                <a:ext cx="379800" cy="1746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D8C6E7E6-83D0-FF93-D001-30F439EC725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463960" y="4565840"/>
                  <a:ext cx="392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BD454FC-4690-63D3-FD3B-93854A926960}"/>
                    </a:ext>
                  </a:extLst>
                </p14:cNvPr>
                <p14:cNvContentPartPr/>
                <p14:nvPr/>
              </p14:nvContentPartPr>
              <p14:xfrm>
                <a:off x="3562960" y="3961040"/>
                <a:ext cx="52200" cy="707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BD454FC-4690-63D3-FD3B-93854A92696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556840" y="3954920"/>
                  <a:ext cx="6444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8E07671-9C74-9D12-5D10-490118822882}"/>
                    </a:ext>
                  </a:extLst>
                </p14:cNvPr>
                <p14:cNvContentPartPr/>
                <p14:nvPr/>
              </p14:nvContentPartPr>
              <p14:xfrm>
                <a:off x="3390880" y="4847000"/>
                <a:ext cx="377640" cy="3776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8E07671-9C74-9D12-5D10-49011882288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384760" y="4840880"/>
                  <a:ext cx="389880" cy="38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286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9280C4-F870-0E49-7004-E7017A234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905" y="33821"/>
            <a:ext cx="10889974" cy="1325563"/>
          </a:xfrm>
        </p:spPr>
        <p:txBody>
          <a:bodyPr>
            <a:normAutofit/>
          </a:bodyPr>
          <a:lstStyle/>
          <a:p>
            <a:r>
              <a:rPr lang="he-IL" sz="3200" dirty="0"/>
              <a:t>אנרגיה פוטנציאלית חשמלית, פוטנציאל ומתח חשמלי</a:t>
            </a:r>
            <a:endParaRPr lang="en-IL" sz="32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4CD8E7-A82F-4C44-6292-06DE05F09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25" y="1306285"/>
            <a:ext cx="11274154" cy="5620530"/>
          </a:xfrm>
        </p:spPr>
        <p:txBody>
          <a:bodyPr>
            <a:normAutofit fontScale="85000" lnSpcReduction="20000"/>
          </a:bodyPr>
          <a:lstStyle/>
          <a:p>
            <a:r>
              <a:rPr lang="he-IL" b="1" u="sng" dirty="0"/>
              <a:t>אנרגיה פוטנציאלית חשמלית:</a:t>
            </a:r>
          </a:p>
          <a:p>
            <a:pPr marL="0" indent="0">
              <a:buNone/>
            </a:pPr>
            <a:r>
              <a:rPr lang="he-IL" b="1" dirty="0"/>
              <a:t>הגדרה: </a:t>
            </a:r>
            <a:r>
              <a:rPr lang="he-IL" dirty="0"/>
              <a:t>האנרגיה הפוטנציאלית החשמלית היא האנרגיה שיש למטען עקב מיקומו בשדה החשמלי. </a:t>
            </a:r>
          </a:p>
          <a:p>
            <a:pPr marL="0" indent="0">
              <a:buNone/>
            </a:pPr>
            <a:r>
              <a:rPr lang="he-IL" b="1" dirty="0"/>
              <a:t>נוסחה</a:t>
            </a:r>
            <a:r>
              <a:rPr lang="he-IL" dirty="0"/>
              <a:t>:</a:t>
            </a:r>
          </a:p>
          <a:p>
            <a:r>
              <a:rPr lang="he-IL" b="1" u="sng" dirty="0"/>
              <a:t>פוטנציאל חשמלי:</a:t>
            </a:r>
            <a:r>
              <a:rPr lang="he-IL" b="1" dirty="0"/>
              <a:t> </a:t>
            </a:r>
          </a:p>
          <a:p>
            <a:pPr marL="0" indent="0">
              <a:buNone/>
            </a:pPr>
            <a:r>
              <a:rPr lang="he-IL" b="1" dirty="0"/>
              <a:t>הגדרה: </a:t>
            </a:r>
            <a:r>
              <a:rPr lang="he-IL" dirty="0"/>
              <a:t>האנרגיה הפוטנציאלית החשמלית ליחידת מטען.</a:t>
            </a:r>
          </a:p>
          <a:p>
            <a:pPr marL="0" indent="0">
              <a:buNone/>
            </a:pPr>
            <a:r>
              <a:rPr lang="he-IL" b="1" dirty="0"/>
              <a:t>סימון: </a:t>
            </a:r>
            <a:r>
              <a:rPr lang="az-Cyrl-AZ" sz="3600" b="1" dirty="0"/>
              <a:t>ф</a:t>
            </a:r>
            <a:r>
              <a:rPr lang="he-IL" sz="3600" b="1" dirty="0"/>
              <a:t>.</a:t>
            </a:r>
            <a:endParaRPr lang="he-IL" dirty="0"/>
          </a:p>
          <a:p>
            <a:pPr marL="0" indent="0">
              <a:buNone/>
            </a:pPr>
            <a:r>
              <a:rPr lang="he-IL" b="1" dirty="0"/>
              <a:t>יחידות: [</a:t>
            </a:r>
            <a:r>
              <a:rPr lang="en-US" b="1" dirty="0"/>
              <a:t>V</a:t>
            </a:r>
            <a:r>
              <a:rPr lang="he-IL" b="1" dirty="0"/>
              <a:t>]</a:t>
            </a:r>
            <a:r>
              <a:rPr lang="en-US" b="1" dirty="0"/>
              <a:t> </a:t>
            </a:r>
            <a:r>
              <a:rPr lang="he-IL" b="1" dirty="0"/>
              <a:t> </a:t>
            </a:r>
            <a:r>
              <a:rPr lang="he-IL" dirty="0"/>
              <a:t>- וולט</a:t>
            </a:r>
          </a:p>
          <a:p>
            <a:pPr marL="0" indent="0">
              <a:buNone/>
            </a:pPr>
            <a:r>
              <a:rPr lang="he-IL" b="1" dirty="0"/>
              <a:t>נוסחה:</a:t>
            </a:r>
          </a:p>
          <a:p>
            <a:r>
              <a:rPr lang="he-IL" b="1" u="sng" dirty="0"/>
              <a:t>מתח חשמלי: </a:t>
            </a:r>
          </a:p>
          <a:p>
            <a:pPr marL="0" indent="0">
              <a:buNone/>
            </a:pPr>
            <a:r>
              <a:rPr lang="he-IL" b="1" dirty="0"/>
              <a:t>הגדרה: </a:t>
            </a:r>
            <a:r>
              <a:rPr lang="he-IL" dirty="0"/>
              <a:t>מתח חשמלי בין שתי נקודות במרחב הוא ההפרש בין הפוטנציאלים החשמליים באותן נקודות</a:t>
            </a:r>
          </a:p>
          <a:p>
            <a:pPr marL="0" indent="0">
              <a:buNone/>
            </a:pPr>
            <a:r>
              <a:rPr lang="he-IL" b="1" dirty="0"/>
              <a:t>סימון: </a:t>
            </a:r>
            <a:r>
              <a:rPr lang="en-US" b="1" dirty="0"/>
              <a:t>V</a:t>
            </a:r>
            <a:endParaRPr lang="he-IL" b="1" dirty="0"/>
          </a:p>
          <a:p>
            <a:pPr marL="0" indent="0">
              <a:buNone/>
            </a:pPr>
            <a:r>
              <a:rPr lang="he-IL" b="1" dirty="0"/>
              <a:t>נוסחה: 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A6E1671B-7336-6847-6A8F-6807A3953828}"/>
              </a:ext>
            </a:extLst>
          </p:cNvPr>
          <p:cNvSpPr/>
          <p:nvPr/>
        </p:nvSpPr>
        <p:spPr>
          <a:xfrm>
            <a:off x="0" y="1033668"/>
            <a:ext cx="12192000" cy="8469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B5D72935-8FC3-2D2B-14E4-B88242056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131" y="6071851"/>
            <a:ext cx="1004138" cy="344705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9B4EFE8-DBF6-29E9-91AA-20C69436EA81}"/>
              </a:ext>
            </a:extLst>
          </p:cNvPr>
          <p:cNvGrpSpPr/>
          <p:nvPr/>
        </p:nvGrpSpPr>
        <p:grpSpPr>
          <a:xfrm>
            <a:off x="7683160" y="1979320"/>
            <a:ext cx="2219760" cy="734400"/>
            <a:chOff x="7683160" y="1979320"/>
            <a:chExt cx="2219760" cy="7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7788BEB-C3D3-A48B-AAAD-0093DF92442B}"/>
                    </a:ext>
                  </a:extLst>
                </p14:cNvPr>
                <p14:cNvContentPartPr/>
                <p14:nvPr/>
              </p14:nvContentPartPr>
              <p14:xfrm>
                <a:off x="7683160" y="2085880"/>
                <a:ext cx="266040" cy="513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7788BEB-C3D3-A48B-AAAD-0093DF92442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77040" y="2079760"/>
                  <a:ext cx="27828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E82023E-05B6-4BEA-9C84-294C2814E74F}"/>
                    </a:ext>
                  </a:extLst>
                </p14:cNvPr>
                <p14:cNvContentPartPr/>
                <p14:nvPr/>
              </p14:nvContentPartPr>
              <p14:xfrm>
                <a:off x="7745440" y="2341480"/>
                <a:ext cx="199440" cy="14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E82023E-05B6-4BEA-9C84-294C2814E74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39320" y="2335360"/>
                  <a:ext cx="2116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BD578FC-0829-4A83-2284-1685A6FFED29}"/>
                    </a:ext>
                  </a:extLst>
                </p14:cNvPr>
                <p14:cNvContentPartPr/>
                <p14:nvPr/>
              </p14:nvContentPartPr>
              <p14:xfrm>
                <a:off x="8008600" y="2407720"/>
                <a:ext cx="132480" cy="289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BD578FC-0829-4A83-2284-1685A6FFED2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002480" y="2401600"/>
                  <a:ext cx="1447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D608643-BEAD-19FF-2C1F-962A01AE9F34}"/>
                    </a:ext>
                  </a:extLst>
                </p14:cNvPr>
                <p14:cNvContentPartPr/>
                <p14:nvPr/>
              </p14:nvContentPartPr>
              <p14:xfrm>
                <a:off x="8345920" y="2284960"/>
                <a:ext cx="134640" cy="19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D608643-BEAD-19FF-2C1F-962A01AE9F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39800" y="2278840"/>
                  <a:ext cx="146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CB83523-9520-591D-0BB1-8C41E4E075BF}"/>
                    </a:ext>
                  </a:extLst>
                </p14:cNvPr>
                <p14:cNvContentPartPr/>
                <p14:nvPr/>
              </p14:nvContentPartPr>
              <p14:xfrm>
                <a:off x="8338000" y="2216200"/>
                <a:ext cx="147960" cy="34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CB83523-9520-591D-0BB1-8C41E4E075B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31880" y="2210080"/>
                  <a:ext cx="160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4069F27-2561-D1C3-580D-2876CE1B7B0A}"/>
                    </a:ext>
                  </a:extLst>
                </p14:cNvPr>
                <p14:cNvContentPartPr/>
                <p14:nvPr/>
              </p14:nvContentPartPr>
              <p14:xfrm>
                <a:off x="8699800" y="1979320"/>
                <a:ext cx="53280" cy="25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4069F27-2561-D1C3-580D-2876CE1B7B0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93680" y="1973200"/>
                  <a:ext cx="65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F0A97E-3381-4186-DFF5-B31676E89A7F}"/>
                    </a:ext>
                  </a:extLst>
                </p14:cNvPr>
                <p14:cNvContentPartPr/>
                <p14:nvPr/>
              </p14:nvContentPartPr>
              <p14:xfrm>
                <a:off x="8726080" y="2067160"/>
                <a:ext cx="99360" cy="18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F0A97E-3381-4186-DFF5-B31676E89A7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19960" y="2061040"/>
                  <a:ext cx="111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A837BA2-4C9D-82E6-DD06-CEBFFF9E38FC}"/>
                    </a:ext>
                  </a:extLst>
                </p14:cNvPr>
                <p14:cNvContentPartPr/>
                <p14:nvPr/>
              </p14:nvContentPartPr>
              <p14:xfrm>
                <a:off x="9014800" y="216436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837BA2-4C9D-82E6-DD06-CEBFFF9E38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08680" y="21582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5B4C63F-6E41-9FE6-F06A-F2DFAC7C1957}"/>
                    </a:ext>
                  </a:extLst>
                </p14:cNvPr>
                <p14:cNvContentPartPr/>
                <p14:nvPr/>
              </p14:nvContentPartPr>
              <p14:xfrm>
                <a:off x="9083200" y="2130520"/>
                <a:ext cx="254520" cy="266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5B4C63F-6E41-9FE6-F06A-F2DFAC7C195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77080" y="2124400"/>
                  <a:ext cx="266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689FA6-0653-34AA-C682-4F5FA37BC1B2}"/>
                    </a:ext>
                  </a:extLst>
                </p14:cNvPr>
                <p14:cNvContentPartPr/>
                <p14:nvPr/>
              </p14:nvContentPartPr>
              <p14:xfrm>
                <a:off x="9475600" y="217840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689FA6-0653-34AA-C682-4F5FA37BC1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69480" y="21722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AE690DD-B8AD-A9AE-5F85-57DE34A9862F}"/>
                    </a:ext>
                  </a:extLst>
                </p14:cNvPr>
                <p14:cNvContentPartPr/>
                <p14:nvPr/>
              </p14:nvContentPartPr>
              <p14:xfrm>
                <a:off x="9598360" y="2034760"/>
                <a:ext cx="128520" cy="258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AE690DD-B8AD-A9AE-5F85-57DE34A9862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92240" y="2028640"/>
                  <a:ext cx="1407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B551E2E-A7E0-214B-D417-B81A869D4F28}"/>
                    </a:ext>
                  </a:extLst>
                </p14:cNvPr>
                <p14:cNvContentPartPr/>
                <p14:nvPr/>
              </p14:nvContentPartPr>
              <p14:xfrm>
                <a:off x="9722200" y="2128000"/>
                <a:ext cx="180720" cy="151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B551E2E-A7E0-214B-D417-B81A869D4F2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16080" y="2121880"/>
                  <a:ext cx="192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04987F-BA2D-0DC6-3412-40DEDF4D5EA9}"/>
                    </a:ext>
                  </a:extLst>
                </p14:cNvPr>
                <p14:cNvContentPartPr/>
                <p14:nvPr/>
              </p14:nvContentPartPr>
              <p14:xfrm>
                <a:off x="8957200" y="2151400"/>
                <a:ext cx="23400" cy="30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04987F-BA2D-0DC6-3412-40DEDF4D5E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51080" y="2145280"/>
                  <a:ext cx="356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BCFCD6-D462-7A81-F7CD-4773801950E2}"/>
                    </a:ext>
                  </a:extLst>
                </p14:cNvPr>
                <p14:cNvContentPartPr/>
                <p14:nvPr/>
              </p14:nvContentPartPr>
              <p14:xfrm>
                <a:off x="8579920" y="2396200"/>
                <a:ext cx="1264320" cy="86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BCFCD6-D462-7A81-F7CD-4773801950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73800" y="2390080"/>
                  <a:ext cx="12765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48FF325-CDE8-5214-798C-25ACA41F22C7}"/>
                    </a:ext>
                  </a:extLst>
                </p14:cNvPr>
                <p14:cNvContentPartPr/>
                <p14:nvPr/>
              </p14:nvContentPartPr>
              <p14:xfrm>
                <a:off x="8860360" y="2458840"/>
                <a:ext cx="183960" cy="254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48FF325-CDE8-5214-798C-25ACA41F22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54240" y="2452720"/>
                  <a:ext cx="1962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76A01F-E239-5E1E-F121-B2EFDE690B50}"/>
                    </a:ext>
                  </a:extLst>
                </p14:cNvPr>
                <p14:cNvContentPartPr/>
                <p14:nvPr/>
              </p14:nvContentPartPr>
              <p14:xfrm>
                <a:off x="9478480" y="2180560"/>
                <a:ext cx="8640" cy="38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76A01F-E239-5E1E-F121-B2EFDE690B5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72360" y="2174440"/>
                  <a:ext cx="208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E4208ED-04AA-9F90-DEE7-C6E15A729D29}"/>
              </a:ext>
            </a:extLst>
          </p:cNvPr>
          <p:cNvGrpSpPr/>
          <p:nvPr/>
        </p:nvGrpSpPr>
        <p:grpSpPr>
          <a:xfrm>
            <a:off x="5115280" y="3748000"/>
            <a:ext cx="411840" cy="748080"/>
            <a:chOff x="5115280" y="3748000"/>
            <a:chExt cx="411840" cy="74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341FA82-2F13-46CE-8DFD-343E9DE92C96}"/>
                    </a:ext>
                  </a:extLst>
                </p14:cNvPr>
                <p14:cNvContentPartPr/>
                <p14:nvPr/>
              </p14:nvContentPartPr>
              <p14:xfrm>
                <a:off x="5115280" y="3988840"/>
                <a:ext cx="411840" cy="333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341FA82-2F13-46CE-8DFD-343E9DE92C9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09160" y="3982720"/>
                  <a:ext cx="4240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40F3AE0-2FB1-9C96-415C-0E68C035ACC4}"/>
                    </a:ext>
                  </a:extLst>
                </p14:cNvPr>
                <p14:cNvContentPartPr/>
                <p14:nvPr/>
              </p14:nvContentPartPr>
              <p14:xfrm>
                <a:off x="5242000" y="3748000"/>
                <a:ext cx="156240" cy="748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0F3AE0-2FB1-9C96-415C-0E68C035AC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35880" y="3741880"/>
                  <a:ext cx="168480" cy="76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E3EF222-23B9-11F7-829A-810ADFFAC89C}"/>
              </a:ext>
            </a:extLst>
          </p:cNvPr>
          <p:cNvGrpSpPr/>
          <p:nvPr/>
        </p:nvGrpSpPr>
        <p:grpSpPr>
          <a:xfrm>
            <a:off x="5908360" y="3645760"/>
            <a:ext cx="2310120" cy="1150560"/>
            <a:chOff x="5908360" y="3645760"/>
            <a:chExt cx="2310120" cy="11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0A4A692-1BF2-0F4C-9F63-5B9685248C2E}"/>
                    </a:ext>
                  </a:extLst>
                </p14:cNvPr>
                <p14:cNvContentPartPr/>
                <p14:nvPr/>
              </p14:nvContentPartPr>
              <p14:xfrm>
                <a:off x="5908360" y="4087840"/>
                <a:ext cx="147960" cy="23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0A4A692-1BF2-0F4C-9F63-5B9685248C2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02240" y="4081720"/>
                  <a:ext cx="160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B1AEB33-B835-ABF4-3ED1-8A23B019B37B}"/>
                    </a:ext>
                  </a:extLst>
                </p14:cNvPr>
                <p14:cNvContentPartPr/>
                <p14:nvPr/>
              </p14:nvContentPartPr>
              <p14:xfrm>
                <a:off x="5913760" y="3988480"/>
                <a:ext cx="141840" cy="30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B1AEB33-B835-ABF4-3ED1-8A23B019B37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07640" y="3982360"/>
                  <a:ext cx="154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E81E13-7447-B220-5327-2EFCD38B57C2}"/>
                    </a:ext>
                  </a:extLst>
                </p14:cNvPr>
                <p14:cNvContentPartPr/>
                <p14:nvPr/>
              </p14:nvContentPartPr>
              <p14:xfrm>
                <a:off x="6241000" y="3715600"/>
                <a:ext cx="81000" cy="340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E81E13-7447-B220-5327-2EFCD38B57C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34880" y="3709480"/>
                  <a:ext cx="932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ADDC109-EFF1-9A32-F741-EB27A03B3E65}"/>
                    </a:ext>
                  </a:extLst>
                </p14:cNvPr>
                <p14:cNvContentPartPr/>
                <p14:nvPr/>
              </p14:nvContentPartPr>
              <p14:xfrm>
                <a:off x="6319120" y="3820720"/>
                <a:ext cx="128160" cy="216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ADDC109-EFF1-9A32-F741-EB27A03B3E6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13000" y="3814600"/>
                  <a:ext cx="140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991D89-C912-F803-4F5C-86F11094063E}"/>
                    </a:ext>
                  </a:extLst>
                </p14:cNvPr>
                <p14:cNvContentPartPr/>
                <p14:nvPr/>
              </p14:nvContentPartPr>
              <p14:xfrm>
                <a:off x="6580120" y="3926200"/>
                <a:ext cx="53280" cy="15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991D89-C912-F803-4F5C-86F11094063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74000" y="3920080"/>
                  <a:ext cx="65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F9C36B-9AFA-963E-3CB8-ED26F07ED394}"/>
                    </a:ext>
                  </a:extLst>
                </p14:cNvPr>
                <p14:cNvContentPartPr/>
                <p14:nvPr/>
              </p14:nvContentPartPr>
              <p14:xfrm>
                <a:off x="6725920" y="3770320"/>
                <a:ext cx="279360" cy="327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F9C36B-9AFA-963E-3CB8-ED26F07ED3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19800" y="3764200"/>
                  <a:ext cx="2916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D0A1560-AF4F-1322-2B14-FA24F32937FE}"/>
                    </a:ext>
                  </a:extLst>
                </p14:cNvPr>
                <p14:cNvContentPartPr/>
                <p14:nvPr/>
              </p14:nvContentPartPr>
              <p14:xfrm>
                <a:off x="7033360" y="3900640"/>
                <a:ext cx="51840" cy="164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D0A1560-AF4F-1322-2B14-FA24F32937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27240" y="3894520"/>
                  <a:ext cx="64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9C9E741-2A6C-26BD-C046-1D288B8BA8E8}"/>
                    </a:ext>
                  </a:extLst>
                </p14:cNvPr>
                <p14:cNvContentPartPr/>
                <p14:nvPr/>
              </p14:nvContentPartPr>
              <p14:xfrm>
                <a:off x="7207600" y="3886240"/>
                <a:ext cx="41760" cy="7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9C9E741-2A6C-26BD-C046-1D288B8BA8E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01480" y="3880120"/>
                  <a:ext cx="54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D8EE498-EAFD-3511-8B77-68B16A00B39A}"/>
                    </a:ext>
                  </a:extLst>
                </p14:cNvPr>
                <p14:cNvContentPartPr/>
                <p14:nvPr/>
              </p14:nvContentPartPr>
              <p14:xfrm>
                <a:off x="7324960" y="3729280"/>
                <a:ext cx="337320" cy="427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D8EE498-EAFD-3511-8B77-68B16A00B3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18840" y="3723160"/>
                  <a:ext cx="3495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591F8BD-2E3A-3CEF-2A8A-7065CDCC8B2D}"/>
                    </a:ext>
                  </a:extLst>
                </p14:cNvPr>
                <p14:cNvContentPartPr/>
                <p14:nvPr/>
              </p14:nvContentPartPr>
              <p14:xfrm>
                <a:off x="7661560" y="3915400"/>
                <a:ext cx="254520" cy="186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591F8BD-2E3A-3CEF-2A8A-7065CDCC8B2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55440" y="3909280"/>
                  <a:ext cx="266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49E9ED-6DF7-6001-FD72-7DBC3F7EF805}"/>
                    </a:ext>
                  </a:extLst>
                </p14:cNvPr>
                <p14:cNvContentPartPr/>
                <p14:nvPr/>
              </p14:nvContentPartPr>
              <p14:xfrm>
                <a:off x="6293200" y="4259920"/>
                <a:ext cx="1325160" cy="19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49E9ED-6DF7-6001-FD72-7DBC3F7EF80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87080" y="4253800"/>
                  <a:ext cx="1337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ABDBFA5-EA99-4DBA-96D6-55B6836E44AB}"/>
                    </a:ext>
                  </a:extLst>
                </p14:cNvPr>
                <p14:cNvContentPartPr/>
                <p14:nvPr/>
              </p14:nvContentPartPr>
              <p14:xfrm>
                <a:off x="6788200" y="4365760"/>
                <a:ext cx="335880" cy="347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ABDBFA5-EA99-4DBA-96D6-55B6836E44A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82080" y="4359640"/>
                  <a:ext cx="3481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0C942F3-8CDF-FD69-DDD9-F363EFF1F6D7}"/>
                    </a:ext>
                  </a:extLst>
                </p14:cNvPr>
                <p14:cNvContentPartPr/>
                <p14:nvPr/>
              </p14:nvContentPartPr>
              <p14:xfrm>
                <a:off x="7555720" y="3919360"/>
                <a:ext cx="556200" cy="636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0C942F3-8CDF-FD69-DDD9-F363EFF1F6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49600" y="3913240"/>
                  <a:ext cx="56844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05DC877-069B-06CF-1AA2-CDCEB8B04397}"/>
                    </a:ext>
                  </a:extLst>
                </p14:cNvPr>
                <p14:cNvContentPartPr/>
                <p14:nvPr/>
              </p14:nvContentPartPr>
              <p14:xfrm>
                <a:off x="7852720" y="4345240"/>
                <a:ext cx="275400" cy="451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05DC877-069B-06CF-1AA2-CDCEB8B043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46600" y="4339120"/>
                  <a:ext cx="28764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7B5993-DF10-5BB8-9FC9-F93C509D8714}"/>
                    </a:ext>
                  </a:extLst>
                </p14:cNvPr>
                <p14:cNvContentPartPr/>
                <p14:nvPr/>
              </p14:nvContentPartPr>
              <p14:xfrm>
                <a:off x="7245400" y="3645760"/>
                <a:ext cx="748080" cy="432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7B5993-DF10-5BB8-9FC9-F93C509D871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39280" y="3639640"/>
                  <a:ext cx="76032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DFB278-C42E-817B-752F-E090F15E50FD}"/>
                    </a:ext>
                  </a:extLst>
                </p14:cNvPr>
                <p14:cNvContentPartPr/>
                <p14:nvPr/>
              </p14:nvContentPartPr>
              <p14:xfrm>
                <a:off x="7881880" y="4343080"/>
                <a:ext cx="336600" cy="415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DFB278-C42E-817B-752F-E090F15E50F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75760" y="4336960"/>
                  <a:ext cx="348840" cy="42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042D9B9-6DF7-0C66-CD02-902E27975051}"/>
              </a:ext>
            </a:extLst>
          </p:cNvPr>
          <p:cNvGrpSpPr/>
          <p:nvPr/>
        </p:nvGrpSpPr>
        <p:grpSpPr>
          <a:xfrm>
            <a:off x="8308120" y="3764920"/>
            <a:ext cx="805320" cy="409320"/>
            <a:chOff x="8308120" y="3764920"/>
            <a:chExt cx="805320" cy="40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9D749A-44FD-0415-EBB1-F42196441085}"/>
                    </a:ext>
                  </a:extLst>
                </p14:cNvPr>
                <p14:cNvContentPartPr/>
                <p14:nvPr/>
              </p14:nvContentPartPr>
              <p14:xfrm>
                <a:off x="8321080" y="4162000"/>
                <a:ext cx="182160" cy="11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9D749A-44FD-0415-EBB1-F421964410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14960" y="4155880"/>
                  <a:ext cx="194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B15A44C-FFE5-6757-D5C1-567A480A2FB9}"/>
                    </a:ext>
                  </a:extLst>
                </p14:cNvPr>
                <p14:cNvContentPartPr/>
                <p14:nvPr/>
              </p14:nvContentPartPr>
              <p14:xfrm>
                <a:off x="8308120" y="4110880"/>
                <a:ext cx="163800" cy="7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B15A44C-FFE5-6757-D5C1-567A480A2F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02000" y="4104760"/>
                  <a:ext cx="176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70F7D3-EA22-4841-BD69-2E00916AA8D3}"/>
                    </a:ext>
                  </a:extLst>
                </p14:cNvPr>
                <p14:cNvContentPartPr/>
                <p14:nvPr/>
              </p14:nvContentPartPr>
              <p14:xfrm>
                <a:off x="8597560" y="3764920"/>
                <a:ext cx="85680" cy="371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70F7D3-EA22-4841-BD69-2E00916AA8D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91440" y="3758800"/>
                  <a:ext cx="979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AD4A60E-AA1A-A452-AF12-63F4C3D7B4F1}"/>
                    </a:ext>
                  </a:extLst>
                </p14:cNvPr>
                <p14:cNvContentPartPr/>
                <p14:nvPr/>
              </p14:nvContentPartPr>
              <p14:xfrm>
                <a:off x="8675320" y="3842320"/>
                <a:ext cx="144720" cy="235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AD4A60E-AA1A-A452-AF12-63F4C3D7B4F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69200" y="3836200"/>
                  <a:ext cx="1569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78D0133-F7C1-046F-70C5-33BF010B27D5}"/>
                    </a:ext>
                  </a:extLst>
                </p14:cNvPr>
                <p14:cNvContentPartPr/>
                <p14:nvPr/>
              </p14:nvContentPartPr>
              <p14:xfrm>
                <a:off x="8857480" y="3978400"/>
                <a:ext cx="11880" cy="1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78D0133-F7C1-046F-70C5-33BF010B27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51360" y="3972280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8342F0D-D949-55A2-3946-B222717F7446}"/>
                    </a:ext>
                  </a:extLst>
                </p14:cNvPr>
                <p14:cNvContentPartPr/>
                <p14:nvPr/>
              </p14:nvContentPartPr>
              <p14:xfrm>
                <a:off x="8932000" y="3829000"/>
                <a:ext cx="181440" cy="345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8342F0D-D949-55A2-3946-B222717F744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25880" y="3822880"/>
                  <a:ext cx="19368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0A8A0B-1E1F-5E31-2184-DE7B1ED0853C}"/>
              </a:ext>
            </a:extLst>
          </p:cNvPr>
          <p:cNvGrpSpPr/>
          <p:nvPr/>
        </p:nvGrpSpPr>
        <p:grpSpPr>
          <a:xfrm>
            <a:off x="8431960" y="4333000"/>
            <a:ext cx="649440" cy="465840"/>
            <a:chOff x="8431960" y="4333000"/>
            <a:chExt cx="64944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61093A2-92CE-274D-7FD3-3939F2CEE805}"/>
                    </a:ext>
                  </a:extLst>
                </p14:cNvPr>
                <p14:cNvContentPartPr/>
                <p14:nvPr/>
              </p14:nvContentPartPr>
              <p14:xfrm>
                <a:off x="8431960" y="4333000"/>
                <a:ext cx="649440" cy="17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61093A2-92CE-274D-7FD3-3939F2CEE80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25840" y="4326880"/>
                  <a:ext cx="661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B4BB214-E236-967A-3318-BE13F4F71F3A}"/>
                    </a:ext>
                  </a:extLst>
                </p14:cNvPr>
                <p14:cNvContentPartPr/>
                <p14:nvPr/>
              </p14:nvContentPartPr>
              <p14:xfrm>
                <a:off x="8588560" y="4417600"/>
                <a:ext cx="258840" cy="381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B4BB214-E236-967A-3318-BE13F4F71F3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82440" y="4411480"/>
                  <a:ext cx="27108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3695AEA-567C-14D1-180B-54D681F3A7AA}"/>
              </a:ext>
            </a:extLst>
          </p:cNvPr>
          <p:cNvGrpSpPr/>
          <p:nvPr/>
        </p:nvGrpSpPr>
        <p:grpSpPr>
          <a:xfrm>
            <a:off x="8851000" y="6347920"/>
            <a:ext cx="1715400" cy="437400"/>
            <a:chOff x="8851000" y="6347920"/>
            <a:chExt cx="171540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F577690-EDB0-C8AE-9203-9CFF443A19E3}"/>
                    </a:ext>
                  </a:extLst>
                </p14:cNvPr>
                <p14:cNvContentPartPr/>
                <p14:nvPr/>
              </p14:nvContentPartPr>
              <p14:xfrm>
                <a:off x="9522760" y="6454480"/>
                <a:ext cx="207720" cy="222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F577690-EDB0-C8AE-9203-9CFF443A19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16640" y="6448360"/>
                  <a:ext cx="2199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58A95A2-2E40-A98A-2760-FDDB458E085B}"/>
                    </a:ext>
                  </a:extLst>
                </p14:cNvPr>
                <p14:cNvContentPartPr/>
                <p14:nvPr/>
              </p14:nvContentPartPr>
              <p14:xfrm>
                <a:off x="9593680" y="6347920"/>
                <a:ext cx="142560" cy="404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58A95A2-2E40-A98A-2760-FDDB458E085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87560" y="6341800"/>
                  <a:ext cx="15480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9C81F3-CD04-9691-1296-F61276C10A96}"/>
                    </a:ext>
                  </a:extLst>
                </p14:cNvPr>
                <p14:cNvContentPartPr/>
                <p14:nvPr/>
              </p14:nvContentPartPr>
              <p14:xfrm>
                <a:off x="9799600" y="6593440"/>
                <a:ext cx="62640" cy="145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9C81F3-CD04-9691-1296-F61276C10A9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793480" y="6587320"/>
                  <a:ext cx="748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2C2B9FD-DA94-7E1B-1DA4-BC41989B4088}"/>
                    </a:ext>
                  </a:extLst>
                </p14:cNvPr>
                <p14:cNvContentPartPr/>
                <p14:nvPr/>
              </p14:nvContentPartPr>
              <p14:xfrm>
                <a:off x="9763240" y="6620800"/>
                <a:ext cx="159120" cy="142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2C2B9FD-DA94-7E1B-1DA4-BC41989B408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757120" y="6614680"/>
                  <a:ext cx="171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687A47C-017E-FF76-44D5-B815B298308A}"/>
                    </a:ext>
                  </a:extLst>
                </p14:cNvPr>
                <p14:cNvContentPartPr/>
                <p14:nvPr/>
              </p14:nvContentPartPr>
              <p14:xfrm>
                <a:off x="10004800" y="6588040"/>
                <a:ext cx="128520" cy="16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687A47C-017E-FF76-44D5-B815B29830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998680" y="6581920"/>
                  <a:ext cx="140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51B0CFB-468C-49F2-BE78-561951706A12}"/>
                    </a:ext>
                  </a:extLst>
                </p14:cNvPr>
                <p14:cNvContentPartPr/>
                <p14:nvPr/>
              </p14:nvContentPartPr>
              <p14:xfrm>
                <a:off x="10164640" y="6530440"/>
                <a:ext cx="185400" cy="181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51B0CFB-468C-49F2-BE78-561951706A1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158520" y="6524320"/>
                  <a:ext cx="1976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B776486-CF97-9145-B514-645AE010C0B6}"/>
                    </a:ext>
                  </a:extLst>
                </p14:cNvPr>
                <p14:cNvContentPartPr/>
                <p14:nvPr/>
              </p14:nvContentPartPr>
              <p14:xfrm>
                <a:off x="10204240" y="6441160"/>
                <a:ext cx="146520" cy="295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B776486-CF97-9145-B514-645AE010C0B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198120" y="6435040"/>
                  <a:ext cx="1587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BABFB11-710E-A8EB-807A-99FA90E60628}"/>
                    </a:ext>
                  </a:extLst>
                </p14:cNvPr>
                <p14:cNvContentPartPr/>
                <p14:nvPr/>
              </p14:nvContentPartPr>
              <p14:xfrm>
                <a:off x="10461640" y="6601720"/>
                <a:ext cx="104760" cy="183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BABFB11-710E-A8EB-807A-99FA90E6062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55520" y="6595600"/>
                  <a:ext cx="1170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AC47E3F-2549-975D-CE6F-EAC0F6B6B65B}"/>
                    </a:ext>
                  </a:extLst>
                </p14:cNvPr>
                <p14:cNvContentPartPr/>
                <p14:nvPr/>
              </p14:nvContentPartPr>
              <p14:xfrm>
                <a:off x="8851000" y="6386800"/>
                <a:ext cx="240840" cy="276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AC47E3F-2549-975D-CE6F-EAC0F6B6B65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44880" y="6380680"/>
                  <a:ext cx="2530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CFC1BB8-7F7E-70EE-0D33-44889876BCEE}"/>
                    </a:ext>
                  </a:extLst>
                </p14:cNvPr>
                <p14:cNvContentPartPr/>
                <p14:nvPr/>
              </p14:nvContentPartPr>
              <p14:xfrm>
                <a:off x="9161320" y="6580840"/>
                <a:ext cx="127440" cy="19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CFC1BB8-7F7E-70EE-0D33-44889876BCE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55200" y="6574720"/>
                  <a:ext cx="139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67F3E2-7A34-E34B-2339-278078CB236C}"/>
                    </a:ext>
                  </a:extLst>
                </p14:cNvPr>
                <p14:cNvContentPartPr/>
                <p14:nvPr/>
              </p14:nvContentPartPr>
              <p14:xfrm>
                <a:off x="9175720" y="6485080"/>
                <a:ext cx="121320" cy="9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67F3E2-7A34-E34B-2339-278078CB23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69600" y="6478960"/>
                  <a:ext cx="1335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0EE2913-63C7-5303-1A56-0AE0D20B6D5E}"/>
              </a:ext>
            </a:extLst>
          </p:cNvPr>
          <p:cNvGrpSpPr/>
          <p:nvPr/>
        </p:nvGrpSpPr>
        <p:grpSpPr>
          <a:xfrm>
            <a:off x="4756360" y="5589760"/>
            <a:ext cx="529560" cy="200520"/>
            <a:chOff x="4756360" y="5589760"/>
            <a:chExt cx="52956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829907E-6000-C140-9CFB-44F457D3C524}"/>
                    </a:ext>
                  </a:extLst>
                </p14:cNvPr>
                <p14:cNvContentPartPr/>
                <p14:nvPr/>
              </p14:nvContentPartPr>
              <p14:xfrm>
                <a:off x="5105920" y="5589760"/>
                <a:ext cx="180000" cy="49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829907E-6000-C140-9CFB-44F457D3C52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99800" y="5583640"/>
                  <a:ext cx="192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5235119-5AED-CA66-F3E5-2A9A3EBE61EC}"/>
                    </a:ext>
                  </a:extLst>
                </p14:cNvPr>
                <p14:cNvContentPartPr/>
                <p14:nvPr/>
              </p14:nvContentPartPr>
              <p14:xfrm>
                <a:off x="4756360" y="5608120"/>
                <a:ext cx="311400" cy="182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5235119-5AED-CA66-F3E5-2A9A3EBE61E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750240" y="5602000"/>
                  <a:ext cx="3236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034AE46-A4A8-E0FE-EB84-E094FE29D8A0}"/>
              </a:ext>
            </a:extLst>
          </p:cNvPr>
          <p:cNvGrpSpPr/>
          <p:nvPr/>
        </p:nvGrpSpPr>
        <p:grpSpPr>
          <a:xfrm>
            <a:off x="4894600" y="6430360"/>
            <a:ext cx="459720" cy="183600"/>
            <a:chOff x="4894600" y="6430360"/>
            <a:chExt cx="45972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D527421-991B-28F5-4539-DF956FEED72E}"/>
                    </a:ext>
                  </a:extLst>
                </p14:cNvPr>
                <p14:cNvContentPartPr/>
                <p14:nvPr/>
              </p14:nvContentPartPr>
              <p14:xfrm>
                <a:off x="5164240" y="6443320"/>
                <a:ext cx="190080" cy="30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D527421-991B-28F5-4539-DF956FEED72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58120" y="6437200"/>
                  <a:ext cx="202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BFCB885-16BC-FD54-0C1C-F4483C6088BA}"/>
                    </a:ext>
                  </a:extLst>
                </p14:cNvPr>
                <p14:cNvContentPartPr/>
                <p14:nvPr/>
              </p14:nvContentPartPr>
              <p14:xfrm>
                <a:off x="4894600" y="6430360"/>
                <a:ext cx="99360" cy="183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BFCB885-16BC-FD54-0C1C-F4483C6088B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88480" y="6424240"/>
                  <a:ext cx="11160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F57DA0E-C426-B07D-556C-CB9D6DE446D8}"/>
              </a:ext>
            </a:extLst>
          </p:cNvPr>
          <p:cNvGrpSpPr/>
          <p:nvPr/>
        </p:nvGrpSpPr>
        <p:grpSpPr>
          <a:xfrm>
            <a:off x="5647000" y="6237400"/>
            <a:ext cx="209160" cy="391680"/>
            <a:chOff x="5647000" y="6237400"/>
            <a:chExt cx="20916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1A36983-D484-F1B0-A0F7-289DAB76F6BB}"/>
                    </a:ext>
                  </a:extLst>
                </p14:cNvPr>
                <p14:cNvContentPartPr/>
                <p14:nvPr/>
              </p14:nvContentPartPr>
              <p14:xfrm>
                <a:off x="5647000" y="6387520"/>
                <a:ext cx="209160" cy="174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1A36983-D484-F1B0-A0F7-289DAB76F6B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40880" y="6381400"/>
                  <a:ext cx="221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D29A6ED-B745-EE29-BC0D-6B045EB54D9B}"/>
                    </a:ext>
                  </a:extLst>
                </p14:cNvPr>
                <p14:cNvContentPartPr/>
                <p14:nvPr/>
              </p14:nvContentPartPr>
              <p14:xfrm>
                <a:off x="5719360" y="6237400"/>
                <a:ext cx="32760" cy="391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D29A6ED-B745-EE29-BC0D-6B045EB54D9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13240" y="6231280"/>
                  <a:ext cx="4500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D049A73-1CD3-7E5A-EC0A-EBD6315A900C}"/>
              </a:ext>
            </a:extLst>
          </p:cNvPr>
          <p:cNvGrpSpPr/>
          <p:nvPr/>
        </p:nvGrpSpPr>
        <p:grpSpPr>
          <a:xfrm>
            <a:off x="5565280" y="5467000"/>
            <a:ext cx="297000" cy="416520"/>
            <a:chOff x="5565280" y="5467000"/>
            <a:chExt cx="29700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D640F8D-E76F-B3FC-4E58-F9159900BE0E}"/>
                    </a:ext>
                  </a:extLst>
                </p14:cNvPr>
                <p14:cNvContentPartPr/>
                <p14:nvPr/>
              </p14:nvContentPartPr>
              <p14:xfrm>
                <a:off x="5565280" y="5596960"/>
                <a:ext cx="254880" cy="197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D640F8D-E76F-B3FC-4E58-F9159900BE0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59160" y="5590840"/>
                  <a:ext cx="267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0B430DF-D737-D7A5-E77D-AC41EB23C505}"/>
                    </a:ext>
                  </a:extLst>
                </p14:cNvPr>
                <p14:cNvContentPartPr/>
                <p14:nvPr/>
              </p14:nvContentPartPr>
              <p14:xfrm>
                <a:off x="5636560" y="5481400"/>
                <a:ext cx="22680" cy="402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0B430DF-D737-D7A5-E77D-AC41EB23C5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30440" y="5475280"/>
                  <a:ext cx="349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92B146F-17D4-2050-553F-543109B386AF}"/>
                    </a:ext>
                  </a:extLst>
                </p14:cNvPr>
                <p14:cNvContentPartPr/>
                <p14:nvPr/>
              </p14:nvContentPartPr>
              <p14:xfrm>
                <a:off x="5847520" y="5467000"/>
                <a:ext cx="14760" cy="30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92B146F-17D4-2050-553F-543109B386A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41400" y="5460880"/>
                  <a:ext cx="27000" cy="4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5048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2F8920C-2F4C-04E3-9CDA-0C70C10646D0}"/>
              </a:ext>
            </a:extLst>
          </p:cNvPr>
          <p:cNvGrpSpPr/>
          <p:nvPr/>
        </p:nvGrpSpPr>
        <p:grpSpPr>
          <a:xfrm>
            <a:off x="11429320" y="131360"/>
            <a:ext cx="522360" cy="303120"/>
            <a:chOff x="11429320" y="131360"/>
            <a:chExt cx="52236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8B04E52-8FC0-3492-C1B2-515A65C6874C}"/>
                    </a:ext>
                  </a:extLst>
                </p14:cNvPr>
                <p14:cNvContentPartPr/>
                <p14:nvPr/>
              </p14:nvContentPartPr>
              <p14:xfrm>
                <a:off x="11760880" y="160520"/>
                <a:ext cx="190800" cy="202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8B04E52-8FC0-3492-C1B2-515A65C6874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756560" y="156200"/>
                  <a:ext cx="199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DF31018-B5F2-7468-F1A0-B2D8A1D2231C}"/>
                    </a:ext>
                  </a:extLst>
                </p14:cNvPr>
                <p14:cNvContentPartPr/>
                <p14:nvPr/>
              </p14:nvContentPartPr>
              <p14:xfrm>
                <a:off x="11615080" y="288320"/>
                <a:ext cx="153360" cy="114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DF31018-B5F2-7468-F1A0-B2D8A1D223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610760" y="284000"/>
                  <a:ext cx="162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F9CED63-990C-64AD-DC52-47610E09D4E2}"/>
                    </a:ext>
                  </a:extLst>
                </p14:cNvPr>
                <p14:cNvContentPartPr/>
                <p14:nvPr/>
              </p14:nvContentPartPr>
              <p14:xfrm>
                <a:off x="11578360" y="131360"/>
                <a:ext cx="91800" cy="69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F9CED63-990C-64AD-DC52-47610E09D4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574040" y="127040"/>
                  <a:ext cx="100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441775-9FF0-F902-AAC4-233BE5A25B5C}"/>
                    </a:ext>
                  </a:extLst>
                </p14:cNvPr>
                <p14:cNvContentPartPr/>
                <p14:nvPr/>
              </p14:nvContentPartPr>
              <p14:xfrm>
                <a:off x="11429320" y="279320"/>
                <a:ext cx="59400" cy="155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441775-9FF0-F902-AAC4-233BE5A25B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25000" y="275000"/>
                  <a:ext cx="6804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EB60E2-6C07-6037-7B45-2FE252CC2AB2}"/>
              </a:ext>
            </a:extLst>
          </p:cNvPr>
          <p:cNvGrpSpPr/>
          <p:nvPr/>
        </p:nvGrpSpPr>
        <p:grpSpPr>
          <a:xfrm>
            <a:off x="8975560" y="29120"/>
            <a:ext cx="1443240" cy="687960"/>
            <a:chOff x="8975560" y="29120"/>
            <a:chExt cx="1443240" cy="68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98834C3-2D18-15A0-9CB3-8BB9A2EB26EA}"/>
                    </a:ext>
                  </a:extLst>
                </p14:cNvPr>
                <p14:cNvContentPartPr/>
                <p14:nvPr/>
              </p14:nvContentPartPr>
              <p14:xfrm>
                <a:off x="10047640" y="292280"/>
                <a:ext cx="219960" cy="231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98834C3-2D18-15A0-9CB3-8BB9A2EB26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041520" y="286160"/>
                  <a:ext cx="2322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579987C-EF77-02FB-6191-003648C9095F}"/>
                    </a:ext>
                  </a:extLst>
                </p14:cNvPr>
                <p14:cNvContentPartPr/>
                <p14:nvPr/>
              </p14:nvContentPartPr>
              <p14:xfrm>
                <a:off x="9683680" y="332600"/>
                <a:ext cx="446400" cy="262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579987C-EF77-02FB-6191-003648C909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77560" y="326480"/>
                  <a:ext cx="4586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BFA835-AE62-9DFA-360C-461F0CBF5C22}"/>
                    </a:ext>
                  </a:extLst>
                </p14:cNvPr>
                <p14:cNvContentPartPr/>
                <p14:nvPr/>
              </p14:nvContentPartPr>
              <p14:xfrm>
                <a:off x="9436000" y="375440"/>
                <a:ext cx="196560" cy="264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BFA835-AE62-9DFA-360C-461F0CBF5C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29880" y="369320"/>
                  <a:ext cx="2088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064962-1F8C-2711-923B-AA8A36E391AB}"/>
                    </a:ext>
                  </a:extLst>
                </p14:cNvPr>
                <p14:cNvContentPartPr/>
                <p14:nvPr/>
              </p14:nvContentPartPr>
              <p14:xfrm>
                <a:off x="9374800" y="313160"/>
                <a:ext cx="133200" cy="264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064962-1F8C-2711-923B-AA8A36E391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68680" y="307040"/>
                  <a:ext cx="1454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8EBB0C-E9E6-05E5-B79A-66EEB2AAC81F}"/>
                    </a:ext>
                  </a:extLst>
                </p14:cNvPr>
                <p14:cNvContentPartPr/>
                <p14:nvPr/>
              </p14:nvContentPartPr>
              <p14:xfrm>
                <a:off x="9233680" y="29120"/>
                <a:ext cx="157680" cy="570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8EBB0C-E9E6-05E5-B79A-66EEB2AAC81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27560" y="23000"/>
                  <a:ext cx="16992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5147565-5E7E-DAC1-A4AF-A652BD207E09}"/>
                    </a:ext>
                  </a:extLst>
                </p14:cNvPr>
                <p14:cNvContentPartPr/>
                <p14:nvPr/>
              </p14:nvContentPartPr>
              <p14:xfrm>
                <a:off x="8975560" y="654800"/>
                <a:ext cx="1443240" cy="62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5147565-5E7E-DAC1-A4AF-A652BD207E0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69440" y="648680"/>
                  <a:ext cx="145548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5BA284E-3C0D-2864-749F-04CE31056F9C}"/>
              </a:ext>
            </a:extLst>
          </p:cNvPr>
          <p:cNvGrpSpPr/>
          <p:nvPr/>
        </p:nvGrpSpPr>
        <p:grpSpPr>
          <a:xfrm>
            <a:off x="10930000" y="860000"/>
            <a:ext cx="814320" cy="410760"/>
            <a:chOff x="10930000" y="860000"/>
            <a:chExt cx="814320" cy="4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C0D3FFE-57AA-19FB-014E-C595466A2B8B}"/>
                    </a:ext>
                  </a:extLst>
                </p14:cNvPr>
                <p14:cNvContentPartPr/>
                <p14:nvPr/>
              </p14:nvContentPartPr>
              <p14:xfrm>
                <a:off x="11596000" y="996800"/>
                <a:ext cx="148320" cy="158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C0D3FFE-57AA-19FB-014E-C595466A2B8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589880" y="990680"/>
                  <a:ext cx="1605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FBC788-F500-CAEC-7F13-7C271CACA012}"/>
                    </a:ext>
                  </a:extLst>
                </p14:cNvPr>
                <p14:cNvContentPartPr/>
                <p14:nvPr/>
              </p14:nvContentPartPr>
              <p14:xfrm>
                <a:off x="11337160" y="1051880"/>
                <a:ext cx="286920" cy="14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FBC788-F500-CAEC-7F13-7C271CACA0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331040" y="1045760"/>
                  <a:ext cx="299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1AB2CB-06FF-81F1-6FAE-35E256E5895C}"/>
                    </a:ext>
                  </a:extLst>
                </p14:cNvPr>
                <p14:cNvContentPartPr/>
                <p14:nvPr/>
              </p14:nvContentPartPr>
              <p14:xfrm>
                <a:off x="11279560" y="1052600"/>
                <a:ext cx="129240" cy="86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1AB2CB-06FF-81F1-6FAE-35E256E589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273440" y="1046480"/>
                  <a:ext cx="141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98E488A-4A23-68AF-B834-096020BA2C60}"/>
                    </a:ext>
                  </a:extLst>
                </p14:cNvPr>
                <p14:cNvContentPartPr/>
                <p14:nvPr/>
              </p14:nvContentPartPr>
              <p14:xfrm>
                <a:off x="11124400" y="999320"/>
                <a:ext cx="144000" cy="200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98E488A-4A23-68AF-B834-096020BA2C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118280" y="993200"/>
                  <a:ext cx="156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69F72A-3ADC-107F-F9CD-E0E761AF1399}"/>
                    </a:ext>
                  </a:extLst>
                </p14:cNvPr>
                <p14:cNvContentPartPr/>
                <p14:nvPr/>
              </p14:nvContentPartPr>
              <p14:xfrm>
                <a:off x="11012080" y="1003640"/>
                <a:ext cx="140040" cy="119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69F72A-3ADC-107F-F9CD-E0E761AF13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005960" y="997520"/>
                  <a:ext cx="152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95A689-4261-074A-DFF4-9B8C64992E5C}"/>
                    </a:ext>
                  </a:extLst>
                </p14:cNvPr>
                <p14:cNvContentPartPr/>
                <p14:nvPr/>
              </p14:nvContentPartPr>
              <p14:xfrm>
                <a:off x="10930000" y="860000"/>
                <a:ext cx="132480" cy="410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95A689-4261-074A-DFF4-9B8C64992E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923880" y="853880"/>
                  <a:ext cx="144720" cy="42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E7F532C-1B8C-D439-7EF6-6E9FDBB9842E}"/>
                  </a:ext>
                </a:extLst>
              </p14:cNvPr>
              <p14:cNvContentPartPr/>
              <p14:nvPr/>
            </p14:nvContentPartPr>
            <p14:xfrm>
              <a:off x="10432480" y="1011920"/>
              <a:ext cx="238320" cy="2318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E7F532C-1B8C-D439-7EF6-6E9FDBB9842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426360" y="1005800"/>
                <a:ext cx="25056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D0DF9FC3-36F0-CB46-04DA-5FC347BD44AB}"/>
              </a:ext>
            </a:extLst>
          </p:cNvPr>
          <p:cNvGrpSpPr/>
          <p:nvPr/>
        </p:nvGrpSpPr>
        <p:grpSpPr>
          <a:xfrm>
            <a:off x="8744440" y="762440"/>
            <a:ext cx="1288800" cy="463320"/>
            <a:chOff x="8744440" y="762440"/>
            <a:chExt cx="128880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6B34842-5A2F-223F-B1B6-64E12EF12346}"/>
                    </a:ext>
                  </a:extLst>
                </p14:cNvPr>
                <p14:cNvContentPartPr/>
                <p14:nvPr/>
              </p14:nvContentPartPr>
              <p14:xfrm>
                <a:off x="9873040" y="1024880"/>
                <a:ext cx="160200" cy="191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6B34842-5A2F-223F-B1B6-64E12EF1234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66920" y="1018760"/>
                  <a:ext cx="1724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AC32541-84A7-6461-7C63-85317DE99EB9}"/>
                    </a:ext>
                  </a:extLst>
                </p14:cNvPr>
                <p14:cNvContentPartPr/>
                <p14:nvPr/>
              </p14:nvContentPartPr>
              <p14:xfrm>
                <a:off x="9731920" y="1069880"/>
                <a:ext cx="85680" cy="111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AC32541-84A7-6461-7C63-85317DE99E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25800" y="1063760"/>
                  <a:ext cx="979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B739C9-656D-B6F2-EB97-F1CFA888750F}"/>
                    </a:ext>
                  </a:extLst>
                </p14:cNvPr>
                <p14:cNvContentPartPr/>
                <p14:nvPr/>
              </p14:nvContentPartPr>
              <p14:xfrm>
                <a:off x="9688360" y="1025600"/>
                <a:ext cx="65520" cy="182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B739C9-656D-B6F2-EB97-F1CFA888750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82240" y="1019480"/>
                  <a:ext cx="777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3C3889B-139A-0A08-D7AF-D7E560D76B38}"/>
                    </a:ext>
                  </a:extLst>
                </p14:cNvPr>
                <p14:cNvContentPartPr/>
                <p14:nvPr/>
              </p14:nvContentPartPr>
              <p14:xfrm>
                <a:off x="9580000" y="762440"/>
                <a:ext cx="173880" cy="435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3C3889B-139A-0A08-D7AF-D7E560D76B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73880" y="756320"/>
                  <a:ext cx="18612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5FE0FA-1DD0-DCA7-6242-609C6F89B77F}"/>
                    </a:ext>
                  </a:extLst>
                </p14:cNvPr>
                <p14:cNvContentPartPr/>
                <p14:nvPr/>
              </p14:nvContentPartPr>
              <p14:xfrm>
                <a:off x="9348880" y="1065920"/>
                <a:ext cx="82800" cy="128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5FE0FA-1DD0-DCA7-6242-609C6F89B7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42760" y="1059800"/>
                  <a:ext cx="95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977120-41C1-E49C-CD5C-5FA6F33C45E8}"/>
                    </a:ext>
                  </a:extLst>
                </p14:cNvPr>
                <p14:cNvContentPartPr/>
                <p14:nvPr/>
              </p14:nvContentPartPr>
              <p14:xfrm>
                <a:off x="9359680" y="1155560"/>
                <a:ext cx="34920" cy="70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977120-41C1-E49C-CD5C-5FA6F33C45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53560" y="1149440"/>
                  <a:ext cx="47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3FF8DC-F184-01C1-0AF4-E05D66F6608C}"/>
                    </a:ext>
                  </a:extLst>
                </p14:cNvPr>
                <p14:cNvContentPartPr/>
                <p14:nvPr/>
              </p14:nvContentPartPr>
              <p14:xfrm>
                <a:off x="8744440" y="989240"/>
                <a:ext cx="185400" cy="189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3FF8DC-F184-01C1-0AF4-E05D66F660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38320" y="983120"/>
                  <a:ext cx="1976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3A38460-5824-DEE1-E236-AE97D03E0C40}"/>
                    </a:ext>
                  </a:extLst>
                </p14:cNvPr>
                <p14:cNvContentPartPr/>
                <p14:nvPr/>
              </p14:nvContentPartPr>
              <p14:xfrm>
                <a:off x="8785120" y="942800"/>
                <a:ext cx="362880" cy="41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3A38460-5824-DEE1-E236-AE97D03E0C4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79000" y="936680"/>
                  <a:ext cx="375120" cy="54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C072C137-EBB1-ADC6-DCB1-9F34322215D5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075303" y="1305680"/>
            <a:ext cx="9116697" cy="7335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71EC41B-E8B3-369D-C762-652F1EA91CA7}"/>
                  </a:ext>
                </a:extLst>
              </p14:cNvPr>
              <p14:cNvContentPartPr/>
              <p14:nvPr/>
            </p14:nvContentPartPr>
            <p14:xfrm>
              <a:off x="9448600" y="1671080"/>
              <a:ext cx="686880" cy="63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71EC41B-E8B3-369D-C762-652F1EA91CA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442480" y="1664960"/>
                <a:ext cx="69912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E2D73164-A6FE-A97A-4F2E-2851979341EC}"/>
              </a:ext>
            </a:extLst>
          </p:cNvPr>
          <p:cNvGrpSpPr/>
          <p:nvPr/>
        </p:nvGrpSpPr>
        <p:grpSpPr>
          <a:xfrm>
            <a:off x="8696200" y="2400080"/>
            <a:ext cx="2211840" cy="573480"/>
            <a:chOff x="8696200" y="2400080"/>
            <a:chExt cx="2211840" cy="57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E4168E-CBAA-962A-76DF-04BD0CDAA2E5}"/>
                    </a:ext>
                  </a:extLst>
                </p14:cNvPr>
                <p14:cNvContentPartPr/>
                <p14:nvPr/>
              </p14:nvContentPartPr>
              <p14:xfrm>
                <a:off x="8696200" y="2517800"/>
                <a:ext cx="385200" cy="244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E4168E-CBAA-962A-76DF-04BD0CDAA2E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90080" y="2511680"/>
                  <a:ext cx="3974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F30A4BC-CD2E-1734-B9DF-01E5D98033AF}"/>
                    </a:ext>
                  </a:extLst>
                </p14:cNvPr>
                <p14:cNvContentPartPr/>
                <p14:nvPr/>
              </p14:nvContentPartPr>
              <p14:xfrm>
                <a:off x="9211360" y="2590160"/>
                <a:ext cx="205560" cy="2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F30A4BC-CD2E-1734-B9DF-01E5D98033A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205240" y="2584040"/>
                  <a:ext cx="2178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5224A3-2774-A985-D96A-2DBAF6587447}"/>
                    </a:ext>
                  </a:extLst>
                </p14:cNvPr>
                <p14:cNvContentPartPr/>
                <p14:nvPr/>
              </p14:nvContentPartPr>
              <p14:xfrm>
                <a:off x="9285880" y="2478200"/>
                <a:ext cx="190080" cy="25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5224A3-2774-A985-D96A-2DBAF658744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79760" y="2472080"/>
                  <a:ext cx="202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87A8AB-0336-E639-C45B-41478AFC0609}"/>
                    </a:ext>
                  </a:extLst>
                </p14:cNvPr>
                <p14:cNvContentPartPr/>
                <p14:nvPr/>
              </p14:nvContentPartPr>
              <p14:xfrm>
                <a:off x="9599800" y="2450840"/>
                <a:ext cx="196200" cy="213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87A8AB-0336-E639-C45B-41478AFC060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593680" y="2444720"/>
                  <a:ext cx="208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02CF313-A682-FDFD-27FB-D7FF56641A38}"/>
                    </a:ext>
                  </a:extLst>
                </p14:cNvPr>
                <p14:cNvContentPartPr/>
                <p14:nvPr/>
              </p14:nvContentPartPr>
              <p14:xfrm>
                <a:off x="9848920" y="2499800"/>
                <a:ext cx="160560" cy="180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02CF313-A682-FDFD-27FB-D7FF56641A3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42800" y="2493680"/>
                  <a:ext cx="172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AD3EE6-0B82-470A-E1DF-6F21A8341A14}"/>
                    </a:ext>
                  </a:extLst>
                </p14:cNvPr>
                <p14:cNvContentPartPr/>
                <p14:nvPr/>
              </p14:nvContentPartPr>
              <p14:xfrm>
                <a:off x="10093360" y="2523200"/>
                <a:ext cx="121320" cy="12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AD3EE6-0B82-470A-E1DF-6F21A8341A1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087240" y="2517080"/>
                  <a:ext cx="133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A3F8B1A-15C9-D2CA-677F-DD3A09EDC37F}"/>
                    </a:ext>
                  </a:extLst>
                </p14:cNvPr>
                <p14:cNvContentPartPr/>
                <p14:nvPr/>
              </p14:nvContentPartPr>
              <p14:xfrm>
                <a:off x="10381720" y="2400080"/>
                <a:ext cx="46080" cy="29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A3F8B1A-15C9-D2CA-677F-DD3A09EDC37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375600" y="2393960"/>
                  <a:ext cx="583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2A08FDC-82B8-6BCA-7D41-34FB8208AADD}"/>
                    </a:ext>
                  </a:extLst>
                </p14:cNvPr>
                <p14:cNvContentPartPr/>
                <p14:nvPr/>
              </p14:nvContentPartPr>
              <p14:xfrm>
                <a:off x="10490080" y="2541920"/>
                <a:ext cx="171000" cy="169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2A08FDC-82B8-6BCA-7D41-34FB8208AAD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483960" y="2535800"/>
                  <a:ext cx="183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286128D-89D5-5F6C-CF57-ABEAA6F33678}"/>
                    </a:ext>
                  </a:extLst>
                </p14:cNvPr>
                <p14:cNvContentPartPr/>
                <p14:nvPr/>
              </p14:nvContentPartPr>
              <p14:xfrm>
                <a:off x="10547680" y="2555600"/>
                <a:ext cx="360360" cy="417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286128D-89D5-5F6C-CF57-ABEAA6F3367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541560" y="2549480"/>
                  <a:ext cx="372600" cy="43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C0A8681-F9CD-A2FD-B544-EE67F0440724}"/>
              </a:ext>
            </a:extLst>
          </p:cNvPr>
          <p:cNvGrpSpPr/>
          <p:nvPr/>
        </p:nvGrpSpPr>
        <p:grpSpPr>
          <a:xfrm>
            <a:off x="8860360" y="3022160"/>
            <a:ext cx="698400" cy="316800"/>
            <a:chOff x="8860360" y="3022160"/>
            <a:chExt cx="69840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B611A2E-739A-1E0A-5A37-52E8FC108099}"/>
                    </a:ext>
                  </a:extLst>
                </p14:cNvPr>
                <p14:cNvContentPartPr/>
                <p14:nvPr/>
              </p14:nvContentPartPr>
              <p14:xfrm>
                <a:off x="8860360" y="3022160"/>
                <a:ext cx="391320" cy="316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B611A2E-739A-1E0A-5A37-52E8FC10809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54240" y="3016040"/>
                  <a:ext cx="4035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4E3D6F5-4746-E9CF-61BB-6072F4EE4866}"/>
                    </a:ext>
                  </a:extLst>
                </p14:cNvPr>
                <p14:cNvContentPartPr/>
                <p14:nvPr/>
              </p14:nvContentPartPr>
              <p14:xfrm>
                <a:off x="9332680" y="3233120"/>
                <a:ext cx="119520" cy="6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4E3D6F5-4746-E9CF-61BB-6072F4EE486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326560" y="3227000"/>
                  <a:ext cx="131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1819460-2E4F-E5C8-C030-92F248B4522B}"/>
                    </a:ext>
                  </a:extLst>
                </p14:cNvPr>
                <p14:cNvContentPartPr/>
                <p14:nvPr/>
              </p14:nvContentPartPr>
              <p14:xfrm>
                <a:off x="9338080" y="3127280"/>
                <a:ext cx="220680" cy="36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1819460-2E4F-E5C8-C030-92F248B4522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331960" y="3121160"/>
                  <a:ext cx="23292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CCDD485-F11B-1DEB-AF6D-D67CBBD76CE3}"/>
              </a:ext>
            </a:extLst>
          </p:cNvPr>
          <p:cNvGrpSpPr/>
          <p:nvPr/>
        </p:nvGrpSpPr>
        <p:grpSpPr>
          <a:xfrm>
            <a:off x="9811840" y="3132680"/>
            <a:ext cx="853200" cy="194760"/>
            <a:chOff x="9811840" y="3132680"/>
            <a:chExt cx="85320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EA9E0E2-66A1-82DD-6861-E4FAA94B1F9E}"/>
                    </a:ext>
                  </a:extLst>
                </p14:cNvPr>
                <p14:cNvContentPartPr/>
                <p14:nvPr/>
              </p14:nvContentPartPr>
              <p14:xfrm>
                <a:off x="9811840" y="3162560"/>
                <a:ext cx="146160" cy="164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EA9E0E2-66A1-82DD-6861-E4FAA94B1F9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805720" y="3156440"/>
                  <a:ext cx="15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179C9D-217A-1D93-1A63-994A93C7B445}"/>
                    </a:ext>
                  </a:extLst>
                </p14:cNvPr>
                <p14:cNvContentPartPr/>
                <p14:nvPr/>
              </p14:nvContentPartPr>
              <p14:xfrm>
                <a:off x="9853960" y="3197840"/>
                <a:ext cx="347040" cy="107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E179C9D-217A-1D93-1A63-994A93C7B44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847840" y="3191720"/>
                  <a:ext cx="359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B115A8A-511B-DF7F-4348-053EEF6C3F82}"/>
                    </a:ext>
                  </a:extLst>
                </p14:cNvPr>
                <p14:cNvContentPartPr/>
                <p14:nvPr/>
              </p14:nvContentPartPr>
              <p14:xfrm>
                <a:off x="10365520" y="3132680"/>
                <a:ext cx="299520" cy="167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B115A8A-511B-DF7F-4348-053EEF6C3F8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359400" y="3126560"/>
                  <a:ext cx="31176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1650FF7-2430-D8B9-E280-031DFBB555F2}"/>
              </a:ext>
            </a:extLst>
          </p:cNvPr>
          <p:cNvGrpSpPr/>
          <p:nvPr/>
        </p:nvGrpSpPr>
        <p:grpSpPr>
          <a:xfrm>
            <a:off x="8812840" y="3554600"/>
            <a:ext cx="396360" cy="528840"/>
            <a:chOff x="8812840" y="3554600"/>
            <a:chExt cx="39636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D8799D-6F8F-7D89-4AC2-587A0157D78B}"/>
                    </a:ext>
                  </a:extLst>
                </p14:cNvPr>
                <p14:cNvContentPartPr/>
                <p14:nvPr/>
              </p14:nvContentPartPr>
              <p14:xfrm>
                <a:off x="8865040" y="3554600"/>
                <a:ext cx="197640" cy="66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D8799D-6F8F-7D89-4AC2-587A0157D78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58920" y="3548480"/>
                  <a:ext cx="209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0D00216-1A94-1680-98E0-3BB952F79EC9}"/>
                    </a:ext>
                  </a:extLst>
                </p14:cNvPr>
                <p14:cNvContentPartPr/>
                <p14:nvPr/>
              </p14:nvContentPartPr>
              <p14:xfrm>
                <a:off x="8812840" y="3572600"/>
                <a:ext cx="236160" cy="258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0D00216-1A94-1680-98E0-3BB952F79EC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806720" y="3566480"/>
                  <a:ext cx="248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E1A75C4-7154-7D65-9295-3CC6C4F07247}"/>
                    </a:ext>
                  </a:extLst>
                </p14:cNvPr>
                <p14:cNvContentPartPr/>
                <p14:nvPr/>
              </p14:nvContentPartPr>
              <p14:xfrm>
                <a:off x="8858200" y="3698240"/>
                <a:ext cx="226080" cy="2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E1A75C4-7154-7D65-9295-3CC6C4F0724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852080" y="3692120"/>
                  <a:ext cx="238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33FAC85-2717-7371-251D-185B796BC974}"/>
                    </a:ext>
                  </a:extLst>
                </p14:cNvPr>
                <p14:cNvContentPartPr/>
                <p14:nvPr/>
              </p14:nvContentPartPr>
              <p14:xfrm>
                <a:off x="9126760" y="3763760"/>
                <a:ext cx="5040" cy="47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33FAC85-2717-7371-251D-185B796BC97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120640" y="3757640"/>
                  <a:ext cx="17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0CB1EC-C916-D6B0-7EF4-8FFD43C3DDD7}"/>
                    </a:ext>
                  </a:extLst>
                </p14:cNvPr>
                <p14:cNvContentPartPr/>
                <p14:nvPr/>
              </p14:nvContentPartPr>
              <p14:xfrm>
                <a:off x="9102280" y="3702560"/>
                <a:ext cx="106920" cy="76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0CB1EC-C916-D6B0-7EF4-8FFD43C3DDD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96160" y="3696440"/>
                  <a:ext cx="119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0F73EE7-C177-0BF4-538B-E3F8651392DA}"/>
                    </a:ext>
                  </a:extLst>
                </p14:cNvPr>
                <p14:cNvContentPartPr/>
                <p14:nvPr/>
              </p14:nvContentPartPr>
              <p14:xfrm>
                <a:off x="9087880" y="3693200"/>
                <a:ext cx="51840" cy="390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0F73EE7-C177-0BF4-538B-E3F8651392D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81760" y="3687080"/>
                  <a:ext cx="64080" cy="40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E42DD95-DB89-47FF-AB33-3A931F853EBD}"/>
              </a:ext>
            </a:extLst>
          </p:cNvPr>
          <p:cNvGrpSpPr/>
          <p:nvPr/>
        </p:nvGrpSpPr>
        <p:grpSpPr>
          <a:xfrm>
            <a:off x="9521680" y="3678800"/>
            <a:ext cx="255960" cy="93600"/>
            <a:chOff x="9521680" y="3678800"/>
            <a:chExt cx="255960" cy="9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47DAB1F-7E0E-9BA0-8FE2-491BCC1CBE5D}"/>
                    </a:ext>
                  </a:extLst>
                </p14:cNvPr>
                <p14:cNvContentPartPr/>
                <p14:nvPr/>
              </p14:nvContentPartPr>
              <p14:xfrm>
                <a:off x="9536800" y="3741800"/>
                <a:ext cx="104760" cy="306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47DAB1F-7E0E-9BA0-8FE2-491BCC1CBE5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530680" y="3735680"/>
                  <a:ext cx="117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7E23B2-66C1-85F6-4B91-3C58989861D8}"/>
                    </a:ext>
                  </a:extLst>
                </p14:cNvPr>
                <p14:cNvContentPartPr/>
                <p14:nvPr/>
              </p14:nvContentPartPr>
              <p14:xfrm>
                <a:off x="9521680" y="3678800"/>
                <a:ext cx="255960" cy="55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7E23B2-66C1-85F6-4B91-3C58989861D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15560" y="3672680"/>
                  <a:ext cx="26820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2D88A25-0A88-F496-451F-32267AC6E86B}"/>
                  </a:ext>
                </a:extLst>
              </p14:cNvPr>
              <p14:cNvContentPartPr/>
              <p14:nvPr/>
            </p14:nvContentPartPr>
            <p14:xfrm>
              <a:off x="10118920" y="3924320"/>
              <a:ext cx="926640" cy="921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2D88A25-0A88-F496-451F-32267AC6E86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0112800" y="3918200"/>
                <a:ext cx="938880" cy="10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C681A8A5-11B6-6F6C-5C21-DB51D5A7EE91}"/>
              </a:ext>
            </a:extLst>
          </p:cNvPr>
          <p:cNvGrpSpPr/>
          <p:nvPr/>
        </p:nvGrpSpPr>
        <p:grpSpPr>
          <a:xfrm>
            <a:off x="7555360" y="4138880"/>
            <a:ext cx="912240" cy="690840"/>
            <a:chOff x="7555360" y="4138880"/>
            <a:chExt cx="912240" cy="69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E4139C2-88EE-5DE6-AC91-131432A45FBC}"/>
                    </a:ext>
                  </a:extLst>
                </p14:cNvPr>
                <p14:cNvContentPartPr/>
                <p14:nvPr/>
              </p14:nvContentPartPr>
              <p14:xfrm>
                <a:off x="7555360" y="4138880"/>
                <a:ext cx="261000" cy="505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E4139C2-88EE-5DE6-AC91-131432A45FB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49240" y="4132760"/>
                  <a:ext cx="27324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3717B4B-FD6B-7238-B657-48C03946F692}"/>
                    </a:ext>
                  </a:extLst>
                </p14:cNvPr>
                <p14:cNvContentPartPr/>
                <p14:nvPr/>
              </p14:nvContentPartPr>
              <p14:xfrm>
                <a:off x="7558600" y="4408520"/>
                <a:ext cx="299160" cy="29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3717B4B-FD6B-7238-B657-48C03946F69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552480" y="4402400"/>
                  <a:ext cx="311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B46320C-674E-D353-2324-1291D72DF224}"/>
                    </a:ext>
                  </a:extLst>
                </p14:cNvPr>
                <p14:cNvContentPartPr/>
                <p14:nvPr/>
              </p14:nvContentPartPr>
              <p14:xfrm>
                <a:off x="7923640" y="4500680"/>
                <a:ext cx="158760" cy="329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B46320C-674E-D353-2324-1291D72DF22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17520" y="4494560"/>
                  <a:ext cx="1710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ADE0F70-6874-4571-BAA9-4B3D00FF757C}"/>
                    </a:ext>
                  </a:extLst>
                </p14:cNvPr>
                <p14:cNvContentPartPr/>
                <p14:nvPr/>
              </p14:nvContentPartPr>
              <p14:xfrm>
                <a:off x="8258440" y="4436960"/>
                <a:ext cx="169200" cy="37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ADE0F70-6874-4571-BAA9-4B3D00FF757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52320" y="4430840"/>
                  <a:ext cx="1814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630A287-95CB-F128-0A0B-12617DFCD9CB}"/>
                    </a:ext>
                  </a:extLst>
                </p14:cNvPr>
                <p14:cNvContentPartPr/>
                <p14:nvPr/>
              </p14:nvContentPartPr>
              <p14:xfrm>
                <a:off x="8276080" y="4369280"/>
                <a:ext cx="191520" cy="18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630A287-95CB-F128-0A0B-12617DFCD9C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269960" y="4363160"/>
                  <a:ext cx="20376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3E818D1-1F57-8BC5-52B2-777EDE080AAE}"/>
              </a:ext>
            </a:extLst>
          </p:cNvPr>
          <p:cNvGrpSpPr/>
          <p:nvPr/>
        </p:nvGrpSpPr>
        <p:grpSpPr>
          <a:xfrm>
            <a:off x="8687200" y="4248680"/>
            <a:ext cx="1481400" cy="545760"/>
            <a:chOff x="8687200" y="4248680"/>
            <a:chExt cx="148140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7DEB467-A52D-2AA6-8250-0FEEC304595E}"/>
                    </a:ext>
                  </a:extLst>
                </p14:cNvPr>
                <p14:cNvContentPartPr/>
                <p14:nvPr/>
              </p14:nvContentPartPr>
              <p14:xfrm>
                <a:off x="8687200" y="4323200"/>
                <a:ext cx="365040" cy="257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7DEB467-A52D-2AA6-8250-0FEEC304595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681080" y="4317080"/>
                  <a:ext cx="3772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2D5CD41-DE50-4331-0D72-C9FACFD93A99}"/>
                    </a:ext>
                  </a:extLst>
                </p14:cNvPr>
                <p14:cNvContentPartPr/>
                <p14:nvPr/>
              </p14:nvContentPartPr>
              <p14:xfrm>
                <a:off x="9250600" y="4460720"/>
                <a:ext cx="25560" cy="17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2D5CD41-DE50-4331-0D72-C9FACFD93A9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244480" y="4454600"/>
                  <a:ext cx="378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65A37AE-D99B-E462-00B1-FB0ECE8773D6}"/>
                    </a:ext>
                  </a:extLst>
                </p14:cNvPr>
                <p14:cNvContentPartPr/>
                <p14:nvPr/>
              </p14:nvContentPartPr>
              <p14:xfrm>
                <a:off x="9350320" y="4380800"/>
                <a:ext cx="167040" cy="413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65A37AE-D99B-E462-00B1-FB0ECE8773D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344200" y="4374680"/>
                  <a:ext cx="1792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D307673-0016-E129-EEB3-5DC98C6C8923}"/>
                    </a:ext>
                  </a:extLst>
                </p14:cNvPr>
                <p14:cNvContentPartPr/>
                <p14:nvPr/>
              </p14:nvContentPartPr>
              <p14:xfrm>
                <a:off x="9640480" y="4457120"/>
                <a:ext cx="41760" cy="410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D307673-0016-E129-EEB3-5DC98C6C892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634360" y="4451000"/>
                  <a:ext cx="540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CB0908E-BE24-7B02-BC8D-3C10920164AE}"/>
                    </a:ext>
                  </a:extLst>
                </p14:cNvPr>
                <p14:cNvContentPartPr/>
                <p14:nvPr/>
              </p14:nvContentPartPr>
              <p14:xfrm>
                <a:off x="9779800" y="4248680"/>
                <a:ext cx="388800" cy="3445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CB0908E-BE24-7B02-BC8D-3C10920164A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773680" y="4242560"/>
                  <a:ext cx="401040" cy="35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4F350B9-287F-318E-487B-06A876D7611A}"/>
              </a:ext>
            </a:extLst>
          </p:cNvPr>
          <p:cNvGrpSpPr/>
          <p:nvPr/>
        </p:nvGrpSpPr>
        <p:grpSpPr>
          <a:xfrm>
            <a:off x="10693480" y="4377920"/>
            <a:ext cx="1034640" cy="298800"/>
            <a:chOff x="10693480" y="4377920"/>
            <a:chExt cx="103464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B31FD9D-EEB9-D3EF-F850-67ADAF8F726D}"/>
                    </a:ext>
                  </a:extLst>
                </p14:cNvPr>
                <p14:cNvContentPartPr/>
                <p14:nvPr/>
              </p14:nvContentPartPr>
              <p14:xfrm>
                <a:off x="11541640" y="4377920"/>
                <a:ext cx="186480" cy="290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B31FD9D-EEB9-D3EF-F850-67ADAF8F726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535520" y="4371800"/>
                  <a:ext cx="1987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6B740AA-E3E2-E166-4A6D-177EF8205727}"/>
                    </a:ext>
                  </a:extLst>
                </p14:cNvPr>
                <p14:cNvContentPartPr/>
                <p14:nvPr/>
              </p14:nvContentPartPr>
              <p14:xfrm>
                <a:off x="11516800" y="4415720"/>
                <a:ext cx="67320" cy="177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6B740AA-E3E2-E166-4A6D-177EF820572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510680" y="4409600"/>
                  <a:ext cx="79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22205B2-88DD-0994-7FBE-A8B9FE5B28C5}"/>
                    </a:ext>
                  </a:extLst>
                </p14:cNvPr>
                <p14:cNvContentPartPr/>
                <p14:nvPr/>
              </p14:nvContentPartPr>
              <p14:xfrm>
                <a:off x="11390800" y="4456400"/>
                <a:ext cx="125640" cy="130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22205B2-88DD-0994-7FBE-A8B9FE5B28C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384680" y="4450280"/>
                  <a:ext cx="1378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07D699C-9DC6-9677-2F9B-1CFC2AD699B0}"/>
                    </a:ext>
                  </a:extLst>
                </p14:cNvPr>
                <p14:cNvContentPartPr/>
                <p14:nvPr/>
              </p14:nvContentPartPr>
              <p14:xfrm>
                <a:off x="11211880" y="4460720"/>
                <a:ext cx="81360" cy="118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07D699C-9DC6-9677-2F9B-1CFC2AD699B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205760" y="4454600"/>
                  <a:ext cx="936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9F1FE46-AD44-358F-906F-DE02C714A103}"/>
                    </a:ext>
                  </a:extLst>
                </p14:cNvPr>
                <p14:cNvContentPartPr/>
                <p14:nvPr/>
              </p14:nvContentPartPr>
              <p14:xfrm>
                <a:off x="11134480" y="4466120"/>
                <a:ext cx="101880" cy="135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9F1FE46-AD44-358F-906F-DE02C714A10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128360" y="4460000"/>
                  <a:ext cx="114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1F81B1E-17FA-93C2-C06A-BEC3EB649053}"/>
                    </a:ext>
                  </a:extLst>
                </p14:cNvPr>
                <p14:cNvContentPartPr/>
                <p14:nvPr/>
              </p14:nvContentPartPr>
              <p14:xfrm>
                <a:off x="10933960" y="4453160"/>
                <a:ext cx="133920" cy="131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1F81B1E-17FA-93C2-C06A-BEC3EB64905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927840" y="4447040"/>
                  <a:ext cx="1461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D2F4E87-14C1-3DED-FF57-86AC1C07AB03}"/>
                    </a:ext>
                  </a:extLst>
                </p14:cNvPr>
                <p14:cNvContentPartPr/>
                <p14:nvPr/>
              </p14:nvContentPartPr>
              <p14:xfrm>
                <a:off x="10874920" y="4555400"/>
                <a:ext cx="120240" cy="52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D2F4E87-14C1-3DED-FF57-86AC1C07AB0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868800" y="4549280"/>
                  <a:ext cx="1324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530BCE2-0B11-4DD6-A09F-5AF166E300F3}"/>
                    </a:ext>
                  </a:extLst>
                </p14:cNvPr>
                <p14:cNvContentPartPr/>
                <p14:nvPr/>
              </p14:nvContentPartPr>
              <p14:xfrm>
                <a:off x="10766560" y="4422200"/>
                <a:ext cx="20160" cy="64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530BCE2-0B11-4DD6-A09F-5AF166E300F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760440" y="4416080"/>
                  <a:ext cx="32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AC41A58-EBF4-588A-DA69-150DA272BBC5}"/>
                    </a:ext>
                  </a:extLst>
                </p14:cNvPr>
                <p14:cNvContentPartPr/>
                <p14:nvPr/>
              </p14:nvContentPartPr>
              <p14:xfrm>
                <a:off x="10693480" y="4595360"/>
                <a:ext cx="59400" cy="81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AC41A58-EBF4-588A-DA69-150DA272BBC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687360" y="4589240"/>
                  <a:ext cx="7164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8E5D084-215E-36B5-2E46-15174BBF7698}"/>
                  </a:ext>
                </a:extLst>
              </p14:cNvPr>
              <p14:cNvContentPartPr/>
              <p14:nvPr/>
            </p14:nvContentPartPr>
            <p14:xfrm>
              <a:off x="11755840" y="5105480"/>
              <a:ext cx="130320" cy="1418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8E5D084-215E-36B5-2E46-15174BBF769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1749720" y="5099360"/>
                <a:ext cx="14256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DC9F18B0-C0EF-00FD-FAE2-7B8FC7E1253F}"/>
              </a:ext>
            </a:extLst>
          </p:cNvPr>
          <p:cNvGrpSpPr/>
          <p:nvPr/>
        </p:nvGrpSpPr>
        <p:grpSpPr>
          <a:xfrm>
            <a:off x="10890040" y="5046440"/>
            <a:ext cx="1002960" cy="382680"/>
            <a:chOff x="10890040" y="5046440"/>
            <a:chExt cx="100296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0C1C6AB-02B2-D6B6-CAB9-1BDAEC647CB3}"/>
                    </a:ext>
                  </a:extLst>
                </p14:cNvPr>
                <p14:cNvContentPartPr/>
                <p14:nvPr/>
              </p14:nvContentPartPr>
              <p14:xfrm>
                <a:off x="11734240" y="5127080"/>
                <a:ext cx="158760" cy="212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0C1C6AB-02B2-D6B6-CAB9-1BDAEC647CB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728120" y="5120960"/>
                  <a:ext cx="1710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7A0AF17-1EB4-8D05-C737-2E5463EC2988}"/>
                    </a:ext>
                  </a:extLst>
                </p14:cNvPr>
                <p14:cNvContentPartPr/>
                <p14:nvPr/>
              </p14:nvContentPartPr>
              <p14:xfrm>
                <a:off x="11674120" y="5253440"/>
                <a:ext cx="86400" cy="74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7A0AF17-1EB4-8D05-C737-2E5463EC298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668000" y="5247320"/>
                  <a:ext cx="98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39CFCD4-FFF5-7E1F-2F1E-C798D859D95F}"/>
                    </a:ext>
                  </a:extLst>
                </p14:cNvPr>
                <p14:cNvContentPartPr/>
                <p14:nvPr/>
              </p14:nvContentPartPr>
              <p14:xfrm>
                <a:off x="11302600" y="5046440"/>
                <a:ext cx="337680" cy="382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39CFCD4-FFF5-7E1F-2F1E-C798D859D95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296480" y="5040320"/>
                  <a:ext cx="3499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152B792-9881-ED8E-932C-5685AAE9745F}"/>
                    </a:ext>
                  </a:extLst>
                </p14:cNvPr>
                <p14:cNvContentPartPr/>
                <p14:nvPr/>
              </p14:nvContentPartPr>
              <p14:xfrm>
                <a:off x="11182360" y="5127440"/>
                <a:ext cx="205560" cy="1746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152B792-9881-ED8E-932C-5685AAE9745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176240" y="5121320"/>
                  <a:ext cx="2178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25006B0-3187-4C25-46D5-5D0C1F8FACFE}"/>
                    </a:ext>
                  </a:extLst>
                </p14:cNvPr>
                <p14:cNvContentPartPr/>
                <p14:nvPr/>
              </p14:nvContentPartPr>
              <p14:xfrm>
                <a:off x="11062840" y="5128160"/>
                <a:ext cx="118080" cy="1497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25006B0-3187-4C25-46D5-5D0C1F8FACF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056720" y="5122040"/>
                  <a:ext cx="1303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1E5E7DA-DC85-B9C9-6A1F-6EC840E09CD2}"/>
                    </a:ext>
                  </a:extLst>
                </p14:cNvPr>
                <p14:cNvContentPartPr/>
                <p14:nvPr/>
              </p14:nvContentPartPr>
              <p14:xfrm>
                <a:off x="11012080" y="5247680"/>
                <a:ext cx="81000" cy="39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1E5E7DA-DC85-B9C9-6A1F-6EC840E09CD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005960" y="5241560"/>
                  <a:ext cx="93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C892D50-A829-F41C-59E2-2FF721285236}"/>
                    </a:ext>
                  </a:extLst>
                </p14:cNvPr>
                <p14:cNvContentPartPr/>
                <p14:nvPr/>
              </p14:nvContentPartPr>
              <p14:xfrm>
                <a:off x="10919200" y="5135720"/>
                <a:ext cx="21960" cy="39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C892D50-A829-F41C-59E2-2FF72128523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913080" y="5129600"/>
                  <a:ext cx="342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073B1E3-4D40-A61E-AC82-1597538BD5EF}"/>
                    </a:ext>
                  </a:extLst>
                </p14:cNvPr>
                <p14:cNvContentPartPr/>
                <p14:nvPr/>
              </p14:nvContentPartPr>
              <p14:xfrm>
                <a:off x="10890040" y="5242280"/>
                <a:ext cx="11160" cy="56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073B1E3-4D40-A61E-AC82-1597538BD5E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883920" y="5236160"/>
                  <a:ext cx="2340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03D90A8-C81F-C57D-6A69-CB1B50B88C28}"/>
                  </a:ext>
                </a:extLst>
              </p14:cNvPr>
              <p14:cNvContentPartPr/>
              <p14:nvPr/>
            </p14:nvContentPartPr>
            <p14:xfrm>
              <a:off x="7463920" y="4986320"/>
              <a:ext cx="310320" cy="4399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03D90A8-C81F-C57D-6A69-CB1B50B88C28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7457800" y="4980200"/>
                <a:ext cx="32256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B348698-696E-7CBF-BB9C-95CC7930FBB9}"/>
                  </a:ext>
                </a:extLst>
              </p14:cNvPr>
              <p14:cNvContentPartPr/>
              <p14:nvPr/>
            </p14:nvContentPartPr>
            <p14:xfrm>
              <a:off x="7565800" y="5203400"/>
              <a:ext cx="294480" cy="36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B348698-696E-7CBF-BB9C-95CC7930FBB9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559680" y="5197280"/>
                <a:ext cx="3067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4CE865F7-50A7-CD7E-DF71-CE058C4F66A3}"/>
                  </a:ext>
                </a:extLst>
              </p14:cNvPr>
              <p14:cNvContentPartPr/>
              <p14:nvPr/>
            </p14:nvContentPartPr>
            <p14:xfrm>
              <a:off x="7869640" y="5230400"/>
              <a:ext cx="185040" cy="3780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4CE865F7-50A7-CD7E-DF71-CE058C4F66A3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7863520" y="5224280"/>
                <a:ext cx="19728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1F9CF25-00FF-A6EA-D8C2-F103711CC14B}"/>
                  </a:ext>
                </a:extLst>
              </p14:cNvPr>
              <p14:cNvContentPartPr/>
              <p14:nvPr/>
            </p14:nvContentPartPr>
            <p14:xfrm>
              <a:off x="8209840" y="5286560"/>
              <a:ext cx="124200" cy="1872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1F9CF25-00FF-A6EA-D8C2-F103711CC14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8203720" y="5280440"/>
                <a:ext cx="1364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F314FAF-4230-162C-0C6E-030F23369848}"/>
                  </a:ext>
                </a:extLst>
              </p14:cNvPr>
              <p14:cNvContentPartPr/>
              <p14:nvPr/>
            </p14:nvContentPartPr>
            <p14:xfrm>
              <a:off x="8189320" y="5174240"/>
              <a:ext cx="140040" cy="118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F314FAF-4230-162C-0C6E-030F23369848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183200" y="5168120"/>
                <a:ext cx="152280" cy="2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97C87D0-069B-4AD5-DEB9-20E77F75EABA}"/>
              </a:ext>
            </a:extLst>
          </p:cNvPr>
          <p:cNvGrpSpPr/>
          <p:nvPr/>
        </p:nvGrpSpPr>
        <p:grpSpPr>
          <a:xfrm>
            <a:off x="8538520" y="5122760"/>
            <a:ext cx="1725480" cy="343800"/>
            <a:chOff x="8538520" y="5122760"/>
            <a:chExt cx="172548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12A19A7-537A-73FB-7191-98447DCE23EF}"/>
                    </a:ext>
                  </a:extLst>
                </p14:cNvPr>
                <p14:cNvContentPartPr/>
                <p14:nvPr/>
              </p14:nvContentPartPr>
              <p14:xfrm>
                <a:off x="8538520" y="5122760"/>
                <a:ext cx="102960" cy="223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12A19A7-537A-73FB-7191-98447DCE23E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532400" y="5116640"/>
                  <a:ext cx="1152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AB5F118-FC4C-DFA7-01BB-55EF2D30CEDD}"/>
                    </a:ext>
                  </a:extLst>
                </p14:cNvPr>
                <p14:cNvContentPartPr/>
                <p14:nvPr/>
              </p14:nvContentPartPr>
              <p14:xfrm>
                <a:off x="8694040" y="5204840"/>
                <a:ext cx="112320" cy="116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AB5F118-FC4C-DFA7-01BB-55EF2D30CED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687920" y="5198720"/>
                  <a:ext cx="124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7B79314-D70D-DABA-124C-871892B97A18}"/>
                    </a:ext>
                  </a:extLst>
                </p14:cNvPr>
                <p14:cNvContentPartPr/>
                <p14:nvPr/>
              </p14:nvContentPartPr>
              <p14:xfrm>
                <a:off x="8827960" y="5208800"/>
                <a:ext cx="113040" cy="92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7B79314-D70D-DABA-124C-871892B97A1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821840" y="5202680"/>
                  <a:ext cx="125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D8EB1D9-3E2C-F4B0-1EF1-77DA4AF78CF1}"/>
                    </a:ext>
                  </a:extLst>
                </p14:cNvPr>
                <p14:cNvContentPartPr/>
                <p14:nvPr/>
              </p14:nvContentPartPr>
              <p14:xfrm>
                <a:off x="9071680" y="5256680"/>
                <a:ext cx="20160" cy="23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D8EB1D9-3E2C-F4B0-1EF1-77DA4AF78CF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065560" y="5250560"/>
                  <a:ext cx="32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F7E8A11-869A-5B67-34A8-56C07051E319}"/>
                    </a:ext>
                  </a:extLst>
                </p14:cNvPr>
                <p14:cNvContentPartPr/>
                <p14:nvPr/>
              </p14:nvContentPartPr>
              <p14:xfrm>
                <a:off x="9221440" y="5144720"/>
                <a:ext cx="117000" cy="3218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7E8A11-869A-5B67-34A8-56C07051E319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215320" y="5138600"/>
                  <a:ext cx="1292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F491A86-8CED-D439-EF9B-D2133EC6B87B}"/>
                    </a:ext>
                  </a:extLst>
                </p14:cNvPr>
                <p14:cNvContentPartPr/>
                <p14:nvPr/>
              </p14:nvContentPartPr>
              <p14:xfrm>
                <a:off x="9464440" y="5388440"/>
                <a:ext cx="21240" cy="9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F491A86-8CED-D439-EF9B-D2133EC6B87B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458320" y="5382320"/>
                  <a:ext cx="33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D5F07E4-91BA-46F1-8123-1074CE90BBE4}"/>
                    </a:ext>
                  </a:extLst>
                </p14:cNvPr>
                <p14:cNvContentPartPr/>
                <p14:nvPr/>
              </p14:nvContentPartPr>
              <p14:xfrm>
                <a:off x="9515920" y="5189000"/>
                <a:ext cx="105840" cy="207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D5F07E4-91BA-46F1-8123-1074CE90BBE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9509800" y="5182880"/>
                  <a:ext cx="1180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F36BF95-58EC-4140-BD36-1E96F5CCE2C3}"/>
                    </a:ext>
                  </a:extLst>
                </p14:cNvPr>
                <p14:cNvContentPartPr/>
                <p14:nvPr/>
              </p14:nvContentPartPr>
              <p14:xfrm>
                <a:off x="9778720" y="5256680"/>
                <a:ext cx="14040" cy="12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F36BF95-58EC-4140-BD36-1E96F5CCE2C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772600" y="5250560"/>
                  <a:ext cx="26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89638CD-6EAE-D6B8-E386-BB3FCCD696B5}"/>
                    </a:ext>
                  </a:extLst>
                </p14:cNvPr>
                <p14:cNvContentPartPr/>
                <p14:nvPr/>
              </p14:nvContentPartPr>
              <p14:xfrm>
                <a:off x="9976360" y="5195480"/>
                <a:ext cx="113760" cy="260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89638CD-6EAE-D6B8-E386-BB3FCCD696B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970240" y="5189360"/>
                  <a:ext cx="126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D4CAC93-9396-5449-91C7-A9BAA41370A2}"/>
                    </a:ext>
                  </a:extLst>
                </p14:cNvPr>
                <p14:cNvContentPartPr/>
                <p14:nvPr/>
              </p14:nvContentPartPr>
              <p14:xfrm>
                <a:off x="9969160" y="5291600"/>
                <a:ext cx="294840" cy="128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D4CAC93-9396-5449-91C7-A9BAA41370A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963040" y="5285480"/>
                  <a:ext cx="30708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F995E53-A944-5083-DFDE-05AC4197DCE6}"/>
              </a:ext>
            </a:extLst>
          </p:cNvPr>
          <p:cNvGrpSpPr/>
          <p:nvPr/>
        </p:nvGrpSpPr>
        <p:grpSpPr>
          <a:xfrm>
            <a:off x="8237560" y="5875520"/>
            <a:ext cx="171720" cy="93240"/>
            <a:chOff x="8237560" y="5875520"/>
            <a:chExt cx="171720" cy="9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C7150E5-2C59-1E25-6DD3-11910E480C27}"/>
                    </a:ext>
                  </a:extLst>
                </p14:cNvPr>
                <p14:cNvContentPartPr/>
                <p14:nvPr/>
              </p14:nvContentPartPr>
              <p14:xfrm>
                <a:off x="8237560" y="5946440"/>
                <a:ext cx="171720" cy="22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C7150E5-2C59-1E25-6DD3-11910E480C27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231440" y="5940320"/>
                  <a:ext cx="183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8AA00F5-A966-0A9C-734E-6C8ACAB75ECD}"/>
                    </a:ext>
                  </a:extLst>
                </p14:cNvPr>
                <p14:cNvContentPartPr/>
                <p14:nvPr/>
              </p14:nvContentPartPr>
              <p14:xfrm>
                <a:off x="8253760" y="5875520"/>
                <a:ext cx="123120" cy="18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8AA00F5-A966-0A9C-734E-6C8ACAB75EC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247640" y="5869400"/>
                  <a:ext cx="1353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8C16C44-31C3-43DA-0396-FFD2A8C4DF66}"/>
              </a:ext>
            </a:extLst>
          </p:cNvPr>
          <p:cNvGrpSpPr/>
          <p:nvPr/>
        </p:nvGrpSpPr>
        <p:grpSpPr>
          <a:xfrm>
            <a:off x="9432400" y="4895240"/>
            <a:ext cx="193320" cy="160560"/>
            <a:chOff x="9432400" y="4895240"/>
            <a:chExt cx="19332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1ADBF09-864C-DD80-2EB4-7C36146F857B}"/>
                    </a:ext>
                  </a:extLst>
                </p14:cNvPr>
                <p14:cNvContentPartPr/>
                <p14:nvPr/>
              </p14:nvContentPartPr>
              <p14:xfrm>
                <a:off x="9432400" y="4895240"/>
                <a:ext cx="115560" cy="151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1ADBF09-864C-DD80-2EB4-7C36146F857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426280" y="4889120"/>
                  <a:ext cx="127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974704B-118A-015D-4D10-5AFFB6698B97}"/>
                    </a:ext>
                  </a:extLst>
                </p14:cNvPr>
                <p14:cNvContentPartPr/>
                <p14:nvPr/>
              </p14:nvContentPartPr>
              <p14:xfrm>
                <a:off x="9566680" y="4988480"/>
                <a:ext cx="59040" cy="67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974704B-118A-015D-4D10-5AFFB6698B9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560560" y="4982360"/>
                  <a:ext cx="712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A9D18F1-8F06-0FDB-ED5F-1B5F1D9B0224}"/>
              </a:ext>
            </a:extLst>
          </p:cNvPr>
          <p:cNvGrpSpPr/>
          <p:nvPr/>
        </p:nvGrpSpPr>
        <p:grpSpPr>
          <a:xfrm>
            <a:off x="8710600" y="5709560"/>
            <a:ext cx="1385640" cy="321840"/>
            <a:chOff x="8710600" y="5709560"/>
            <a:chExt cx="138564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A169361-B0F0-64B5-A33F-A9FDE3FD6E93}"/>
                    </a:ext>
                  </a:extLst>
                </p14:cNvPr>
                <p14:cNvContentPartPr/>
                <p14:nvPr/>
              </p14:nvContentPartPr>
              <p14:xfrm>
                <a:off x="8710600" y="5709560"/>
                <a:ext cx="172440" cy="3218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A169361-B0F0-64B5-A33F-A9FDE3FD6E9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704480" y="5703440"/>
                  <a:ext cx="1846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230C6DF-C793-DEFE-807E-C68E346DD7AB}"/>
                    </a:ext>
                  </a:extLst>
                </p14:cNvPr>
                <p14:cNvContentPartPr/>
                <p14:nvPr/>
              </p14:nvContentPartPr>
              <p14:xfrm>
                <a:off x="8980240" y="5738360"/>
                <a:ext cx="153720" cy="2412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230C6DF-C793-DEFE-807E-C68E346DD7A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74120" y="5732240"/>
                  <a:ext cx="1659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DC708FE-D808-AB99-4AAB-A1ECB009C184}"/>
                    </a:ext>
                  </a:extLst>
                </p14:cNvPr>
                <p14:cNvContentPartPr/>
                <p14:nvPr/>
              </p14:nvContentPartPr>
              <p14:xfrm>
                <a:off x="9233680" y="5764280"/>
                <a:ext cx="132840" cy="1396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DC708FE-D808-AB99-4AAB-A1ECB009C18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227560" y="5758160"/>
                  <a:ext cx="145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69863BB-C989-073A-058B-695F8F627FE1}"/>
                    </a:ext>
                  </a:extLst>
                </p14:cNvPr>
                <p14:cNvContentPartPr/>
                <p14:nvPr/>
              </p14:nvContentPartPr>
              <p14:xfrm>
                <a:off x="9491080" y="5781200"/>
                <a:ext cx="140040" cy="129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69863BB-C989-073A-058B-695F8F627FE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484960" y="5775080"/>
                  <a:ext cx="152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3BD1274-287F-A4ED-6270-64B27EB2669E}"/>
                    </a:ext>
                  </a:extLst>
                </p14:cNvPr>
                <p14:cNvContentPartPr/>
                <p14:nvPr/>
              </p14:nvContentPartPr>
              <p14:xfrm>
                <a:off x="9797440" y="5786240"/>
                <a:ext cx="126000" cy="111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3BD1274-287F-A4ED-6270-64B27EB2669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791320" y="5780120"/>
                  <a:ext cx="1382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1AB8C06-7685-73F4-4F48-21F3D6A2E4F0}"/>
                    </a:ext>
                  </a:extLst>
                </p14:cNvPr>
                <p14:cNvContentPartPr/>
                <p14:nvPr/>
              </p14:nvContentPartPr>
              <p14:xfrm>
                <a:off x="9954040" y="5785160"/>
                <a:ext cx="142200" cy="157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1AB8C06-7685-73F4-4F48-21F3D6A2E4F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947920" y="5779040"/>
                  <a:ext cx="154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3528FCC-E3A6-BDEF-D76C-9FC22470126E}"/>
                    </a:ext>
                  </a:extLst>
                </p14:cNvPr>
                <p14:cNvContentPartPr/>
                <p14:nvPr/>
              </p14:nvContentPartPr>
              <p14:xfrm>
                <a:off x="9397120" y="5871200"/>
                <a:ext cx="47520" cy="1357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3528FCC-E3A6-BDEF-D76C-9FC22470126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391000" y="5865080"/>
                  <a:ext cx="5976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CE2FB22-4512-594D-1B46-D3DC19DBBA70}"/>
              </a:ext>
            </a:extLst>
          </p:cNvPr>
          <p:cNvGrpSpPr/>
          <p:nvPr/>
        </p:nvGrpSpPr>
        <p:grpSpPr>
          <a:xfrm>
            <a:off x="10291000" y="5802440"/>
            <a:ext cx="941040" cy="273960"/>
            <a:chOff x="10291000" y="5802440"/>
            <a:chExt cx="94104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201DAA2-1A7E-A0B6-753C-F08E853F0CDC}"/>
                    </a:ext>
                  </a:extLst>
                </p14:cNvPr>
                <p14:cNvContentPartPr/>
                <p14:nvPr/>
              </p14:nvContentPartPr>
              <p14:xfrm>
                <a:off x="10291000" y="5904320"/>
                <a:ext cx="133920" cy="24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201DAA2-1A7E-A0B6-753C-F08E853F0CD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284880" y="5898200"/>
                  <a:ext cx="146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6F1E597-7265-055F-D20A-CA0EB8D27CD0}"/>
                    </a:ext>
                  </a:extLst>
                </p14:cNvPr>
                <p14:cNvContentPartPr/>
                <p14:nvPr/>
              </p14:nvContentPartPr>
              <p14:xfrm>
                <a:off x="10295680" y="5855360"/>
                <a:ext cx="153360" cy="17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6F1E597-7265-055F-D20A-CA0EB8D27CD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289560" y="5849240"/>
                  <a:ext cx="165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C1796BC-5B26-B8D5-58E2-DA482CC51199}"/>
                    </a:ext>
                  </a:extLst>
                </p14:cNvPr>
                <p14:cNvContentPartPr/>
                <p14:nvPr/>
              </p14:nvContentPartPr>
              <p14:xfrm>
                <a:off x="10481800" y="5802440"/>
                <a:ext cx="127800" cy="273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C1796BC-5B26-B8D5-58E2-DA482CC5119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475680" y="5796320"/>
                  <a:ext cx="1400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88C423C-F5B7-C892-F1F8-91178818FCF3}"/>
                    </a:ext>
                  </a:extLst>
                </p14:cNvPr>
                <p14:cNvContentPartPr/>
                <p14:nvPr/>
              </p14:nvContentPartPr>
              <p14:xfrm>
                <a:off x="10612120" y="5882000"/>
                <a:ext cx="311400" cy="1944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88C423C-F5B7-C892-F1F8-91178818FCF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606000" y="5875880"/>
                  <a:ext cx="323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0F98F5A-7D1E-E3E1-A64B-8BE746C57F06}"/>
                    </a:ext>
                  </a:extLst>
                </p14:cNvPr>
                <p14:cNvContentPartPr/>
                <p14:nvPr/>
              </p14:nvContentPartPr>
              <p14:xfrm>
                <a:off x="10973200" y="5809640"/>
                <a:ext cx="54720" cy="2541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0F98F5A-7D1E-E3E1-A64B-8BE746C57F0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967080" y="5803520"/>
                  <a:ext cx="66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02A2E1B-E28A-D8B9-D952-4A0128535CB0}"/>
                    </a:ext>
                  </a:extLst>
                </p14:cNvPr>
                <p14:cNvContentPartPr/>
                <p14:nvPr/>
              </p14:nvContentPartPr>
              <p14:xfrm>
                <a:off x="11096680" y="5903240"/>
                <a:ext cx="135360" cy="1425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02A2E1B-E28A-D8B9-D952-4A0128535CB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090560" y="5897120"/>
                  <a:ext cx="147600" cy="15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C028CDE8-6793-8B97-2BEB-EE499140F03B}"/>
                  </a:ext>
                </a:extLst>
              </p14:cNvPr>
              <p14:cNvContentPartPr/>
              <p14:nvPr/>
            </p14:nvContentPartPr>
            <p14:xfrm>
              <a:off x="11431480" y="5795240"/>
              <a:ext cx="216360" cy="2815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C028CDE8-6793-8B97-2BEB-EE499140F03B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11425360" y="5789120"/>
                <a:ext cx="228600" cy="29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479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47651F-C94C-8360-E44A-AE1EC6481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514" y="0"/>
            <a:ext cx="8316486" cy="663985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3E1F087-58CE-D2FC-24EC-0D7A7A4E2ADC}"/>
              </a:ext>
            </a:extLst>
          </p:cNvPr>
          <p:cNvGrpSpPr/>
          <p:nvPr/>
        </p:nvGrpSpPr>
        <p:grpSpPr>
          <a:xfrm>
            <a:off x="6989800" y="4173800"/>
            <a:ext cx="368280" cy="338400"/>
            <a:chOff x="6989800" y="4173800"/>
            <a:chExt cx="368280" cy="33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8965CC3-8EC8-F08E-3161-D0F96ABD886A}"/>
                    </a:ext>
                  </a:extLst>
                </p14:cNvPr>
                <p14:cNvContentPartPr/>
                <p14:nvPr/>
              </p14:nvContentPartPr>
              <p14:xfrm>
                <a:off x="6989800" y="4173800"/>
                <a:ext cx="195120" cy="291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8965CC3-8EC8-F08E-3161-D0F96ABD886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83680" y="4167680"/>
                  <a:ext cx="2073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50FCEC6-0A93-235A-6463-A47C6EBB3831}"/>
                    </a:ext>
                  </a:extLst>
                </p14:cNvPr>
                <p14:cNvContentPartPr/>
                <p14:nvPr/>
              </p14:nvContentPartPr>
              <p14:xfrm>
                <a:off x="7017160" y="4339040"/>
                <a:ext cx="173880" cy="19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50FCEC6-0A93-235A-6463-A47C6EBB383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11040" y="4332920"/>
                  <a:ext cx="1861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EAEEDA1-3D55-6767-F573-45B1A02CA854}"/>
                    </a:ext>
                  </a:extLst>
                </p14:cNvPr>
                <p14:cNvContentPartPr/>
                <p14:nvPr/>
              </p14:nvContentPartPr>
              <p14:xfrm>
                <a:off x="7264840" y="4317080"/>
                <a:ext cx="93240" cy="195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EAEEDA1-3D55-6767-F573-45B1A02CA85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58720" y="4310960"/>
                  <a:ext cx="10548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6916A8-27C0-7120-9450-34FB03A9DE84}"/>
              </a:ext>
            </a:extLst>
          </p:cNvPr>
          <p:cNvGrpSpPr/>
          <p:nvPr/>
        </p:nvGrpSpPr>
        <p:grpSpPr>
          <a:xfrm>
            <a:off x="7945240" y="4230680"/>
            <a:ext cx="367920" cy="282240"/>
            <a:chOff x="7945240" y="4230680"/>
            <a:chExt cx="36792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58B91D-1E8E-E0FC-3A5C-50B4B2C35CD0}"/>
                    </a:ext>
                  </a:extLst>
                </p14:cNvPr>
                <p14:cNvContentPartPr/>
                <p14:nvPr/>
              </p14:nvContentPartPr>
              <p14:xfrm>
                <a:off x="7945240" y="4230680"/>
                <a:ext cx="147960" cy="228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58B91D-1E8E-E0FC-3A5C-50B4B2C35CD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39120" y="4224560"/>
                  <a:ext cx="1602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90141F-571D-9561-DC33-F16A41D2D9D6}"/>
                    </a:ext>
                  </a:extLst>
                </p14:cNvPr>
                <p14:cNvContentPartPr/>
                <p14:nvPr/>
              </p14:nvContentPartPr>
              <p14:xfrm>
                <a:off x="7961440" y="4369640"/>
                <a:ext cx="178920" cy="22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90141F-571D-9561-DC33-F16A41D2D9D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55320" y="4363520"/>
                  <a:ext cx="191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4B8A7C4-3444-B142-5E81-04C9F1572427}"/>
                    </a:ext>
                  </a:extLst>
                </p14:cNvPr>
                <p14:cNvContentPartPr/>
                <p14:nvPr/>
              </p14:nvContentPartPr>
              <p14:xfrm>
                <a:off x="8145400" y="4380440"/>
                <a:ext cx="43200" cy="132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4B8A7C4-3444-B142-5E81-04C9F157242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39280" y="4374320"/>
                  <a:ext cx="554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FEEB0AB-BA8B-C1E7-475D-44CC895287B5}"/>
                    </a:ext>
                  </a:extLst>
                </p14:cNvPr>
                <p14:cNvContentPartPr/>
                <p14:nvPr/>
              </p14:nvContentPartPr>
              <p14:xfrm>
                <a:off x="8221360" y="4369640"/>
                <a:ext cx="91800" cy="140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FEEB0AB-BA8B-C1E7-475D-44CC895287B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215240" y="4363520"/>
                  <a:ext cx="10404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61E4DAC-260A-EE30-A3D4-D04A81066E55}"/>
              </a:ext>
            </a:extLst>
          </p:cNvPr>
          <p:cNvGrpSpPr/>
          <p:nvPr/>
        </p:nvGrpSpPr>
        <p:grpSpPr>
          <a:xfrm>
            <a:off x="514480" y="320000"/>
            <a:ext cx="329400" cy="486000"/>
            <a:chOff x="514480" y="320000"/>
            <a:chExt cx="329400" cy="48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8AA822-9B22-1531-1C3F-5326F215409E}"/>
                    </a:ext>
                  </a:extLst>
                </p14:cNvPr>
                <p14:cNvContentPartPr/>
                <p14:nvPr/>
              </p14:nvContentPartPr>
              <p14:xfrm>
                <a:off x="514480" y="320000"/>
                <a:ext cx="258840" cy="486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8AA822-9B22-1531-1C3F-5326F215409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08360" y="313880"/>
                  <a:ext cx="2710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0675BB-8A1E-61AA-B516-2AB4CAB9726C}"/>
                    </a:ext>
                  </a:extLst>
                </p14:cNvPr>
                <p14:cNvContentPartPr/>
                <p14:nvPr/>
              </p14:nvContentPartPr>
              <p14:xfrm>
                <a:off x="541840" y="565520"/>
                <a:ext cx="302040" cy="42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0675BB-8A1E-61AA-B516-2AB4CAB9726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5720" y="559400"/>
                  <a:ext cx="31428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7191F1-09A9-07F6-5B5B-09415FC9F3EE}"/>
              </a:ext>
            </a:extLst>
          </p:cNvPr>
          <p:cNvGrpSpPr/>
          <p:nvPr/>
        </p:nvGrpSpPr>
        <p:grpSpPr>
          <a:xfrm>
            <a:off x="1091560" y="350960"/>
            <a:ext cx="856440" cy="470520"/>
            <a:chOff x="1091560" y="350960"/>
            <a:chExt cx="856440" cy="47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BB2E433-521A-2C27-2064-C925163907CB}"/>
                    </a:ext>
                  </a:extLst>
                </p14:cNvPr>
                <p14:cNvContentPartPr/>
                <p14:nvPr/>
              </p14:nvContentPartPr>
              <p14:xfrm>
                <a:off x="1099120" y="556520"/>
                <a:ext cx="152280" cy="4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B2E433-521A-2C27-2064-C925163907C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93000" y="550400"/>
                  <a:ext cx="1645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E061D0-D175-3E0F-7B6D-AA597CA89733}"/>
                    </a:ext>
                  </a:extLst>
                </p14:cNvPr>
                <p14:cNvContentPartPr/>
                <p14:nvPr/>
              </p14:nvContentPartPr>
              <p14:xfrm>
                <a:off x="1091560" y="466520"/>
                <a:ext cx="205560" cy="21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E061D0-D175-3E0F-7B6D-AA597CA8973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85440" y="460400"/>
                  <a:ext cx="217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596E03-2F8C-22EF-53B7-FB8C87C68647}"/>
                    </a:ext>
                  </a:extLst>
                </p14:cNvPr>
                <p14:cNvContentPartPr/>
                <p14:nvPr/>
              </p14:nvContentPartPr>
              <p14:xfrm>
                <a:off x="1405840" y="350960"/>
                <a:ext cx="282240" cy="384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596E03-2F8C-22EF-53B7-FB8C87C686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99720" y="344840"/>
                  <a:ext cx="2944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6491DB3-E022-A19F-EFB7-F16DEDE0E917}"/>
                    </a:ext>
                  </a:extLst>
                </p14:cNvPr>
                <p14:cNvContentPartPr/>
                <p14:nvPr/>
              </p14:nvContentPartPr>
              <p14:xfrm>
                <a:off x="1404760" y="584600"/>
                <a:ext cx="179280" cy="25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6491DB3-E022-A19F-EFB7-F16DEDE0E91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98640" y="578480"/>
                  <a:ext cx="191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2B8A60C-656F-ADA2-1A98-E651A1300459}"/>
                    </a:ext>
                  </a:extLst>
                </p14:cNvPr>
                <p14:cNvContentPartPr/>
                <p14:nvPr/>
              </p14:nvContentPartPr>
              <p14:xfrm>
                <a:off x="1624720" y="566240"/>
                <a:ext cx="23400" cy="220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2B8A60C-656F-ADA2-1A98-E651A130045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18600" y="560120"/>
                  <a:ext cx="356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521A60-5A16-68C1-E076-A9AF81252C3D}"/>
                    </a:ext>
                  </a:extLst>
                </p14:cNvPr>
                <p14:cNvContentPartPr/>
                <p14:nvPr/>
              </p14:nvContentPartPr>
              <p14:xfrm>
                <a:off x="1656760" y="646880"/>
                <a:ext cx="114120" cy="174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521A60-5A16-68C1-E076-A9AF81252C3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50640" y="640760"/>
                  <a:ext cx="1263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AB498CE-B553-0613-E5C1-25AD3AB69296}"/>
                    </a:ext>
                  </a:extLst>
                </p14:cNvPr>
                <p14:cNvContentPartPr/>
                <p14:nvPr/>
              </p14:nvContentPartPr>
              <p14:xfrm>
                <a:off x="1847200" y="529520"/>
                <a:ext cx="100800" cy="153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AB498CE-B553-0613-E5C1-25AD3AB692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41080" y="523400"/>
                  <a:ext cx="11304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E982D5-C81B-0966-164E-AA182617A974}"/>
              </a:ext>
            </a:extLst>
          </p:cNvPr>
          <p:cNvGrpSpPr/>
          <p:nvPr/>
        </p:nvGrpSpPr>
        <p:grpSpPr>
          <a:xfrm>
            <a:off x="2141320" y="394160"/>
            <a:ext cx="352080" cy="526320"/>
            <a:chOff x="2141320" y="394160"/>
            <a:chExt cx="352080" cy="52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7030EC4-E056-C4CF-0939-DE77CD95E981}"/>
                    </a:ext>
                  </a:extLst>
                </p14:cNvPr>
                <p14:cNvContentPartPr/>
                <p14:nvPr/>
              </p14:nvContentPartPr>
              <p14:xfrm>
                <a:off x="2141320" y="394160"/>
                <a:ext cx="209160" cy="363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7030EC4-E056-C4CF-0939-DE77CD95E9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35200" y="388040"/>
                  <a:ext cx="2214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7435820-55E9-CAF8-48DF-D2FA4DB58893}"/>
                    </a:ext>
                  </a:extLst>
                </p14:cNvPr>
                <p14:cNvContentPartPr/>
                <p14:nvPr/>
              </p14:nvContentPartPr>
              <p14:xfrm>
                <a:off x="2159680" y="653000"/>
                <a:ext cx="183240" cy="12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7435820-55E9-CAF8-48DF-D2FA4DB5889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153560" y="646880"/>
                  <a:ext cx="195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385F2CA-341C-4ECB-725E-4A41CC3D6916}"/>
                    </a:ext>
                  </a:extLst>
                </p14:cNvPr>
                <p14:cNvContentPartPr/>
                <p14:nvPr/>
              </p14:nvContentPartPr>
              <p14:xfrm>
                <a:off x="2376400" y="591800"/>
                <a:ext cx="117000" cy="328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385F2CA-341C-4ECB-725E-4A41CC3D691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370280" y="585680"/>
                  <a:ext cx="12924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4C50E5C-971C-B400-0E9B-84EFBD51FD19}"/>
              </a:ext>
            </a:extLst>
          </p:cNvPr>
          <p:cNvGrpSpPr/>
          <p:nvPr/>
        </p:nvGrpSpPr>
        <p:grpSpPr>
          <a:xfrm>
            <a:off x="112360" y="924800"/>
            <a:ext cx="837720" cy="756000"/>
            <a:chOff x="112360" y="924800"/>
            <a:chExt cx="837720" cy="75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0572F6-DC8A-BDD0-213A-E63F135E4B71}"/>
                    </a:ext>
                  </a:extLst>
                </p14:cNvPr>
                <p14:cNvContentPartPr/>
                <p14:nvPr/>
              </p14:nvContentPartPr>
              <p14:xfrm>
                <a:off x="891760" y="924800"/>
                <a:ext cx="36360" cy="131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0572F6-DC8A-BDD0-213A-E63F135E4B7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85640" y="918680"/>
                  <a:ext cx="48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9F06F41-6814-D454-0F06-A8D54AC625CA}"/>
                    </a:ext>
                  </a:extLst>
                </p14:cNvPr>
                <p14:cNvContentPartPr/>
                <p14:nvPr/>
              </p14:nvContentPartPr>
              <p14:xfrm>
                <a:off x="830560" y="946760"/>
                <a:ext cx="26640" cy="155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9F06F41-6814-D454-0F06-A8D54AC625C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4440" y="940640"/>
                  <a:ext cx="38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F4D4F1C-AEA9-C699-0D72-63708738FA42}"/>
                    </a:ext>
                  </a:extLst>
                </p14:cNvPr>
                <p14:cNvContentPartPr/>
                <p14:nvPr/>
              </p14:nvContentPartPr>
              <p14:xfrm>
                <a:off x="613840" y="1027760"/>
                <a:ext cx="154800" cy="184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F4D4F1C-AEA9-C699-0D72-63708738FA4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07720" y="1021640"/>
                  <a:ext cx="1670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E05013-5FDC-9148-86CF-DEED48E8810A}"/>
                    </a:ext>
                  </a:extLst>
                </p14:cNvPr>
                <p14:cNvContentPartPr/>
                <p14:nvPr/>
              </p14:nvContentPartPr>
              <p14:xfrm>
                <a:off x="558760" y="1068440"/>
                <a:ext cx="89640" cy="119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E05013-5FDC-9148-86CF-DEED48E8810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2640" y="1062320"/>
                  <a:ext cx="101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7CF3739-BC8E-7A3C-9770-7BEF636EA4D8}"/>
                    </a:ext>
                  </a:extLst>
                </p14:cNvPr>
                <p14:cNvContentPartPr/>
                <p14:nvPr/>
              </p14:nvContentPartPr>
              <p14:xfrm>
                <a:off x="436360" y="1085720"/>
                <a:ext cx="85680" cy="183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7CF3739-BC8E-7A3C-9770-7BEF636EA4D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0240" y="1079600"/>
                  <a:ext cx="97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1573905-BB21-B33A-0132-208EE259CE68}"/>
                    </a:ext>
                  </a:extLst>
                </p14:cNvPr>
                <p14:cNvContentPartPr/>
                <p14:nvPr/>
              </p14:nvContentPartPr>
              <p14:xfrm>
                <a:off x="382720" y="1076000"/>
                <a:ext cx="18000" cy="55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1573905-BB21-B33A-0132-208EE259CE6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6600" y="1069880"/>
                  <a:ext cx="302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C303F40-F953-5CB0-2E31-ED8F66653527}"/>
                    </a:ext>
                  </a:extLst>
                </p14:cNvPr>
                <p14:cNvContentPartPr/>
                <p14:nvPr/>
              </p14:nvContentPartPr>
              <p14:xfrm>
                <a:off x="340600" y="944240"/>
                <a:ext cx="89280" cy="90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C303F40-F953-5CB0-2E31-ED8F6665352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34480" y="938120"/>
                  <a:ext cx="101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2F7EB3F-3A2A-1F78-68B0-B09F78C5E549}"/>
                    </a:ext>
                  </a:extLst>
                </p14:cNvPr>
                <p14:cNvContentPartPr/>
                <p14:nvPr/>
              </p14:nvContentPartPr>
              <p14:xfrm>
                <a:off x="139360" y="1103360"/>
                <a:ext cx="231480" cy="158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2F7EB3F-3A2A-1F78-68B0-B09F78C5E54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3240" y="1097240"/>
                  <a:ext cx="243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9369F27-CA4A-8FD9-1F2A-45D320750EEB}"/>
                    </a:ext>
                  </a:extLst>
                </p14:cNvPr>
                <p14:cNvContentPartPr/>
                <p14:nvPr/>
              </p14:nvContentPartPr>
              <p14:xfrm>
                <a:off x="271480" y="1228280"/>
                <a:ext cx="28080" cy="59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9369F27-CA4A-8FD9-1F2A-45D320750EE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65360" y="1222160"/>
                  <a:ext cx="40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74855C-9B7D-ADB7-2E16-22AF1C3440D9}"/>
                    </a:ext>
                  </a:extLst>
                </p14:cNvPr>
                <p14:cNvContentPartPr/>
                <p14:nvPr/>
              </p14:nvContentPartPr>
              <p14:xfrm>
                <a:off x="819040" y="1223960"/>
                <a:ext cx="131040" cy="239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74855C-9B7D-ADB7-2E16-22AF1C3440D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2920" y="1217840"/>
                  <a:ext cx="1432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73F54B7-F34A-89D5-372A-F0B659657C72}"/>
                    </a:ext>
                  </a:extLst>
                </p14:cNvPr>
                <p14:cNvContentPartPr/>
                <p14:nvPr/>
              </p14:nvContentPartPr>
              <p14:xfrm>
                <a:off x="386680" y="1387040"/>
                <a:ext cx="391320" cy="279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73F54B7-F34A-89D5-372A-F0B659657C7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80560" y="1380920"/>
                  <a:ext cx="4035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CC6A275-3DA1-4F0A-6A62-A347772B7BB4}"/>
                    </a:ext>
                  </a:extLst>
                </p14:cNvPr>
                <p14:cNvContentPartPr/>
                <p14:nvPr/>
              </p14:nvContentPartPr>
              <p14:xfrm>
                <a:off x="112360" y="1576040"/>
                <a:ext cx="267480" cy="104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CC6A275-3DA1-4F0A-6A62-A347772B7BB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6240" y="1569920"/>
                  <a:ext cx="27972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660A33D-8370-EB39-4F99-8AFC3A8C1B00}"/>
                  </a:ext>
                </a:extLst>
              </p14:cNvPr>
              <p14:cNvContentPartPr/>
              <p14:nvPr/>
            </p14:nvContentPartPr>
            <p14:xfrm>
              <a:off x="5928160" y="4220240"/>
              <a:ext cx="178560" cy="1944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660A33D-8370-EB39-4F99-8AFC3A8C1B0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922040" y="4214120"/>
                <a:ext cx="19080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3097713-004B-BBBF-E0A3-4F8472E34E50}"/>
                  </a:ext>
                </a:extLst>
              </p14:cNvPr>
              <p14:cNvContentPartPr/>
              <p14:nvPr/>
            </p14:nvContentPartPr>
            <p14:xfrm>
              <a:off x="4876960" y="4132400"/>
              <a:ext cx="253080" cy="268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3097713-004B-BBBF-E0A3-4F8472E34E5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870840" y="4126280"/>
                <a:ext cx="265320" cy="28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FA5AACCC-6DFE-55F6-C5F5-B35CCD0C798B}"/>
              </a:ext>
            </a:extLst>
          </p:cNvPr>
          <p:cNvGrpSpPr/>
          <p:nvPr/>
        </p:nvGrpSpPr>
        <p:grpSpPr>
          <a:xfrm>
            <a:off x="388840" y="1937480"/>
            <a:ext cx="2187000" cy="600840"/>
            <a:chOff x="388840" y="1937480"/>
            <a:chExt cx="218700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63C1E15-4ABB-5746-E7F7-0AF11CFD037A}"/>
                    </a:ext>
                  </a:extLst>
                </p14:cNvPr>
                <p14:cNvContentPartPr/>
                <p14:nvPr/>
              </p14:nvContentPartPr>
              <p14:xfrm>
                <a:off x="388840" y="1956560"/>
                <a:ext cx="272880" cy="435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63C1E15-4ABB-5746-E7F7-0AF11CFD037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82720" y="1950440"/>
                  <a:ext cx="2851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C62A832-E6FC-7D1E-CEFE-B146C45A80D1}"/>
                    </a:ext>
                  </a:extLst>
                </p14:cNvPr>
                <p14:cNvContentPartPr/>
                <p14:nvPr/>
              </p14:nvContentPartPr>
              <p14:xfrm>
                <a:off x="420520" y="2240600"/>
                <a:ext cx="167760" cy="19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C62A832-E6FC-7D1E-CEFE-B146C45A80D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14400" y="2234480"/>
                  <a:ext cx="180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F1A201F-CACA-EF79-89C5-3327A0EE4072}"/>
                    </a:ext>
                  </a:extLst>
                </p14:cNvPr>
                <p14:cNvContentPartPr/>
                <p14:nvPr/>
              </p14:nvContentPartPr>
              <p14:xfrm>
                <a:off x="721480" y="2236640"/>
                <a:ext cx="16560" cy="227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F1A201F-CACA-EF79-89C5-3327A0EE407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15360" y="2230520"/>
                  <a:ext cx="288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778787B-553B-B19E-AE2F-42D8A4A8AF61}"/>
                    </a:ext>
                  </a:extLst>
                </p14:cNvPr>
                <p14:cNvContentPartPr/>
                <p14:nvPr/>
              </p14:nvContentPartPr>
              <p14:xfrm>
                <a:off x="740560" y="2327000"/>
                <a:ext cx="127080" cy="137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778787B-553B-B19E-AE2F-42D8A4A8AF6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34440" y="2320880"/>
                  <a:ext cx="1393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CF75213-C57F-B007-709B-A08E519DA4FB}"/>
                    </a:ext>
                  </a:extLst>
                </p14:cNvPr>
                <p14:cNvContentPartPr/>
                <p14:nvPr/>
              </p14:nvContentPartPr>
              <p14:xfrm>
                <a:off x="1010200" y="2226920"/>
                <a:ext cx="97920" cy="10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CF75213-C57F-B007-709B-A08E519DA4F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04080" y="2220800"/>
                  <a:ext cx="110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1678C0A-70D1-8650-E289-8648618194D0}"/>
                    </a:ext>
                  </a:extLst>
                </p14:cNvPr>
                <p14:cNvContentPartPr/>
                <p14:nvPr/>
              </p14:nvContentPartPr>
              <p14:xfrm>
                <a:off x="997960" y="2168240"/>
                <a:ext cx="87120" cy="17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1678C0A-70D1-8650-E289-8648618194D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1840" y="2162120"/>
                  <a:ext cx="99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4C9CDF4-D503-03A5-D156-F7C2F279A9AF}"/>
                    </a:ext>
                  </a:extLst>
                </p14:cNvPr>
                <p14:cNvContentPartPr/>
                <p14:nvPr/>
              </p14:nvContentPartPr>
              <p14:xfrm>
                <a:off x="732280" y="2264360"/>
                <a:ext cx="108720" cy="90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4C9CDF4-D503-03A5-D156-F7C2F279A9A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6160" y="2258240"/>
                  <a:ext cx="120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49E7208-3804-6849-9DEF-21D878C216CF}"/>
                    </a:ext>
                  </a:extLst>
                </p14:cNvPr>
                <p14:cNvContentPartPr/>
                <p14:nvPr/>
              </p14:nvContentPartPr>
              <p14:xfrm>
                <a:off x="1214320" y="1937480"/>
                <a:ext cx="87840" cy="225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49E7208-3804-6849-9DEF-21D878C216C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208200" y="1931360"/>
                  <a:ext cx="100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907EBC-3BFA-EA69-0DEB-16F5468F6192}"/>
                    </a:ext>
                  </a:extLst>
                </p14:cNvPr>
                <p14:cNvContentPartPr/>
                <p14:nvPr/>
              </p14:nvContentPartPr>
              <p14:xfrm>
                <a:off x="1219000" y="2218640"/>
                <a:ext cx="251640" cy="48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907EBC-3BFA-EA69-0DEB-16F5468F619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212880" y="2212520"/>
                  <a:ext cx="263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D355C06-54EC-D091-54D2-E8A994C98762}"/>
                    </a:ext>
                  </a:extLst>
                </p14:cNvPr>
                <p14:cNvContentPartPr/>
                <p14:nvPr/>
              </p14:nvContentPartPr>
              <p14:xfrm>
                <a:off x="1253560" y="2347880"/>
                <a:ext cx="259200" cy="190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D355C06-54EC-D091-54D2-E8A994C9876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47440" y="2341760"/>
                  <a:ext cx="271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765E519-AD5B-0C3B-67FB-C4513DA8ADBB}"/>
                    </a:ext>
                  </a:extLst>
                </p14:cNvPr>
                <p14:cNvContentPartPr/>
                <p14:nvPr/>
              </p14:nvContentPartPr>
              <p14:xfrm>
                <a:off x="1524640" y="2253920"/>
                <a:ext cx="325800" cy="181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765E519-AD5B-0C3B-67FB-C4513DA8ADB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518520" y="2247800"/>
                  <a:ext cx="338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00F579C-E686-BBE4-9364-1A843A1C6D82}"/>
                    </a:ext>
                  </a:extLst>
                </p14:cNvPr>
                <p14:cNvContentPartPr/>
                <p14:nvPr/>
              </p14:nvContentPartPr>
              <p14:xfrm>
                <a:off x="1987960" y="2231600"/>
                <a:ext cx="213120" cy="195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00F579C-E686-BBE4-9364-1A843A1C6D8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981840" y="2225480"/>
                  <a:ext cx="2253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FCACD6-5051-C517-7374-D2A112D9CEAF}"/>
                    </a:ext>
                  </a:extLst>
                </p14:cNvPr>
                <p14:cNvContentPartPr/>
                <p14:nvPr/>
              </p14:nvContentPartPr>
              <p14:xfrm>
                <a:off x="2212960" y="2093720"/>
                <a:ext cx="362880" cy="153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FCACD6-5051-C517-7374-D2A112D9CEA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206840" y="2087600"/>
                  <a:ext cx="37512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09D1D6A-F3F8-0076-2895-DF19FB85653B}"/>
              </a:ext>
            </a:extLst>
          </p:cNvPr>
          <p:cNvGrpSpPr/>
          <p:nvPr/>
        </p:nvGrpSpPr>
        <p:grpSpPr>
          <a:xfrm>
            <a:off x="374440" y="2781320"/>
            <a:ext cx="444960" cy="438120"/>
            <a:chOff x="374440" y="2781320"/>
            <a:chExt cx="444960" cy="43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372FFE5-C1A5-742D-EED9-F1359246BDB9}"/>
                    </a:ext>
                  </a:extLst>
                </p14:cNvPr>
                <p14:cNvContentPartPr/>
                <p14:nvPr/>
              </p14:nvContentPartPr>
              <p14:xfrm>
                <a:off x="374440" y="2781320"/>
                <a:ext cx="212760" cy="316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372FFE5-C1A5-742D-EED9-F1359246BDB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68320" y="2775200"/>
                  <a:ext cx="2250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6FCA92F-339E-C7A2-EB3C-5C9FAF315EF0}"/>
                    </a:ext>
                  </a:extLst>
                </p14:cNvPr>
                <p14:cNvContentPartPr/>
                <p14:nvPr/>
              </p14:nvContentPartPr>
              <p14:xfrm>
                <a:off x="419440" y="2950520"/>
                <a:ext cx="236160" cy="34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6FCA92F-339E-C7A2-EB3C-5C9FAF315EF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13320" y="2944400"/>
                  <a:ext cx="248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7E89214-6B35-B763-2BB0-2E1EBADCB78A}"/>
                    </a:ext>
                  </a:extLst>
                </p14:cNvPr>
                <p14:cNvContentPartPr/>
                <p14:nvPr/>
              </p14:nvContentPartPr>
              <p14:xfrm>
                <a:off x="674680" y="2930000"/>
                <a:ext cx="144720" cy="289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7E89214-6B35-B763-2BB0-2E1EBADCB78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8560" y="2923880"/>
                  <a:ext cx="156960" cy="30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79D7AEF-4541-0651-EA82-687E7D99E0DF}"/>
              </a:ext>
            </a:extLst>
          </p:cNvPr>
          <p:cNvGrpSpPr/>
          <p:nvPr/>
        </p:nvGrpSpPr>
        <p:grpSpPr>
          <a:xfrm>
            <a:off x="1040800" y="2734880"/>
            <a:ext cx="1578600" cy="517320"/>
            <a:chOff x="1040800" y="2734880"/>
            <a:chExt cx="1578600" cy="51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941B817-645A-6A17-518C-64901529373A}"/>
                    </a:ext>
                  </a:extLst>
                </p14:cNvPr>
                <p14:cNvContentPartPr/>
                <p14:nvPr/>
              </p14:nvContentPartPr>
              <p14:xfrm>
                <a:off x="1040800" y="3045920"/>
                <a:ext cx="117720" cy="64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941B817-645A-6A17-518C-64901529373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34680" y="3039800"/>
                  <a:ext cx="1299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60CE969-0D4F-968B-9826-F2C711809D5D}"/>
                    </a:ext>
                  </a:extLst>
                </p14:cNvPr>
                <p14:cNvContentPartPr/>
                <p14:nvPr/>
              </p14:nvContentPartPr>
              <p14:xfrm>
                <a:off x="1045480" y="2953040"/>
                <a:ext cx="223920" cy="10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60CE969-0D4F-968B-9826-F2C711809D5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39360" y="2946920"/>
                  <a:ext cx="236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57C6ED5-652F-282A-42AA-816E56FBFEBD}"/>
                    </a:ext>
                  </a:extLst>
                </p14:cNvPr>
                <p14:cNvContentPartPr/>
                <p14:nvPr/>
              </p14:nvContentPartPr>
              <p14:xfrm>
                <a:off x="1366600" y="2873840"/>
                <a:ext cx="288360" cy="214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57C6ED5-652F-282A-42AA-816E56FBFEB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360480" y="2867720"/>
                  <a:ext cx="300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1FD54F0-24B4-C5D3-00CE-D051091E284A}"/>
                    </a:ext>
                  </a:extLst>
                </p14:cNvPr>
                <p14:cNvContentPartPr/>
                <p14:nvPr/>
              </p14:nvContentPartPr>
              <p14:xfrm>
                <a:off x="1755760" y="2977520"/>
                <a:ext cx="64800" cy="7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1FD54F0-24B4-C5D3-00CE-D051091E284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749640" y="2971400"/>
                  <a:ext cx="77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ABBAF4-C168-FFAD-A570-3F7DFC9C3C53}"/>
                    </a:ext>
                  </a:extLst>
                </p14:cNvPr>
                <p14:cNvContentPartPr/>
                <p14:nvPr/>
              </p14:nvContentPartPr>
              <p14:xfrm>
                <a:off x="1852600" y="2915960"/>
                <a:ext cx="178920" cy="336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ABBAF4-C168-FFAD-A570-3F7DFC9C3C5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846480" y="2909840"/>
                  <a:ext cx="1911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0AF4BD1-1372-B0EC-5F2D-CB879F658F04}"/>
                    </a:ext>
                  </a:extLst>
                </p14:cNvPr>
                <p14:cNvContentPartPr/>
                <p14:nvPr/>
              </p14:nvContentPartPr>
              <p14:xfrm>
                <a:off x="2179840" y="2970680"/>
                <a:ext cx="360" cy="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0AF4BD1-1372-B0EC-5F2D-CB879F658F0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173720" y="29645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11FD9C5-58DD-69E4-816E-664321F5F263}"/>
                    </a:ext>
                  </a:extLst>
                </p14:cNvPr>
                <p14:cNvContentPartPr/>
                <p14:nvPr/>
              </p14:nvContentPartPr>
              <p14:xfrm>
                <a:off x="2315560" y="2734880"/>
                <a:ext cx="303840" cy="388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11FD9C5-58DD-69E4-816E-664321F5F26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309440" y="2728760"/>
                  <a:ext cx="316080" cy="40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85B11CB-31FF-0B7A-9889-D43123089E82}"/>
                  </a:ext>
                </a:extLst>
              </p14:cNvPr>
              <p14:cNvContentPartPr/>
              <p14:nvPr/>
            </p14:nvContentPartPr>
            <p14:xfrm>
              <a:off x="5788480" y="4518320"/>
              <a:ext cx="135360" cy="3344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85B11CB-31FF-0B7A-9889-D43123089E82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782360" y="4512200"/>
                <a:ext cx="14760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8A09EB8-2BA0-8746-3605-E75E41FA1DAE}"/>
                  </a:ext>
                </a:extLst>
              </p14:cNvPr>
              <p14:cNvContentPartPr/>
              <p14:nvPr/>
            </p14:nvContentPartPr>
            <p14:xfrm>
              <a:off x="4928440" y="4562960"/>
              <a:ext cx="136440" cy="2955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8A09EB8-2BA0-8746-3605-E75E41FA1DA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922320" y="4556840"/>
                <a:ext cx="148680" cy="30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15771A0B-141F-E815-E46D-9D6B44FCFF63}"/>
              </a:ext>
            </a:extLst>
          </p:cNvPr>
          <p:cNvGrpSpPr/>
          <p:nvPr/>
        </p:nvGrpSpPr>
        <p:grpSpPr>
          <a:xfrm>
            <a:off x="4935280" y="4974440"/>
            <a:ext cx="637560" cy="270360"/>
            <a:chOff x="4935280" y="4974440"/>
            <a:chExt cx="637560" cy="27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3C528AF-4366-C23D-B18C-772BEE7DA9CA}"/>
                    </a:ext>
                  </a:extLst>
                </p14:cNvPr>
                <p14:cNvContentPartPr/>
                <p14:nvPr/>
              </p14:nvContentPartPr>
              <p14:xfrm>
                <a:off x="4935280" y="5056880"/>
                <a:ext cx="154800" cy="166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3C528AF-4366-C23D-B18C-772BEE7DA9C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929160" y="5050760"/>
                  <a:ext cx="1670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BBD0425-7C4E-8276-3537-7DAAED49FD2F}"/>
                    </a:ext>
                  </a:extLst>
                </p14:cNvPr>
                <p14:cNvContentPartPr/>
                <p14:nvPr/>
              </p14:nvContentPartPr>
              <p14:xfrm>
                <a:off x="5191600" y="5216360"/>
                <a:ext cx="15840" cy="28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BBD0425-7C4E-8276-3537-7DAAED49FD2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185480" y="5210240"/>
                  <a:ext cx="28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55E4CEB-9645-C794-E6FB-9DD25E32BD54}"/>
                    </a:ext>
                  </a:extLst>
                </p14:cNvPr>
                <p14:cNvContentPartPr/>
                <p14:nvPr/>
              </p14:nvContentPartPr>
              <p14:xfrm>
                <a:off x="5249200" y="4993160"/>
                <a:ext cx="144720" cy="238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55E4CEB-9645-C794-E6FB-9DD25E32BD5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243080" y="4987040"/>
                  <a:ext cx="156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B141CC8-3D82-3E3D-5792-DD08339868FE}"/>
                    </a:ext>
                  </a:extLst>
                </p14:cNvPr>
                <p14:cNvContentPartPr/>
                <p14:nvPr/>
              </p14:nvContentPartPr>
              <p14:xfrm>
                <a:off x="5299960" y="4974440"/>
                <a:ext cx="272880" cy="33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B141CC8-3D82-3E3D-5792-DD08339868F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293840" y="4968320"/>
                  <a:ext cx="28512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85616AA-9EC7-0207-4FBC-D3A204B77FB2}"/>
                  </a:ext>
                </a:extLst>
              </p14:cNvPr>
              <p14:cNvContentPartPr/>
              <p14:nvPr/>
            </p14:nvContentPartPr>
            <p14:xfrm>
              <a:off x="5036800" y="5452520"/>
              <a:ext cx="210240" cy="2383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85616AA-9EC7-0207-4FBC-D3A204B77FB2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030680" y="5446400"/>
                <a:ext cx="2224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274F0CD-0960-5C8C-3046-49D6448229ED}"/>
                  </a:ext>
                </a:extLst>
              </p14:cNvPr>
              <p14:cNvContentPartPr/>
              <p14:nvPr/>
            </p14:nvContentPartPr>
            <p14:xfrm>
              <a:off x="5064160" y="5476640"/>
              <a:ext cx="124200" cy="3312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274F0CD-0960-5C8C-3046-49D6448229ED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5058040" y="5470520"/>
                <a:ext cx="13644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78421AF9-53B8-D8FA-41AB-E56340968DB2}"/>
              </a:ext>
            </a:extLst>
          </p:cNvPr>
          <p:cNvGrpSpPr/>
          <p:nvPr/>
        </p:nvGrpSpPr>
        <p:grpSpPr>
          <a:xfrm>
            <a:off x="8006440" y="4614080"/>
            <a:ext cx="301320" cy="241200"/>
            <a:chOff x="8006440" y="4614080"/>
            <a:chExt cx="301320" cy="24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AD2FE1C-EDD0-D180-7DBB-E04811C59E47}"/>
                    </a:ext>
                  </a:extLst>
                </p14:cNvPr>
                <p14:cNvContentPartPr/>
                <p14:nvPr/>
              </p14:nvContentPartPr>
              <p14:xfrm>
                <a:off x="8006440" y="4657640"/>
                <a:ext cx="151560" cy="197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AD2FE1C-EDD0-D180-7DBB-E04811C59E4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000320" y="4651520"/>
                  <a:ext cx="1638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8B1DB4B-EEE4-D432-CFCC-09758B7D08C0}"/>
                    </a:ext>
                  </a:extLst>
                </p14:cNvPr>
                <p14:cNvContentPartPr/>
                <p14:nvPr/>
              </p14:nvContentPartPr>
              <p14:xfrm>
                <a:off x="8196880" y="4614080"/>
                <a:ext cx="110880" cy="2178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8B1DB4B-EEE4-D432-CFCC-09758B7D08C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190760" y="4607960"/>
                  <a:ext cx="12312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6B2D190-8D8B-96E8-E611-EBE64E9DC97F}"/>
              </a:ext>
            </a:extLst>
          </p:cNvPr>
          <p:cNvGrpSpPr/>
          <p:nvPr/>
        </p:nvGrpSpPr>
        <p:grpSpPr>
          <a:xfrm>
            <a:off x="7067560" y="4629560"/>
            <a:ext cx="397080" cy="217800"/>
            <a:chOff x="7067560" y="4629560"/>
            <a:chExt cx="39708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EB744E-925E-259F-4B85-F2E9526B733F}"/>
                    </a:ext>
                  </a:extLst>
                </p14:cNvPr>
                <p14:cNvContentPartPr/>
                <p14:nvPr/>
              </p14:nvContentPartPr>
              <p14:xfrm>
                <a:off x="7067560" y="4629560"/>
                <a:ext cx="248040" cy="217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EB744E-925E-259F-4B85-F2E9526B733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061440" y="4623440"/>
                  <a:ext cx="260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CD79744-8732-3EDC-AE7E-E862256BBD2F}"/>
                    </a:ext>
                  </a:extLst>
                </p14:cNvPr>
                <p14:cNvContentPartPr/>
                <p14:nvPr/>
              </p14:nvContentPartPr>
              <p14:xfrm>
                <a:off x="7324600" y="4708760"/>
                <a:ext cx="140040" cy="116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CD79744-8732-3EDC-AE7E-E862256BBD2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318480" y="4702640"/>
                  <a:ext cx="15228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CAF4382-AD2A-875F-77E0-25B75523B4F4}"/>
              </a:ext>
            </a:extLst>
          </p:cNvPr>
          <p:cNvGrpSpPr/>
          <p:nvPr/>
        </p:nvGrpSpPr>
        <p:grpSpPr>
          <a:xfrm>
            <a:off x="9007240" y="4586000"/>
            <a:ext cx="454680" cy="220320"/>
            <a:chOff x="9007240" y="4586000"/>
            <a:chExt cx="45468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C5C3552-8D70-40C6-B147-734463472B72}"/>
                    </a:ext>
                  </a:extLst>
                </p14:cNvPr>
                <p14:cNvContentPartPr/>
                <p14:nvPr/>
              </p14:nvContentPartPr>
              <p14:xfrm>
                <a:off x="9007240" y="4586000"/>
                <a:ext cx="190440" cy="201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C5C3552-8D70-40C6-B147-734463472B7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001120" y="4579880"/>
                  <a:ext cx="2026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D19A1C4-69F8-E222-6FF4-BF9FE8C0E5CC}"/>
                    </a:ext>
                  </a:extLst>
                </p14:cNvPr>
                <p14:cNvContentPartPr/>
                <p14:nvPr/>
              </p14:nvContentPartPr>
              <p14:xfrm>
                <a:off x="9288040" y="4628120"/>
                <a:ext cx="173880" cy="178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D19A1C4-69F8-E222-6FF4-BF9FE8C0E5C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281920" y="4622000"/>
                  <a:ext cx="18612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5B625C2-A138-1E26-4572-E5B4AB673EB4}"/>
                  </a:ext>
                </a:extLst>
              </p14:cNvPr>
              <p14:cNvContentPartPr/>
              <p14:nvPr/>
            </p14:nvContentPartPr>
            <p14:xfrm>
              <a:off x="8209120" y="496400"/>
              <a:ext cx="808920" cy="568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5B625C2-A138-1E26-4572-E5B4AB673EB4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203000" y="490280"/>
                <a:ext cx="82116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B6CB324-58ED-320C-1AA5-28F943428D48}"/>
              </a:ext>
            </a:extLst>
          </p:cNvPr>
          <p:cNvGrpSpPr/>
          <p:nvPr/>
        </p:nvGrpSpPr>
        <p:grpSpPr>
          <a:xfrm>
            <a:off x="8921560" y="4990640"/>
            <a:ext cx="458640" cy="280080"/>
            <a:chOff x="8921560" y="4990640"/>
            <a:chExt cx="45864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1390E3B-CC32-0A58-60FF-9152EF04C6E5}"/>
                    </a:ext>
                  </a:extLst>
                </p14:cNvPr>
                <p14:cNvContentPartPr/>
                <p14:nvPr/>
              </p14:nvContentPartPr>
              <p14:xfrm>
                <a:off x="8921560" y="4990640"/>
                <a:ext cx="239760" cy="2800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1390E3B-CC32-0A58-60FF-9152EF04C6E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15440" y="4984520"/>
                  <a:ext cx="2520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83E315-E4A5-1243-A42F-7B9E804DF15C}"/>
                    </a:ext>
                  </a:extLst>
                </p14:cNvPr>
                <p14:cNvContentPartPr/>
                <p14:nvPr/>
              </p14:nvContentPartPr>
              <p14:xfrm>
                <a:off x="9253120" y="4999640"/>
                <a:ext cx="127080" cy="1756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83E315-E4A5-1243-A42F-7B9E804DF15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247000" y="4993520"/>
                  <a:ext cx="13932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7D00D34-BBA5-8C56-FA9C-3656D8A8B94C}"/>
              </a:ext>
            </a:extLst>
          </p:cNvPr>
          <p:cNvGrpSpPr/>
          <p:nvPr/>
        </p:nvGrpSpPr>
        <p:grpSpPr>
          <a:xfrm>
            <a:off x="8969440" y="5385920"/>
            <a:ext cx="437760" cy="254880"/>
            <a:chOff x="8969440" y="5385920"/>
            <a:chExt cx="43776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C3B640F-964E-D472-53E2-60B76B7AD159}"/>
                    </a:ext>
                  </a:extLst>
                </p14:cNvPr>
                <p14:cNvContentPartPr/>
                <p14:nvPr/>
              </p14:nvContentPartPr>
              <p14:xfrm>
                <a:off x="8969440" y="5434520"/>
                <a:ext cx="222840" cy="206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C3B640F-964E-D472-53E2-60B76B7AD15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963320" y="5428400"/>
                  <a:ext cx="2350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97AB177-48DF-B4D6-D924-4BB88CA827A6}"/>
                    </a:ext>
                  </a:extLst>
                </p14:cNvPr>
                <p14:cNvContentPartPr/>
                <p14:nvPr/>
              </p14:nvContentPartPr>
              <p14:xfrm>
                <a:off x="9255640" y="5385920"/>
                <a:ext cx="151560" cy="220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97AB177-48DF-B4D6-D924-4BB88CA827A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249520" y="5379800"/>
                  <a:ext cx="16380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2FF37CA-DCFE-23E5-C64B-D7EEC498CFD6}"/>
              </a:ext>
            </a:extLst>
          </p:cNvPr>
          <p:cNvGrpSpPr/>
          <p:nvPr/>
        </p:nvGrpSpPr>
        <p:grpSpPr>
          <a:xfrm>
            <a:off x="9022360" y="5815400"/>
            <a:ext cx="402840" cy="207720"/>
            <a:chOff x="9022360" y="5815400"/>
            <a:chExt cx="40284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74CEDAA-D73F-F085-0BA0-4C0A20FB8FDE}"/>
                    </a:ext>
                  </a:extLst>
                </p14:cNvPr>
                <p14:cNvContentPartPr/>
                <p14:nvPr/>
              </p14:nvContentPartPr>
              <p14:xfrm>
                <a:off x="9022360" y="5854640"/>
                <a:ext cx="213840" cy="168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74CEDAA-D73F-F085-0BA0-4C0A20FB8FD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016240" y="5848520"/>
                  <a:ext cx="226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513F5DF-9A3B-5312-FE8D-CBD70C57780B}"/>
                    </a:ext>
                  </a:extLst>
                </p14:cNvPr>
                <p14:cNvContentPartPr/>
                <p14:nvPr/>
              </p14:nvContentPartPr>
              <p14:xfrm>
                <a:off x="9271840" y="5815400"/>
                <a:ext cx="153360" cy="207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513F5DF-9A3B-5312-FE8D-CBD70C57780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265720" y="5809280"/>
                  <a:ext cx="16560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F21C2925-ED43-54EA-EB9B-638FB617B419}"/>
                  </a:ext>
                </a:extLst>
              </p14:cNvPr>
              <p14:cNvContentPartPr/>
              <p14:nvPr/>
            </p14:nvContentPartPr>
            <p14:xfrm>
              <a:off x="727600" y="761720"/>
              <a:ext cx="113400" cy="432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F21C2925-ED43-54EA-EB9B-638FB617B419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721480" y="755600"/>
                <a:ext cx="12564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81A572C-C1C9-3BB4-0B91-E73ACC958053}"/>
              </a:ext>
            </a:extLst>
          </p:cNvPr>
          <p:cNvGrpSpPr/>
          <p:nvPr/>
        </p:nvGrpSpPr>
        <p:grpSpPr>
          <a:xfrm>
            <a:off x="6893680" y="1379480"/>
            <a:ext cx="97920" cy="2520"/>
            <a:chOff x="6893680" y="1379480"/>
            <a:chExt cx="97920" cy="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48CAC86-EA81-A797-899F-0A0ABA71FEE1}"/>
                    </a:ext>
                  </a:extLst>
                </p14:cNvPr>
                <p14:cNvContentPartPr/>
                <p14:nvPr/>
              </p14:nvContentPartPr>
              <p14:xfrm>
                <a:off x="6991240" y="1379480"/>
                <a:ext cx="360" cy="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48CAC86-EA81-A797-899F-0A0ABA71FEE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985120" y="137336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9713029-BDDB-D919-7714-5688A5EF0A52}"/>
                    </a:ext>
                  </a:extLst>
                </p14:cNvPr>
                <p14:cNvContentPartPr/>
                <p14:nvPr/>
              </p14:nvContentPartPr>
              <p14:xfrm>
                <a:off x="6893680" y="1381640"/>
                <a:ext cx="360" cy="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9713029-BDDB-D919-7714-5688A5EF0A5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887560" y="13755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A9820E4-046B-C329-13FC-285445805E92}"/>
                  </a:ext>
                </a:extLst>
              </p14:cNvPr>
              <p14:cNvContentPartPr/>
              <p14:nvPr/>
            </p14:nvContentPartPr>
            <p14:xfrm>
              <a:off x="7606120" y="1990400"/>
              <a:ext cx="636120" cy="3326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A9820E4-046B-C329-13FC-285445805E92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7600000" y="1984280"/>
                <a:ext cx="648360" cy="34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47406EE-932F-75EB-84A4-EA73E3977BE9}"/>
              </a:ext>
            </a:extLst>
          </p:cNvPr>
          <p:cNvGrpSpPr/>
          <p:nvPr/>
        </p:nvGrpSpPr>
        <p:grpSpPr>
          <a:xfrm>
            <a:off x="7102480" y="4975520"/>
            <a:ext cx="302400" cy="208080"/>
            <a:chOff x="7102480" y="4975520"/>
            <a:chExt cx="30240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BB89E74-DB51-F724-8BB6-777D4FD9061C}"/>
                    </a:ext>
                  </a:extLst>
                </p14:cNvPr>
                <p14:cNvContentPartPr/>
                <p14:nvPr/>
              </p14:nvContentPartPr>
              <p14:xfrm>
                <a:off x="7102480" y="4975520"/>
                <a:ext cx="101880" cy="208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BB89E74-DB51-F724-8BB6-777D4FD9061C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096360" y="4969400"/>
                  <a:ext cx="114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970A712-19C4-CAFE-119D-4614E8F0C9BD}"/>
                    </a:ext>
                  </a:extLst>
                </p14:cNvPr>
                <p14:cNvContentPartPr/>
                <p14:nvPr/>
              </p14:nvContentPartPr>
              <p14:xfrm>
                <a:off x="7269880" y="5001080"/>
                <a:ext cx="135000" cy="1656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970A712-19C4-CAFE-119D-4614E8F0C9B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263760" y="4994960"/>
                  <a:ext cx="147240" cy="17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EE4B209-081C-7F21-386A-006F73D7050E}"/>
                  </a:ext>
                </a:extLst>
              </p14:cNvPr>
              <p14:cNvContentPartPr/>
              <p14:nvPr/>
            </p14:nvContentPartPr>
            <p14:xfrm>
              <a:off x="7831480" y="2004440"/>
              <a:ext cx="596160" cy="5814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EE4B209-081C-7F21-386A-006F73D7050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7825360" y="1998320"/>
                <a:ext cx="608400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C02B0EE-A3E1-A503-F4BA-66E5BFEE3900}"/>
                  </a:ext>
                </a:extLst>
              </p14:cNvPr>
              <p14:cNvContentPartPr/>
              <p14:nvPr/>
            </p14:nvContentPartPr>
            <p14:xfrm>
              <a:off x="7098160" y="5468720"/>
              <a:ext cx="221400" cy="2170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C02B0EE-A3E1-A503-F4BA-66E5BFEE3900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092040" y="5462600"/>
                <a:ext cx="23364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86A48AB-079E-B801-3798-8D2E475AC1A6}"/>
              </a:ext>
            </a:extLst>
          </p:cNvPr>
          <p:cNvGrpSpPr/>
          <p:nvPr/>
        </p:nvGrpSpPr>
        <p:grpSpPr>
          <a:xfrm>
            <a:off x="7962520" y="5381240"/>
            <a:ext cx="452160" cy="246240"/>
            <a:chOff x="7962520" y="5381240"/>
            <a:chExt cx="45216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AB7D30F-D4A3-3AB3-36A8-E08501426E0A}"/>
                    </a:ext>
                  </a:extLst>
                </p14:cNvPr>
                <p14:cNvContentPartPr/>
                <p14:nvPr/>
              </p14:nvContentPartPr>
              <p14:xfrm>
                <a:off x="7962520" y="5385560"/>
                <a:ext cx="164520" cy="223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AB7D30F-D4A3-3AB3-36A8-E08501426E0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956400" y="5379440"/>
                  <a:ext cx="176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5E18F3B-A3F4-6D0C-7560-564CECC1FC55}"/>
                    </a:ext>
                  </a:extLst>
                </p14:cNvPr>
                <p14:cNvContentPartPr/>
                <p14:nvPr/>
              </p14:nvContentPartPr>
              <p14:xfrm>
                <a:off x="8220640" y="5381240"/>
                <a:ext cx="194040" cy="2462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5E18F3B-A3F4-6D0C-7560-564CECC1FC5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214520" y="5375120"/>
                  <a:ext cx="20628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A0B7AC2-1EEA-DF8A-3918-8D408DDB6C5D}"/>
              </a:ext>
            </a:extLst>
          </p:cNvPr>
          <p:cNvGrpSpPr/>
          <p:nvPr/>
        </p:nvGrpSpPr>
        <p:grpSpPr>
          <a:xfrm>
            <a:off x="9810400" y="1055480"/>
            <a:ext cx="931680" cy="554760"/>
            <a:chOff x="9810400" y="1055480"/>
            <a:chExt cx="931680" cy="55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366BA9E-7AD7-752F-2C98-7DFA222D1401}"/>
                    </a:ext>
                  </a:extLst>
                </p14:cNvPr>
                <p14:cNvContentPartPr/>
                <p14:nvPr/>
              </p14:nvContentPartPr>
              <p14:xfrm>
                <a:off x="9810400" y="1172840"/>
                <a:ext cx="385920" cy="71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366BA9E-7AD7-752F-2C98-7DFA222D140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804280" y="1166720"/>
                  <a:ext cx="398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682DFD9-C55B-5273-7A11-842B52F7882D}"/>
                    </a:ext>
                  </a:extLst>
                </p14:cNvPr>
                <p14:cNvContentPartPr/>
                <p14:nvPr/>
              </p14:nvContentPartPr>
              <p14:xfrm>
                <a:off x="10156000" y="1055480"/>
                <a:ext cx="315360" cy="2912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682DFD9-C55B-5273-7A11-842B52F7882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149880" y="1049360"/>
                  <a:ext cx="3276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D8886B0-8457-DBD7-686D-50C434A7D74D}"/>
                    </a:ext>
                  </a:extLst>
                </p14:cNvPr>
                <p14:cNvContentPartPr/>
                <p14:nvPr/>
              </p14:nvContentPartPr>
              <p14:xfrm>
                <a:off x="10177600" y="1202720"/>
                <a:ext cx="263880" cy="15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D8886B0-8457-DBD7-686D-50C434A7D74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171480" y="1196600"/>
                  <a:ext cx="276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31981BB-B6EB-31FB-BDC8-05A3BBB7B55B}"/>
                    </a:ext>
                  </a:extLst>
                </p14:cNvPr>
                <p14:cNvContentPartPr/>
                <p14:nvPr/>
              </p14:nvContentPartPr>
              <p14:xfrm>
                <a:off x="10532200" y="1244120"/>
                <a:ext cx="81720" cy="2926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31981BB-B6EB-31FB-BDC8-05A3BBB7B55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526080" y="1238000"/>
                  <a:ext cx="939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F9EB2F2-78C7-1AC6-172A-D7AFE9FC3AD1}"/>
                    </a:ext>
                  </a:extLst>
                </p14:cNvPr>
                <p14:cNvContentPartPr/>
                <p14:nvPr/>
              </p14:nvContentPartPr>
              <p14:xfrm>
                <a:off x="10590520" y="1351400"/>
                <a:ext cx="151560" cy="258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F9EB2F2-78C7-1AC6-172A-D7AFE9FC3AD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584400" y="1345280"/>
                  <a:ext cx="163800" cy="27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92A8B1F-91DA-24A6-90D1-8FEC46984005}"/>
                  </a:ext>
                </a:extLst>
              </p14:cNvPr>
              <p14:cNvContentPartPr/>
              <p14:nvPr/>
            </p14:nvContentPartPr>
            <p14:xfrm>
              <a:off x="8037760" y="5790560"/>
              <a:ext cx="255240" cy="2340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92A8B1F-91DA-24A6-90D1-8FEC46984005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8031640" y="5784440"/>
                <a:ext cx="26748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8AF0E2C-DD6C-E8FD-8C5F-8BA99045688D}"/>
                  </a:ext>
                </a:extLst>
              </p14:cNvPr>
              <p14:cNvContentPartPr/>
              <p14:nvPr/>
            </p14:nvContentPartPr>
            <p14:xfrm>
              <a:off x="715360" y="4884800"/>
              <a:ext cx="1302840" cy="5832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8AF0E2C-DD6C-E8FD-8C5F-8BA99045688D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709240" y="4878680"/>
                <a:ext cx="131508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B896CE6-703E-2C60-9AD3-88D0E92420F0}"/>
                  </a:ext>
                </a:extLst>
              </p14:cNvPr>
              <p14:cNvContentPartPr/>
              <p14:nvPr/>
            </p14:nvContentPartPr>
            <p14:xfrm>
              <a:off x="6062080" y="5800640"/>
              <a:ext cx="255960" cy="19188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B896CE6-703E-2C60-9AD3-88D0E92420F0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6055960" y="5794520"/>
                <a:ext cx="268200" cy="20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CEDDC98-BC2A-75CF-C016-BA726D97151B}"/>
              </a:ext>
            </a:extLst>
          </p:cNvPr>
          <p:cNvGrpSpPr/>
          <p:nvPr/>
        </p:nvGrpSpPr>
        <p:grpSpPr>
          <a:xfrm>
            <a:off x="6935800" y="5794160"/>
            <a:ext cx="519840" cy="276120"/>
            <a:chOff x="6935800" y="5794160"/>
            <a:chExt cx="51984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B10659D-7A90-7F4B-853C-5F6A94710477}"/>
                    </a:ext>
                  </a:extLst>
                </p14:cNvPr>
                <p14:cNvContentPartPr/>
                <p14:nvPr/>
              </p14:nvContentPartPr>
              <p14:xfrm>
                <a:off x="6935800" y="5846000"/>
                <a:ext cx="184320" cy="2242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B10659D-7A90-7F4B-853C-5F6A9471047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929680" y="5839880"/>
                  <a:ext cx="196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EAA1EFD-C978-459B-C6D7-22FC810B9E89}"/>
                    </a:ext>
                  </a:extLst>
                </p14:cNvPr>
                <p14:cNvContentPartPr/>
                <p14:nvPr/>
              </p14:nvContentPartPr>
              <p14:xfrm>
                <a:off x="7251880" y="5794160"/>
                <a:ext cx="203760" cy="252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EAA1EFD-C978-459B-C6D7-22FC810B9E8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245760" y="5788040"/>
                  <a:ext cx="216000" cy="26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D61416C-12DB-F52F-163A-870E4FC461DF}"/>
              </a:ext>
            </a:extLst>
          </p:cNvPr>
          <p:cNvGrpSpPr/>
          <p:nvPr/>
        </p:nvGrpSpPr>
        <p:grpSpPr>
          <a:xfrm>
            <a:off x="8030920" y="4949960"/>
            <a:ext cx="408240" cy="256320"/>
            <a:chOff x="8030920" y="4949960"/>
            <a:chExt cx="40824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6F19252-BE4C-D2DF-768F-FDBA6C09DED8}"/>
                    </a:ext>
                  </a:extLst>
                </p14:cNvPr>
                <p14:cNvContentPartPr/>
                <p14:nvPr/>
              </p14:nvContentPartPr>
              <p14:xfrm>
                <a:off x="8030920" y="4989560"/>
                <a:ext cx="253800" cy="209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6F19252-BE4C-D2DF-768F-FDBA6C09DED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024800" y="4983440"/>
                  <a:ext cx="2660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939DC66-81C5-D6B6-D4BA-93E813E389CF}"/>
                    </a:ext>
                  </a:extLst>
                </p14:cNvPr>
                <p14:cNvContentPartPr/>
                <p14:nvPr/>
              </p14:nvContentPartPr>
              <p14:xfrm>
                <a:off x="8251960" y="4949960"/>
                <a:ext cx="187200" cy="256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939DC66-81C5-D6B6-D4BA-93E813E389C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245840" y="4943840"/>
                  <a:ext cx="1994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58B0254-00C5-EAA6-3F91-376C87D9A170}"/>
                    </a:ext>
                  </a:extLst>
                </p14:cNvPr>
                <p14:cNvContentPartPr/>
                <p14:nvPr/>
              </p14:nvContentPartPr>
              <p14:xfrm>
                <a:off x="8041000" y="5140040"/>
                <a:ext cx="20160" cy="32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58B0254-00C5-EAA6-3F91-376C87D9A17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034880" y="5133920"/>
                  <a:ext cx="32400" cy="1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573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AF46E-EA32-E6F0-8BA6-7838160AE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830" y="202640"/>
            <a:ext cx="8745170" cy="321989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8BB2B0C-2EA1-02FD-DA41-BD1129A2B7A2}"/>
              </a:ext>
            </a:extLst>
          </p:cNvPr>
          <p:cNvGrpSpPr/>
          <p:nvPr/>
        </p:nvGrpSpPr>
        <p:grpSpPr>
          <a:xfrm>
            <a:off x="11676640" y="80960"/>
            <a:ext cx="452520" cy="327240"/>
            <a:chOff x="11676640" y="80960"/>
            <a:chExt cx="45252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11A6A4B-B2AD-D464-5B04-41692347047B}"/>
                    </a:ext>
                  </a:extLst>
                </p14:cNvPr>
                <p14:cNvContentPartPr/>
                <p14:nvPr/>
              </p14:nvContentPartPr>
              <p14:xfrm>
                <a:off x="11978680" y="96800"/>
                <a:ext cx="150480" cy="191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11A6A4B-B2AD-D464-5B04-41692347047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972560" y="90680"/>
                  <a:ext cx="162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858E182-FAAE-2493-27B3-DF54C4F2A99D}"/>
                    </a:ext>
                  </a:extLst>
                </p14:cNvPr>
                <p14:cNvContentPartPr/>
                <p14:nvPr/>
              </p14:nvContentPartPr>
              <p14:xfrm>
                <a:off x="11863840" y="228200"/>
                <a:ext cx="106200" cy="104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858E182-FAAE-2493-27B3-DF54C4F2A99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857720" y="222080"/>
                  <a:ext cx="118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2C98928-CE8C-B73D-580C-9364F72CABCA}"/>
                    </a:ext>
                  </a:extLst>
                </p14:cNvPr>
                <p14:cNvContentPartPr/>
                <p14:nvPr/>
              </p14:nvContentPartPr>
              <p14:xfrm>
                <a:off x="11914600" y="80960"/>
                <a:ext cx="40320" cy="32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2C98928-CE8C-B73D-580C-9364F72CABC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908480" y="74840"/>
                  <a:ext cx="525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16AD5C-3566-37E0-B51A-82E6BD02569D}"/>
                    </a:ext>
                  </a:extLst>
                </p14:cNvPr>
                <p14:cNvContentPartPr/>
                <p14:nvPr/>
              </p14:nvContentPartPr>
              <p14:xfrm>
                <a:off x="11827840" y="99680"/>
                <a:ext cx="25560" cy="38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16AD5C-3566-37E0-B51A-82E6BD02569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821720" y="93560"/>
                  <a:ext cx="37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966859C-AB8B-EC7A-6967-24943BF7DC5A}"/>
                    </a:ext>
                  </a:extLst>
                </p14:cNvPr>
                <p14:cNvContentPartPr/>
                <p14:nvPr/>
              </p14:nvContentPartPr>
              <p14:xfrm>
                <a:off x="11676640" y="183920"/>
                <a:ext cx="100800" cy="224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966859C-AB8B-EC7A-6967-24943BF7DC5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70520" y="177800"/>
                  <a:ext cx="11304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528B84-30E2-356D-A384-597C6470D822}"/>
              </a:ext>
            </a:extLst>
          </p:cNvPr>
          <p:cNvGrpSpPr/>
          <p:nvPr/>
        </p:nvGrpSpPr>
        <p:grpSpPr>
          <a:xfrm>
            <a:off x="9738040" y="6800"/>
            <a:ext cx="936360" cy="447840"/>
            <a:chOff x="9738040" y="6800"/>
            <a:chExt cx="936360" cy="44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3CA3BF6-5723-FD96-F5BA-AF05154E6AEE}"/>
                    </a:ext>
                  </a:extLst>
                </p14:cNvPr>
                <p14:cNvContentPartPr/>
                <p14:nvPr/>
              </p14:nvContentPartPr>
              <p14:xfrm>
                <a:off x="10458400" y="103640"/>
                <a:ext cx="216000" cy="162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3CA3BF6-5723-FD96-F5BA-AF05154E6AE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452280" y="97520"/>
                  <a:ext cx="2282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BE783A-496F-10FB-BD5E-C7BB3F85FB1C}"/>
                    </a:ext>
                  </a:extLst>
                </p14:cNvPr>
                <p14:cNvContentPartPr/>
                <p14:nvPr/>
              </p14:nvContentPartPr>
              <p14:xfrm>
                <a:off x="10208920" y="96800"/>
                <a:ext cx="318960" cy="255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BE783A-496F-10FB-BD5E-C7BB3F85FB1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02800" y="90680"/>
                  <a:ext cx="331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11918DC-8980-052B-92F2-4F278ACD22C8}"/>
                    </a:ext>
                  </a:extLst>
                </p14:cNvPr>
                <p14:cNvContentPartPr/>
                <p14:nvPr/>
              </p14:nvContentPartPr>
              <p14:xfrm>
                <a:off x="10167520" y="198320"/>
                <a:ext cx="136080" cy="128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11918DC-8980-052B-92F2-4F278ACD22C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161400" y="192200"/>
                  <a:ext cx="148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19ACB0C-9CC5-D605-F268-4D88EA617BFA}"/>
                    </a:ext>
                  </a:extLst>
                </p14:cNvPr>
                <p14:cNvContentPartPr/>
                <p14:nvPr/>
              </p14:nvContentPartPr>
              <p14:xfrm>
                <a:off x="9927040" y="150800"/>
                <a:ext cx="195480" cy="303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19ACB0C-9CC5-D605-F268-4D88EA617BF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20920" y="144680"/>
                  <a:ext cx="20772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619D581-1213-3C85-D517-524F365BFE22}"/>
                    </a:ext>
                  </a:extLst>
                </p14:cNvPr>
                <p14:cNvContentPartPr/>
                <p14:nvPr/>
              </p14:nvContentPartPr>
              <p14:xfrm>
                <a:off x="9815800" y="174920"/>
                <a:ext cx="162360" cy="144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619D581-1213-3C85-D517-524F365BFE2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809680" y="168800"/>
                  <a:ext cx="1746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63ECD5-432A-3CEC-B0F3-458F5BE0B3A3}"/>
                    </a:ext>
                  </a:extLst>
                </p14:cNvPr>
                <p14:cNvContentPartPr/>
                <p14:nvPr/>
              </p14:nvContentPartPr>
              <p14:xfrm>
                <a:off x="9738040" y="6800"/>
                <a:ext cx="160920" cy="409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63ECD5-432A-3CEC-B0F3-458F5BE0B3A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731920" y="680"/>
                  <a:ext cx="173160" cy="42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BBAA4D1-36A6-9A5F-004D-002F6DCC00B3}"/>
                  </a:ext>
                </a:extLst>
              </p14:cNvPr>
              <p14:cNvContentPartPr/>
              <p14:nvPr/>
            </p14:nvContentPartPr>
            <p14:xfrm>
              <a:off x="9033880" y="202640"/>
              <a:ext cx="375120" cy="251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BBAA4D1-36A6-9A5F-004D-002F6DCC00B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027760" y="196520"/>
                <a:ext cx="3873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5939017-59F4-5444-EC11-D5AF03F79B84}"/>
                  </a:ext>
                </a:extLst>
              </p14:cNvPr>
              <p14:cNvContentPartPr/>
              <p14:nvPr/>
            </p14:nvContentPartPr>
            <p14:xfrm>
              <a:off x="8227480" y="1118120"/>
              <a:ext cx="417960" cy="106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5939017-59F4-5444-EC11-D5AF03F79B8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21360" y="1112000"/>
                <a:ext cx="4302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0AC79ED-3743-5F60-604E-FD500167AC38}"/>
                  </a:ext>
                </a:extLst>
              </p14:cNvPr>
              <p14:cNvContentPartPr/>
              <p14:nvPr/>
            </p14:nvContentPartPr>
            <p14:xfrm>
              <a:off x="7086280" y="1106960"/>
              <a:ext cx="453600" cy="51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0AC79ED-3743-5F60-604E-FD500167AC3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80160" y="1100840"/>
                <a:ext cx="46584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B3BBC8D8-686A-60B4-D039-FAA70FF373BE}"/>
              </a:ext>
            </a:extLst>
          </p:cNvPr>
          <p:cNvGrpSpPr/>
          <p:nvPr/>
        </p:nvGrpSpPr>
        <p:grpSpPr>
          <a:xfrm>
            <a:off x="6232360" y="800240"/>
            <a:ext cx="783720" cy="390600"/>
            <a:chOff x="6232360" y="800240"/>
            <a:chExt cx="78372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1CE7CB6-B42A-34F0-967B-89B6E9A8A127}"/>
                    </a:ext>
                  </a:extLst>
                </p14:cNvPr>
                <p14:cNvContentPartPr/>
                <p14:nvPr/>
              </p14:nvContentPartPr>
              <p14:xfrm>
                <a:off x="6232360" y="856760"/>
                <a:ext cx="214560" cy="334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1CE7CB6-B42A-34F0-967B-89B6E9A8A12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26240" y="850640"/>
                  <a:ext cx="2268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DBB6B0B-4930-D07F-BFEC-B19819ACA06C}"/>
                    </a:ext>
                  </a:extLst>
                </p14:cNvPr>
                <p14:cNvContentPartPr/>
                <p14:nvPr/>
              </p14:nvContentPartPr>
              <p14:xfrm>
                <a:off x="6516400" y="800240"/>
                <a:ext cx="499680" cy="373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DBB6B0B-4930-D07F-BFEC-B19819ACA06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10280" y="794120"/>
                  <a:ext cx="511920" cy="38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B9FF57A-ABEF-DE37-9FB9-DFCF7091B836}"/>
                  </a:ext>
                </a:extLst>
              </p14:cNvPr>
              <p14:cNvContentPartPr/>
              <p14:nvPr/>
            </p14:nvContentPartPr>
            <p14:xfrm>
              <a:off x="4248760" y="1118120"/>
              <a:ext cx="583200" cy="28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B9FF57A-ABEF-DE37-9FB9-DFCF7091B83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42640" y="1112000"/>
                <a:ext cx="5954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90B8D0B-83DC-5EF4-960A-B2A6D94CA617}"/>
                  </a:ext>
                </a:extLst>
              </p14:cNvPr>
              <p14:cNvContentPartPr/>
              <p14:nvPr/>
            </p14:nvContentPartPr>
            <p14:xfrm>
              <a:off x="9748480" y="1397480"/>
              <a:ext cx="438480" cy="22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90B8D0B-83DC-5EF4-960A-B2A6D94CA61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742360" y="1391360"/>
                <a:ext cx="45072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8D97D7CD-4CD1-EA32-9D47-828BD70DFC54}"/>
              </a:ext>
            </a:extLst>
          </p:cNvPr>
          <p:cNvGrpSpPr/>
          <p:nvPr/>
        </p:nvGrpSpPr>
        <p:grpSpPr>
          <a:xfrm>
            <a:off x="8165920" y="3556400"/>
            <a:ext cx="1533240" cy="412560"/>
            <a:chOff x="8165920" y="3556400"/>
            <a:chExt cx="1533240" cy="41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830A29B-0E35-C686-F9DA-5DB70AE1DBAE}"/>
                    </a:ext>
                  </a:extLst>
                </p14:cNvPr>
                <p14:cNvContentPartPr/>
                <p14:nvPr/>
              </p14:nvContentPartPr>
              <p14:xfrm>
                <a:off x="8165920" y="3594560"/>
                <a:ext cx="246240" cy="374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830A29B-0E35-C686-F9DA-5DB70AE1DBA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159800" y="3588440"/>
                  <a:ext cx="2584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8204BB-D53D-144E-575A-7B8670829D56}"/>
                    </a:ext>
                  </a:extLst>
                </p14:cNvPr>
                <p14:cNvContentPartPr/>
                <p14:nvPr/>
              </p14:nvContentPartPr>
              <p14:xfrm>
                <a:off x="8498560" y="3703640"/>
                <a:ext cx="70200" cy="172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8204BB-D53D-144E-575A-7B8670829D5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92440" y="3697520"/>
                  <a:ext cx="824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1BFF2E-D0DE-64E9-68B2-F2580F5E45FF}"/>
                    </a:ext>
                  </a:extLst>
                </p14:cNvPr>
                <p14:cNvContentPartPr/>
                <p14:nvPr/>
              </p14:nvContentPartPr>
              <p14:xfrm>
                <a:off x="8642200" y="3722360"/>
                <a:ext cx="104760" cy="46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1BFF2E-D0DE-64E9-68B2-F2580F5E45F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636080" y="3716240"/>
                  <a:ext cx="117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DFCAAC6-B2C9-8C9E-7456-8208F7BBAC07}"/>
                    </a:ext>
                  </a:extLst>
                </p14:cNvPr>
                <p14:cNvContentPartPr/>
                <p14:nvPr/>
              </p14:nvContentPartPr>
              <p14:xfrm>
                <a:off x="8674240" y="3664400"/>
                <a:ext cx="100440" cy="6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DFCAAC6-B2C9-8C9E-7456-8208F7BBAC0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68120" y="3658280"/>
                  <a:ext cx="1126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399956B-15A7-C243-2DBC-AC333138051E}"/>
                    </a:ext>
                  </a:extLst>
                </p14:cNvPr>
                <p14:cNvContentPartPr/>
                <p14:nvPr/>
              </p14:nvContentPartPr>
              <p14:xfrm>
                <a:off x="8854240" y="3556400"/>
                <a:ext cx="184320" cy="277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399956B-15A7-C243-2DBC-AC333138051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48120" y="3550280"/>
                  <a:ext cx="1965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ED0757-8B01-11D6-C83B-8ECC082DC31D}"/>
                    </a:ext>
                  </a:extLst>
                </p14:cNvPr>
                <p14:cNvContentPartPr/>
                <p14:nvPr/>
              </p14:nvContentPartPr>
              <p14:xfrm>
                <a:off x="9076000" y="3591680"/>
                <a:ext cx="330480" cy="317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ED0757-8B01-11D6-C83B-8ECC082DC31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69880" y="3585560"/>
                  <a:ext cx="342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F4D83E9-511A-8C16-6080-3B2A6BF72DBD}"/>
                    </a:ext>
                  </a:extLst>
                </p14:cNvPr>
                <p14:cNvContentPartPr/>
                <p14:nvPr/>
              </p14:nvContentPartPr>
              <p14:xfrm>
                <a:off x="9500080" y="3580520"/>
                <a:ext cx="199080" cy="207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F4D83E9-511A-8C16-6080-3B2A6BF72DB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93960" y="3574400"/>
                  <a:ext cx="21132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0DB733C-0294-E31C-8EA8-E9CFBB1458F7}"/>
              </a:ext>
            </a:extLst>
          </p:cNvPr>
          <p:cNvGrpSpPr/>
          <p:nvPr/>
        </p:nvGrpSpPr>
        <p:grpSpPr>
          <a:xfrm>
            <a:off x="8262040" y="4122680"/>
            <a:ext cx="1532520" cy="388800"/>
            <a:chOff x="8262040" y="4122680"/>
            <a:chExt cx="153252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CF736E8-51C0-C884-B3FE-4D7054668964}"/>
                    </a:ext>
                  </a:extLst>
                </p14:cNvPr>
                <p14:cNvContentPartPr/>
                <p14:nvPr/>
              </p14:nvContentPartPr>
              <p14:xfrm>
                <a:off x="8262040" y="4122680"/>
                <a:ext cx="234720" cy="371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CF736E8-51C0-C884-B3FE-4D705466896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55920" y="4116560"/>
                  <a:ext cx="2469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52B3F7D-FB8E-6903-F2C2-496A68F6F1D6}"/>
                    </a:ext>
                  </a:extLst>
                </p14:cNvPr>
                <p14:cNvContentPartPr/>
                <p14:nvPr/>
              </p14:nvContentPartPr>
              <p14:xfrm>
                <a:off x="8554720" y="4260920"/>
                <a:ext cx="245880" cy="158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52B3F7D-FB8E-6903-F2C2-496A68F6F1D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48600" y="4254800"/>
                  <a:ext cx="2581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574C93-7F76-4CB0-7A2E-E3CAC57FF9CF}"/>
                    </a:ext>
                  </a:extLst>
                </p14:cNvPr>
                <p14:cNvContentPartPr/>
                <p14:nvPr/>
              </p14:nvContentPartPr>
              <p14:xfrm>
                <a:off x="8830480" y="4282160"/>
                <a:ext cx="115560" cy="42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574C93-7F76-4CB0-7A2E-E3CAC57FF9C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824360" y="4276040"/>
                  <a:ext cx="127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EB6699-5AAE-CE65-6101-6A6347540401}"/>
                    </a:ext>
                  </a:extLst>
                </p14:cNvPr>
                <p14:cNvContentPartPr/>
                <p14:nvPr/>
              </p14:nvContentPartPr>
              <p14:xfrm>
                <a:off x="8827600" y="4200080"/>
                <a:ext cx="72360" cy="37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EB6699-5AAE-CE65-6101-6A634754040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821480" y="4193960"/>
                  <a:ext cx="84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485C93-26E2-1F79-4EF2-52D810C2E839}"/>
                    </a:ext>
                  </a:extLst>
                </p14:cNvPr>
                <p14:cNvContentPartPr/>
                <p14:nvPr/>
              </p14:nvContentPartPr>
              <p14:xfrm>
                <a:off x="9009400" y="4165880"/>
                <a:ext cx="163800" cy="217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485C93-26E2-1F79-4EF2-52D810C2E83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003280" y="4159760"/>
                  <a:ext cx="1760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8F5E61E-DA3A-0F0F-EACB-B82466C6F0F2}"/>
                    </a:ext>
                  </a:extLst>
                </p14:cNvPr>
                <p14:cNvContentPartPr/>
                <p14:nvPr/>
              </p14:nvContentPartPr>
              <p14:xfrm>
                <a:off x="9213520" y="4164800"/>
                <a:ext cx="291960" cy="346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8F5E61E-DA3A-0F0F-EACB-B82466C6F0F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207400" y="4158680"/>
                  <a:ext cx="3042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E103BC0-4B8D-63DE-C7EB-D179286C2E0C}"/>
                    </a:ext>
                  </a:extLst>
                </p14:cNvPr>
                <p14:cNvContentPartPr/>
                <p14:nvPr/>
              </p14:nvContentPartPr>
              <p14:xfrm>
                <a:off x="9626800" y="4177760"/>
                <a:ext cx="167760" cy="187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E103BC0-4B8D-63DE-C7EB-D179286C2E0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20680" y="4171640"/>
                  <a:ext cx="18000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789879-FE06-6EF8-348A-F49D10629E5B}"/>
              </a:ext>
            </a:extLst>
          </p:cNvPr>
          <p:cNvGrpSpPr/>
          <p:nvPr/>
        </p:nvGrpSpPr>
        <p:grpSpPr>
          <a:xfrm>
            <a:off x="8225320" y="4659440"/>
            <a:ext cx="170280" cy="288720"/>
            <a:chOff x="8225320" y="4659440"/>
            <a:chExt cx="170280" cy="28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F1E2334-F0AA-FC6A-0F44-D78048C6D369}"/>
                    </a:ext>
                  </a:extLst>
                </p14:cNvPr>
                <p14:cNvContentPartPr/>
                <p14:nvPr/>
              </p14:nvContentPartPr>
              <p14:xfrm>
                <a:off x="8227840" y="4659440"/>
                <a:ext cx="136080" cy="288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F1E2334-F0AA-FC6A-0F44-D78048C6D36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21720" y="4653320"/>
                  <a:ext cx="148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F037D61-3E8C-571E-CA44-5AB692B29EA2}"/>
                    </a:ext>
                  </a:extLst>
                </p14:cNvPr>
                <p14:cNvContentPartPr/>
                <p14:nvPr/>
              </p14:nvContentPartPr>
              <p14:xfrm>
                <a:off x="8225320" y="4708760"/>
                <a:ext cx="170280" cy="197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F037D61-3E8C-571E-CA44-5AB692B29EA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219200" y="4702640"/>
                  <a:ext cx="18252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4AFACF8-C6DD-17F7-B855-03EFF0F16A13}"/>
              </a:ext>
            </a:extLst>
          </p:cNvPr>
          <p:cNvGrpSpPr/>
          <p:nvPr/>
        </p:nvGrpSpPr>
        <p:grpSpPr>
          <a:xfrm>
            <a:off x="8672800" y="4772480"/>
            <a:ext cx="126720" cy="75960"/>
            <a:chOff x="8672800" y="4772480"/>
            <a:chExt cx="12672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01D8A9-BE26-3843-2240-22B9CBA775FA}"/>
                    </a:ext>
                  </a:extLst>
                </p14:cNvPr>
                <p14:cNvContentPartPr/>
                <p14:nvPr/>
              </p14:nvContentPartPr>
              <p14:xfrm>
                <a:off x="8679280" y="4840880"/>
                <a:ext cx="120240" cy="7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01D8A9-BE26-3843-2240-22B9CBA775F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673160" y="4834760"/>
                  <a:ext cx="1324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886E6E-61F3-6C36-46A7-A2C61DEC54E7}"/>
                    </a:ext>
                  </a:extLst>
                </p14:cNvPr>
                <p14:cNvContentPartPr/>
                <p14:nvPr/>
              </p14:nvContentPartPr>
              <p14:xfrm>
                <a:off x="8672800" y="4772480"/>
                <a:ext cx="123120" cy="7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886E6E-61F3-6C36-46A7-A2C61DEC54E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666680" y="4766360"/>
                  <a:ext cx="13536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E7724D4-8FBC-71F5-C10D-3D75E2EFDA4D}"/>
              </a:ext>
            </a:extLst>
          </p:cNvPr>
          <p:cNvGrpSpPr/>
          <p:nvPr/>
        </p:nvGrpSpPr>
        <p:grpSpPr>
          <a:xfrm>
            <a:off x="9080680" y="4692560"/>
            <a:ext cx="981360" cy="237960"/>
            <a:chOff x="9080680" y="4692560"/>
            <a:chExt cx="981360" cy="23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D81C531-8929-B5EB-C8FD-E88901AD3F6F}"/>
                    </a:ext>
                  </a:extLst>
                </p14:cNvPr>
                <p14:cNvContentPartPr/>
                <p14:nvPr/>
              </p14:nvContentPartPr>
              <p14:xfrm>
                <a:off x="9080680" y="4692560"/>
                <a:ext cx="212400" cy="237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D81C531-8929-B5EB-C8FD-E88901AD3F6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074560" y="4686440"/>
                  <a:ext cx="2246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6BAAEF8-6F61-C0E3-3535-6E9BC2C485E1}"/>
                    </a:ext>
                  </a:extLst>
                </p14:cNvPr>
                <p14:cNvContentPartPr/>
                <p14:nvPr/>
              </p14:nvContentPartPr>
              <p14:xfrm>
                <a:off x="9283000" y="4730360"/>
                <a:ext cx="188640" cy="151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6BAAEF8-6F61-C0E3-3535-6E9BC2C485E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76880" y="4724240"/>
                  <a:ext cx="2008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0D4AE7B-3EE3-2BDF-6D74-214FC5AD8489}"/>
                    </a:ext>
                  </a:extLst>
                </p14:cNvPr>
                <p14:cNvContentPartPr/>
                <p14:nvPr/>
              </p14:nvContentPartPr>
              <p14:xfrm>
                <a:off x="9621040" y="4725320"/>
                <a:ext cx="164160" cy="135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0D4AE7B-3EE3-2BDF-6D74-214FC5AD848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14920" y="4719200"/>
                  <a:ext cx="176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2B9BF28-FEDD-06BB-4540-D4D5BA794C6D}"/>
                    </a:ext>
                  </a:extLst>
                </p14:cNvPr>
                <p14:cNvContentPartPr/>
                <p14:nvPr/>
              </p14:nvContentPartPr>
              <p14:xfrm>
                <a:off x="9851440" y="4709480"/>
                <a:ext cx="210600" cy="187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2B9BF28-FEDD-06BB-4540-D4D5BA794C6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845320" y="4703360"/>
                  <a:ext cx="2228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24321BE-4634-3475-B68B-08FA33D9FF12}"/>
                    </a:ext>
                  </a:extLst>
                </p14:cNvPr>
                <p14:cNvContentPartPr/>
                <p14:nvPr/>
              </p14:nvContentPartPr>
              <p14:xfrm>
                <a:off x="9292000" y="4722440"/>
                <a:ext cx="125640" cy="167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24321BE-4634-3475-B68B-08FA33D9FF1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285880" y="4716320"/>
                  <a:ext cx="13788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96D2A6A-48AB-5946-E1D3-9A09133145A4}"/>
              </a:ext>
            </a:extLst>
          </p:cNvPr>
          <p:cNvGrpSpPr/>
          <p:nvPr/>
        </p:nvGrpSpPr>
        <p:grpSpPr>
          <a:xfrm>
            <a:off x="8183920" y="5253800"/>
            <a:ext cx="339120" cy="361440"/>
            <a:chOff x="8183920" y="5253800"/>
            <a:chExt cx="33912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BAFC8F6-2FB3-9B40-232C-A138D72F4AC5}"/>
                    </a:ext>
                  </a:extLst>
                </p14:cNvPr>
                <p14:cNvContentPartPr/>
                <p14:nvPr/>
              </p14:nvContentPartPr>
              <p14:xfrm>
                <a:off x="8183920" y="5555480"/>
                <a:ext cx="6480" cy="7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BAFC8F6-2FB3-9B40-232C-A138D72F4AC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177800" y="5549360"/>
                  <a:ext cx="18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C4A881-5265-E498-133E-E64C52A1743F}"/>
                    </a:ext>
                  </a:extLst>
                </p14:cNvPr>
                <p14:cNvContentPartPr/>
                <p14:nvPr/>
              </p14:nvContentPartPr>
              <p14:xfrm>
                <a:off x="8191840" y="5253800"/>
                <a:ext cx="241560" cy="361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C4A881-5265-E498-133E-E64C52A174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185720" y="5247680"/>
                  <a:ext cx="2538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4C28553-EA2C-4AB8-39F3-E61F2199018C}"/>
                    </a:ext>
                  </a:extLst>
                </p14:cNvPr>
                <p14:cNvContentPartPr/>
                <p14:nvPr/>
              </p14:nvContentPartPr>
              <p14:xfrm>
                <a:off x="8214880" y="5424800"/>
                <a:ext cx="308160" cy="29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4C28553-EA2C-4AB8-39F3-E61F2199018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08760" y="5418680"/>
                  <a:ext cx="32040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6A92B4B-0859-EE9B-5B06-5607330AE101}"/>
              </a:ext>
            </a:extLst>
          </p:cNvPr>
          <p:cNvGrpSpPr/>
          <p:nvPr/>
        </p:nvGrpSpPr>
        <p:grpSpPr>
          <a:xfrm>
            <a:off x="8741200" y="5423000"/>
            <a:ext cx="196200" cy="72360"/>
            <a:chOff x="8741200" y="5423000"/>
            <a:chExt cx="196200" cy="7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A3BB8DB-89C7-3AB7-FFA3-D6C175758E27}"/>
                    </a:ext>
                  </a:extLst>
                </p14:cNvPr>
                <p14:cNvContentPartPr/>
                <p14:nvPr/>
              </p14:nvContentPartPr>
              <p14:xfrm>
                <a:off x="8741200" y="5473040"/>
                <a:ext cx="147960" cy="22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A3BB8DB-89C7-3AB7-FFA3-D6C175758E2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35080" y="5466920"/>
                  <a:ext cx="160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F457CED-7F4E-14BA-FBE1-531C30280476}"/>
                    </a:ext>
                  </a:extLst>
                </p14:cNvPr>
                <p14:cNvContentPartPr/>
                <p14:nvPr/>
              </p14:nvContentPartPr>
              <p14:xfrm>
                <a:off x="8780800" y="5423000"/>
                <a:ext cx="156600" cy="11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F457CED-7F4E-14BA-FBE1-531C3028047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74680" y="5416880"/>
                  <a:ext cx="1688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3848300-0CA9-6D36-C073-A5C8901DD6D9}"/>
              </a:ext>
            </a:extLst>
          </p:cNvPr>
          <p:cNvGrpSpPr/>
          <p:nvPr/>
        </p:nvGrpSpPr>
        <p:grpSpPr>
          <a:xfrm>
            <a:off x="9374080" y="5597240"/>
            <a:ext cx="578520" cy="85680"/>
            <a:chOff x="9374080" y="5597240"/>
            <a:chExt cx="578520" cy="8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9B1CD01-1FBC-0FEE-7A89-35E35C865422}"/>
                    </a:ext>
                  </a:extLst>
                </p14:cNvPr>
                <p14:cNvContentPartPr/>
                <p14:nvPr/>
              </p14:nvContentPartPr>
              <p14:xfrm>
                <a:off x="9374080" y="5639000"/>
                <a:ext cx="229320" cy="6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9B1CD01-1FBC-0FEE-7A89-35E35C86542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367960" y="5632880"/>
                  <a:ext cx="2415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768E40E-FFEA-FA8F-B4C2-AC4E89FF12D0}"/>
                    </a:ext>
                  </a:extLst>
                </p14:cNvPr>
                <p14:cNvContentPartPr/>
                <p14:nvPr/>
              </p14:nvContentPartPr>
              <p14:xfrm>
                <a:off x="9446440" y="5597240"/>
                <a:ext cx="506160" cy="856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768E40E-FFEA-FA8F-B4C2-AC4E89FF12D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440320" y="5591120"/>
                  <a:ext cx="51840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53E511E-0BD9-1A3D-C2CA-A238A6B5F232}"/>
                  </a:ext>
                </a:extLst>
              </p14:cNvPr>
              <p14:cNvContentPartPr/>
              <p14:nvPr/>
            </p14:nvContentPartPr>
            <p14:xfrm>
              <a:off x="4820800" y="410360"/>
              <a:ext cx="29520" cy="140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53E511E-0BD9-1A3D-C2CA-A238A6B5F232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812160" y="401720"/>
                <a:ext cx="4716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2497320C-3DC1-845B-9188-61427A759982}"/>
              </a:ext>
            </a:extLst>
          </p:cNvPr>
          <p:cNvGrpSpPr/>
          <p:nvPr/>
        </p:nvGrpSpPr>
        <p:grpSpPr>
          <a:xfrm>
            <a:off x="7728160" y="4651160"/>
            <a:ext cx="368280" cy="234720"/>
            <a:chOff x="7728160" y="4651160"/>
            <a:chExt cx="36828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3840CF4-BCD1-5E9D-76D7-0100C2E3AFBA}"/>
                    </a:ext>
                  </a:extLst>
                </p14:cNvPr>
                <p14:cNvContentPartPr/>
                <p14:nvPr/>
              </p14:nvContentPartPr>
              <p14:xfrm>
                <a:off x="7948120" y="4762040"/>
                <a:ext cx="148320" cy="27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3840CF4-BCD1-5E9D-76D7-0100C2E3AFB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939120" y="4753040"/>
                  <a:ext cx="165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18FCF12-FD22-81F2-7351-D1687D545D5F}"/>
                    </a:ext>
                  </a:extLst>
                </p14:cNvPr>
                <p14:cNvContentPartPr/>
                <p14:nvPr/>
              </p14:nvContentPartPr>
              <p14:xfrm>
                <a:off x="7945600" y="4723880"/>
                <a:ext cx="148320" cy="4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18FCF12-FD22-81F2-7351-D1687D545D5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36960" y="4714880"/>
                  <a:ext cx="165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F8B1C64-CE54-3319-6A4F-F765E2E897F9}"/>
                    </a:ext>
                  </a:extLst>
                </p14:cNvPr>
                <p14:cNvContentPartPr/>
                <p14:nvPr/>
              </p14:nvContentPartPr>
              <p14:xfrm>
                <a:off x="7728160" y="4651160"/>
                <a:ext cx="182520" cy="234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F8B1C64-CE54-3319-6A4F-F765E2E897F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719520" y="4642520"/>
                  <a:ext cx="200160" cy="25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3A3AB60-5D98-9DA5-5590-802843642A75}"/>
                  </a:ext>
                </a:extLst>
              </p14:cNvPr>
              <p14:cNvContentPartPr/>
              <p14:nvPr/>
            </p14:nvContentPartPr>
            <p14:xfrm>
              <a:off x="6831400" y="3149600"/>
              <a:ext cx="30240" cy="2325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3A3AB60-5D98-9DA5-5590-802843642A75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822400" y="3140600"/>
                <a:ext cx="478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E3B8666-1A64-A575-8257-C0672667C1E6}"/>
                  </a:ext>
                </a:extLst>
              </p14:cNvPr>
              <p14:cNvContentPartPr/>
              <p14:nvPr/>
            </p14:nvContentPartPr>
            <p14:xfrm>
              <a:off x="6857680" y="3582680"/>
              <a:ext cx="32400" cy="3016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E3B8666-1A64-A575-8257-C0672667C1E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848680" y="3574040"/>
                <a:ext cx="500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BDE64AF-6FE6-A9ED-4BCF-80F6D9BAFCEC}"/>
                  </a:ext>
                </a:extLst>
              </p14:cNvPr>
              <p14:cNvContentPartPr/>
              <p14:nvPr/>
            </p14:nvContentPartPr>
            <p14:xfrm>
              <a:off x="6843640" y="4161200"/>
              <a:ext cx="7920" cy="1972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BDE64AF-6FE6-A9ED-4BCF-80F6D9BAFCE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835000" y="4152560"/>
                <a:ext cx="2556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A233456-98D6-E8AC-2B1E-0567D91E6F88}"/>
                  </a:ext>
                </a:extLst>
              </p14:cNvPr>
              <p14:cNvContentPartPr/>
              <p14:nvPr/>
            </p14:nvContentPartPr>
            <p14:xfrm>
              <a:off x="6777760" y="4601480"/>
              <a:ext cx="74160" cy="3582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A233456-98D6-E8AC-2B1E-0567D91E6F8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768760" y="4592840"/>
                <a:ext cx="91800" cy="37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01CF1C51-3AE2-8631-29D0-86281E2A4086}"/>
              </a:ext>
            </a:extLst>
          </p:cNvPr>
          <p:cNvGrpSpPr/>
          <p:nvPr/>
        </p:nvGrpSpPr>
        <p:grpSpPr>
          <a:xfrm>
            <a:off x="5438920" y="3152120"/>
            <a:ext cx="1037160" cy="273960"/>
            <a:chOff x="5438920" y="3152120"/>
            <a:chExt cx="103716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1AF776D-8AF4-2D7B-50B1-F5DE41D13753}"/>
                    </a:ext>
                  </a:extLst>
                </p14:cNvPr>
                <p14:cNvContentPartPr/>
                <p14:nvPr/>
              </p14:nvContentPartPr>
              <p14:xfrm>
                <a:off x="6296080" y="3166160"/>
                <a:ext cx="180000" cy="259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1AF776D-8AF4-2D7B-50B1-F5DE41D1375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287440" y="3157160"/>
                  <a:ext cx="1976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8396254-793F-CEEE-803D-8D3C763D46BA}"/>
                    </a:ext>
                  </a:extLst>
                </p14:cNvPr>
                <p14:cNvContentPartPr/>
                <p14:nvPr/>
              </p14:nvContentPartPr>
              <p14:xfrm>
                <a:off x="6235600" y="3152120"/>
                <a:ext cx="53280" cy="192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8396254-793F-CEEE-803D-8D3C763D46B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26600" y="3143480"/>
                  <a:ext cx="70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69C2D73-56A9-FAC9-DC53-B25875507A17}"/>
                    </a:ext>
                  </a:extLst>
                </p14:cNvPr>
                <p14:cNvContentPartPr/>
                <p14:nvPr/>
              </p14:nvContentPartPr>
              <p14:xfrm>
                <a:off x="6007360" y="3235280"/>
                <a:ext cx="111960" cy="117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69C2D73-56A9-FAC9-DC53-B25875507A1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98720" y="3226280"/>
                  <a:ext cx="129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28AD5C7-742C-338F-A0B3-019965059D87}"/>
                    </a:ext>
                  </a:extLst>
                </p14:cNvPr>
                <p14:cNvContentPartPr/>
                <p14:nvPr/>
              </p14:nvContentPartPr>
              <p14:xfrm>
                <a:off x="5827000" y="3277040"/>
                <a:ext cx="77760" cy="84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28AD5C7-742C-338F-A0B3-019965059D8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818000" y="3268400"/>
                  <a:ext cx="95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BC66520-CA3B-3E28-781C-00D764FF4518}"/>
                    </a:ext>
                  </a:extLst>
                </p14:cNvPr>
                <p14:cNvContentPartPr/>
                <p14:nvPr/>
              </p14:nvContentPartPr>
              <p14:xfrm>
                <a:off x="5801800" y="3273800"/>
                <a:ext cx="61560" cy="102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BC66520-CA3B-3E28-781C-00D764FF451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793160" y="3265160"/>
                  <a:ext cx="79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0B490E1-9D7F-0B43-EE70-D3418431D947}"/>
                    </a:ext>
                  </a:extLst>
                </p14:cNvPr>
                <p14:cNvContentPartPr/>
                <p14:nvPr/>
              </p14:nvContentPartPr>
              <p14:xfrm>
                <a:off x="5602720" y="3209000"/>
                <a:ext cx="109800" cy="147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0B490E1-9D7F-0B43-EE70-D3418431D94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593720" y="3200000"/>
                  <a:ext cx="127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88ABF34-AC47-E1AB-2AB3-EAC9DDB97178}"/>
                    </a:ext>
                  </a:extLst>
                </p14:cNvPr>
                <p14:cNvContentPartPr/>
                <p14:nvPr/>
              </p14:nvContentPartPr>
              <p14:xfrm>
                <a:off x="5587960" y="3304400"/>
                <a:ext cx="54000" cy="43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88ABF34-AC47-E1AB-2AB3-EAC9DDB9717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579320" y="3295400"/>
                  <a:ext cx="71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557D312-FDB2-F7B0-7B36-A2D20D95F1D9}"/>
                    </a:ext>
                  </a:extLst>
                </p14:cNvPr>
                <p14:cNvContentPartPr/>
                <p14:nvPr/>
              </p14:nvContentPartPr>
              <p14:xfrm>
                <a:off x="5474560" y="3223400"/>
                <a:ext cx="7200" cy="32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557D312-FDB2-F7B0-7B36-A2D20D95F1D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465560" y="3214400"/>
                  <a:ext cx="248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61D1564-063A-C393-E4F8-19B5EF833C51}"/>
                    </a:ext>
                  </a:extLst>
                </p14:cNvPr>
                <p14:cNvContentPartPr/>
                <p14:nvPr/>
              </p14:nvContentPartPr>
              <p14:xfrm>
                <a:off x="5438920" y="3344360"/>
                <a:ext cx="25560" cy="48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61D1564-063A-C393-E4F8-19B5EF833C51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430280" y="3335360"/>
                  <a:ext cx="432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0A3AAAA-DDB2-F732-207A-FB9CF73C6694}"/>
              </a:ext>
            </a:extLst>
          </p:cNvPr>
          <p:cNvGrpSpPr/>
          <p:nvPr/>
        </p:nvGrpSpPr>
        <p:grpSpPr>
          <a:xfrm>
            <a:off x="1995520" y="3071480"/>
            <a:ext cx="659880" cy="459360"/>
            <a:chOff x="1995520" y="3071480"/>
            <a:chExt cx="659880" cy="45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5623D21-9BAE-33D4-2710-AC8C67202C52}"/>
                    </a:ext>
                  </a:extLst>
                </p14:cNvPr>
                <p14:cNvContentPartPr/>
                <p14:nvPr/>
              </p14:nvContentPartPr>
              <p14:xfrm>
                <a:off x="1995520" y="3071480"/>
                <a:ext cx="251640" cy="459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5623D21-9BAE-33D4-2710-AC8C67202C5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986520" y="3062480"/>
                  <a:ext cx="2692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A44BCDB-DC12-D863-DB8E-E9CBE907C821}"/>
                    </a:ext>
                  </a:extLst>
                </p14:cNvPr>
                <p14:cNvContentPartPr/>
                <p14:nvPr/>
              </p14:nvContentPartPr>
              <p14:xfrm>
                <a:off x="2009920" y="3287480"/>
                <a:ext cx="304920" cy="32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A44BCDB-DC12-D863-DB8E-E9CBE907C82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000920" y="3278840"/>
                  <a:ext cx="322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727DD9F-714D-6B86-13EB-ACF1487BFD5B}"/>
                    </a:ext>
                  </a:extLst>
                </p14:cNvPr>
                <p14:cNvContentPartPr/>
                <p14:nvPr/>
              </p14:nvContentPartPr>
              <p14:xfrm>
                <a:off x="2487640" y="3279200"/>
                <a:ext cx="167760" cy="68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27DD9F-714D-6B86-13EB-ACF1487BFD5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79000" y="3270560"/>
                  <a:ext cx="185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2B81B2F-5344-41E6-D7AA-DA9071FE3729}"/>
                    </a:ext>
                  </a:extLst>
                </p14:cNvPr>
                <p14:cNvContentPartPr/>
                <p14:nvPr/>
              </p14:nvContentPartPr>
              <p14:xfrm>
                <a:off x="2514640" y="3191720"/>
                <a:ext cx="130320" cy="23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2B81B2F-5344-41E6-D7AA-DA9071FE372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505640" y="3182720"/>
                  <a:ext cx="1479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5C1B3A2-A232-CA1D-BA13-701E3D868E11}"/>
              </a:ext>
            </a:extLst>
          </p:cNvPr>
          <p:cNvGrpSpPr/>
          <p:nvPr/>
        </p:nvGrpSpPr>
        <p:grpSpPr>
          <a:xfrm>
            <a:off x="5633320" y="4119800"/>
            <a:ext cx="879120" cy="380520"/>
            <a:chOff x="5633320" y="4119800"/>
            <a:chExt cx="87912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CDDEE3E-2AFE-C934-CAF3-588A24E68963}"/>
                    </a:ext>
                  </a:extLst>
                </p14:cNvPr>
                <p14:cNvContentPartPr/>
                <p14:nvPr/>
              </p14:nvContentPartPr>
              <p14:xfrm>
                <a:off x="6382840" y="4271000"/>
                <a:ext cx="3600" cy="23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CDDEE3E-2AFE-C934-CAF3-588A24E6896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374200" y="4262360"/>
                  <a:ext cx="21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9DEE234-2057-52BD-B775-7CEC81939D60}"/>
                    </a:ext>
                  </a:extLst>
                </p14:cNvPr>
                <p14:cNvContentPartPr/>
                <p14:nvPr/>
              </p14:nvContentPartPr>
              <p14:xfrm>
                <a:off x="6335320" y="4213040"/>
                <a:ext cx="177120" cy="236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9DEE234-2057-52BD-B775-7CEC81939D6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326320" y="4204040"/>
                  <a:ext cx="1947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EFBDCF7-6664-D36D-3AF2-97CF2AF654B1}"/>
                    </a:ext>
                  </a:extLst>
                </p14:cNvPr>
                <p14:cNvContentPartPr/>
                <p14:nvPr/>
              </p14:nvContentPartPr>
              <p14:xfrm>
                <a:off x="6338200" y="4330040"/>
                <a:ext cx="97200" cy="1155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EFBDCF7-6664-D36D-3AF2-97CF2AF654B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329560" y="4321400"/>
                  <a:ext cx="114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13C793C-4C0C-7CCD-7C27-1A95E80DB7EE}"/>
                    </a:ext>
                  </a:extLst>
                </p14:cNvPr>
                <p14:cNvContentPartPr/>
                <p14:nvPr/>
              </p14:nvContentPartPr>
              <p14:xfrm>
                <a:off x="5927800" y="4119800"/>
                <a:ext cx="380520" cy="3805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13C793C-4C0C-7CCD-7C27-1A95E80DB7E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18800" y="4111160"/>
                  <a:ext cx="39816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66012BC-CC3F-C6B7-D793-31F86745EC8D}"/>
                    </a:ext>
                  </a:extLst>
                </p14:cNvPr>
                <p14:cNvContentPartPr/>
                <p14:nvPr/>
              </p14:nvContentPartPr>
              <p14:xfrm>
                <a:off x="5750680" y="4301960"/>
                <a:ext cx="132120" cy="159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66012BC-CC3F-C6B7-D793-31F86745EC8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742040" y="4292960"/>
                  <a:ext cx="149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54702AF-5BCA-53A0-EEB8-4E73C2D3AF03}"/>
                    </a:ext>
                  </a:extLst>
                </p14:cNvPr>
                <p14:cNvContentPartPr/>
                <p14:nvPr/>
              </p14:nvContentPartPr>
              <p14:xfrm>
                <a:off x="5779120" y="4417160"/>
                <a:ext cx="45720" cy="68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54702AF-5BCA-53A0-EEB8-4E73C2D3AF0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770480" y="4408160"/>
                  <a:ext cx="633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C4F8665-4492-B1B4-EE52-91903DC72F3C}"/>
                    </a:ext>
                  </a:extLst>
                </p14:cNvPr>
                <p14:cNvContentPartPr/>
                <p14:nvPr/>
              </p14:nvContentPartPr>
              <p14:xfrm>
                <a:off x="5633320" y="4275680"/>
                <a:ext cx="4320" cy="381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C4F8665-4492-B1B4-EE52-91903DC72F3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624680" y="4266680"/>
                  <a:ext cx="21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7DDE5EC-A217-A55A-1C44-D86B1789D111}"/>
                    </a:ext>
                  </a:extLst>
                </p14:cNvPr>
                <p14:cNvContentPartPr/>
                <p14:nvPr/>
              </p14:nvContentPartPr>
              <p14:xfrm>
                <a:off x="5669680" y="4448840"/>
                <a:ext cx="11160" cy="24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7DDE5EC-A217-A55A-1C44-D86B1789D11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660680" y="4439840"/>
                  <a:ext cx="2880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153A889-C8F3-F229-4116-79D44A455F04}"/>
              </a:ext>
            </a:extLst>
          </p:cNvPr>
          <p:cNvGrpSpPr/>
          <p:nvPr/>
        </p:nvGrpSpPr>
        <p:grpSpPr>
          <a:xfrm>
            <a:off x="1082920" y="4260920"/>
            <a:ext cx="623520" cy="441720"/>
            <a:chOff x="1082920" y="4260920"/>
            <a:chExt cx="62352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69F1EA9-4B0C-3C04-1461-4CF45C88313E}"/>
                    </a:ext>
                  </a:extLst>
                </p14:cNvPr>
                <p14:cNvContentPartPr/>
                <p14:nvPr/>
              </p14:nvContentPartPr>
              <p14:xfrm>
                <a:off x="1082920" y="4260920"/>
                <a:ext cx="307800" cy="441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69F1EA9-4B0C-3C04-1461-4CF45C88313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74280" y="4251920"/>
                  <a:ext cx="32544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997E403-33D5-F810-E36F-19629F8530C0}"/>
                    </a:ext>
                  </a:extLst>
                </p14:cNvPr>
                <p14:cNvContentPartPr/>
                <p14:nvPr/>
              </p14:nvContentPartPr>
              <p14:xfrm>
                <a:off x="1146280" y="4506800"/>
                <a:ext cx="238320" cy="19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997E403-33D5-F810-E36F-19629F8530C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37280" y="4497800"/>
                  <a:ext cx="255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7E03BD0-56DA-F590-B088-191940A32D70}"/>
                    </a:ext>
                  </a:extLst>
                </p14:cNvPr>
                <p14:cNvContentPartPr/>
                <p14:nvPr/>
              </p14:nvContentPartPr>
              <p14:xfrm>
                <a:off x="1450120" y="4454960"/>
                <a:ext cx="171000" cy="295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7E03BD0-56DA-F590-B088-191940A32D7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441480" y="4446320"/>
                  <a:ext cx="1886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2A5BD7B-3EEC-6561-295D-1DF86257DCF5}"/>
                    </a:ext>
                  </a:extLst>
                </p14:cNvPr>
                <p14:cNvContentPartPr/>
                <p14:nvPr/>
              </p14:nvContentPartPr>
              <p14:xfrm>
                <a:off x="1510600" y="4372160"/>
                <a:ext cx="195840" cy="237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2A5BD7B-3EEC-6561-295D-1DF86257DCF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501600" y="4363520"/>
                  <a:ext cx="21348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E9DA65A-38A9-866E-20D2-F1A0CF58A1D8}"/>
                  </a:ext>
                </a:extLst>
              </p14:cNvPr>
              <p14:cNvContentPartPr/>
              <p14:nvPr/>
            </p14:nvContentPartPr>
            <p14:xfrm>
              <a:off x="2878600" y="4229960"/>
              <a:ext cx="38520" cy="432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E9DA65A-38A9-866E-20D2-F1A0CF58A1D8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869600" y="4220960"/>
                <a:ext cx="5616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6D32FC2-9FAF-2842-04A6-E0074B8B1901}"/>
              </a:ext>
            </a:extLst>
          </p:cNvPr>
          <p:cNvGrpSpPr/>
          <p:nvPr/>
        </p:nvGrpSpPr>
        <p:grpSpPr>
          <a:xfrm>
            <a:off x="2929360" y="2783120"/>
            <a:ext cx="1561680" cy="991440"/>
            <a:chOff x="2929360" y="2783120"/>
            <a:chExt cx="1561680" cy="99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DBAD8A4-767B-A365-35C0-D13B6F261450}"/>
                    </a:ext>
                  </a:extLst>
                </p14:cNvPr>
                <p14:cNvContentPartPr/>
                <p14:nvPr/>
              </p14:nvContentPartPr>
              <p14:xfrm>
                <a:off x="2929360" y="2846840"/>
                <a:ext cx="48600" cy="330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DBAD8A4-767B-A365-35C0-D13B6F26145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920360" y="2837840"/>
                  <a:ext cx="662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BCB7F15-38DB-755D-5502-14F339882F5D}"/>
                    </a:ext>
                  </a:extLst>
                </p14:cNvPr>
                <p14:cNvContentPartPr/>
                <p14:nvPr/>
              </p14:nvContentPartPr>
              <p14:xfrm>
                <a:off x="2959240" y="2919200"/>
                <a:ext cx="176400" cy="252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BCB7F15-38DB-755D-5502-14F339882F5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950600" y="2910560"/>
                  <a:ext cx="1940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47E6FFE-9EBC-DCFB-E44D-4F7C3B7E0103}"/>
                    </a:ext>
                  </a:extLst>
                </p14:cNvPr>
                <p14:cNvContentPartPr/>
                <p14:nvPr/>
              </p14:nvContentPartPr>
              <p14:xfrm>
                <a:off x="3229600" y="3031160"/>
                <a:ext cx="13320" cy="22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47E6FFE-9EBC-DCFB-E44D-4F7C3B7E010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220960" y="3022520"/>
                  <a:ext cx="30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9650A1A-6BA4-F1C7-F0AE-424425479FB0}"/>
                    </a:ext>
                  </a:extLst>
                </p14:cNvPr>
                <p14:cNvContentPartPr/>
                <p14:nvPr/>
              </p14:nvContentPartPr>
              <p14:xfrm>
                <a:off x="3386200" y="2961320"/>
                <a:ext cx="158760" cy="343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9650A1A-6BA4-F1C7-F0AE-424425479FB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377560" y="2952680"/>
                  <a:ext cx="1764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BE24239-1B3D-77C9-A61C-C525793D1D7E}"/>
                    </a:ext>
                  </a:extLst>
                </p14:cNvPr>
                <p14:cNvContentPartPr/>
                <p14:nvPr/>
              </p14:nvContentPartPr>
              <p14:xfrm>
                <a:off x="3566920" y="3086600"/>
                <a:ext cx="119160" cy="146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BE24239-1B3D-77C9-A61C-C525793D1D7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557920" y="3077600"/>
                  <a:ext cx="136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5392B48-902A-2600-3B50-9368A4BBF088}"/>
                    </a:ext>
                  </a:extLst>
                </p14:cNvPr>
                <p14:cNvContentPartPr/>
                <p14:nvPr/>
              </p14:nvContentPartPr>
              <p14:xfrm>
                <a:off x="3732520" y="3098840"/>
                <a:ext cx="70920" cy="33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5392B48-902A-2600-3B50-9368A4BBF08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723880" y="3090200"/>
                  <a:ext cx="885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A3E08FB-D8B7-A59C-9514-F672C947EB83}"/>
                    </a:ext>
                  </a:extLst>
                </p14:cNvPr>
                <p14:cNvContentPartPr/>
                <p14:nvPr/>
              </p14:nvContentPartPr>
              <p14:xfrm>
                <a:off x="3827920" y="2997320"/>
                <a:ext cx="223200" cy="263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A3E08FB-D8B7-A59C-9514-F672C947EB8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818920" y="2988680"/>
                  <a:ext cx="2408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75732C5-A337-2745-FF6C-E2B978C2DA0F}"/>
                    </a:ext>
                  </a:extLst>
                </p14:cNvPr>
                <p14:cNvContentPartPr/>
                <p14:nvPr/>
              </p14:nvContentPartPr>
              <p14:xfrm>
                <a:off x="4051480" y="3057440"/>
                <a:ext cx="335880" cy="162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75732C5-A337-2745-FF6C-E2B978C2DA0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042480" y="3048800"/>
                  <a:ext cx="353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37B3AAA-7491-2773-0DF3-E8E817FC5F37}"/>
                    </a:ext>
                  </a:extLst>
                </p14:cNvPr>
                <p14:cNvContentPartPr/>
                <p14:nvPr/>
              </p14:nvContentPartPr>
              <p14:xfrm>
                <a:off x="2973280" y="3278840"/>
                <a:ext cx="1159200" cy="133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37B3AAA-7491-2773-0DF3-E8E817FC5F3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964280" y="3269840"/>
                  <a:ext cx="1176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72F1684-DE78-536A-C478-056C573B6323}"/>
                    </a:ext>
                  </a:extLst>
                </p14:cNvPr>
                <p14:cNvContentPartPr/>
                <p14:nvPr/>
              </p14:nvContentPartPr>
              <p14:xfrm>
                <a:off x="4045360" y="3266240"/>
                <a:ext cx="445680" cy="29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72F1684-DE78-536A-C478-056C573B632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036360" y="3257240"/>
                  <a:ext cx="463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DDBAD3D-B14D-D91E-7681-533924EA6FF9}"/>
                    </a:ext>
                  </a:extLst>
                </p14:cNvPr>
                <p14:cNvContentPartPr/>
                <p14:nvPr/>
              </p14:nvContentPartPr>
              <p14:xfrm>
                <a:off x="3617320" y="3500960"/>
                <a:ext cx="212400" cy="273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DDBAD3D-B14D-D91E-7681-533924EA6FF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608680" y="3491960"/>
                  <a:ext cx="2300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E779177-2D5F-ECCB-FE23-E1C25C282CD0}"/>
                    </a:ext>
                  </a:extLst>
                </p14:cNvPr>
                <p14:cNvContentPartPr/>
                <p14:nvPr/>
              </p14:nvContentPartPr>
              <p14:xfrm>
                <a:off x="3884800" y="3362000"/>
                <a:ext cx="315360" cy="1796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E779177-2D5F-ECCB-FE23-E1C25C282CD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875800" y="3353360"/>
                  <a:ext cx="3330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F02351E-6165-7818-5CC2-CC8F186C224B}"/>
                    </a:ext>
                  </a:extLst>
                </p14:cNvPr>
                <p14:cNvContentPartPr/>
                <p14:nvPr/>
              </p14:nvContentPartPr>
              <p14:xfrm>
                <a:off x="3260920" y="2783120"/>
                <a:ext cx="482760" cy="566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F02351E-6165-7818-5CC2-CC8F186C224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252280" y="2774120"/>
                  <a:ext cx="500400" cy="58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09C1DA63-A699-BB6B-31A5-F8B55B9CCC62}"/>
                  </a:ext>
                </a:extLst>
              </p14:cNvPr>
              <p14:cNvContentPartPr/>
              <p14:nvPr/>
            </p14:nvContentPartPr>
            <p14:xfrm rot="-429913">
              <a:off x="3835823" y="2826652"/>
              <a:ext cx="541474" cy="541136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09C1DA63-A699-BB6B-31A5-F8B55B9CCC62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 rot="-429913">
                <a:off x="3827182" y="2817651"/>
                <a:ext cx="559115" cy="558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B51D0A1-481A-4FFF-59F9-A05E59DE7E82}"/>
                  </a:ext>
                </a:extLst>
              </p14:cNvPr>
              <p14:cNvContentPartPr/>
              <p14:nvPr/>
            </p14:nvContentPartPr>
            <p14:xfrm>
              <a:off x="1917040" y="4409600"/>
              <a:ext cx="2230200" cy="13860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B51D0A1-481A-4FFF-59F9-A05E59DE7E82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1908400" y="4400600"/>
                <a:ext cx="2247840" cy="15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16B4C5C-164E-4E69-74F3-BE3FF2D3EB4A}"/>
              </a:ext>
            </a:extLst>
          </p:cNvPr>
          <p:cNvGrpSpPr/>
          <p:nvPr/>
        </p:nvGrpSpPr>
        <p:grpSpPr>
          <a:xfrm>
            <a:off x="10253560" y="4739720"/>
            <a:ext cx="216360" cy="92520"/>
            <a:chOff x="10253560" y="4739720"/>
            <a:chExt cx="216360" cy="9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FD7F421-EBA3-BAC3-D494-7386253248D5}"/>
                    </a:ext>
                  </a:extLst>
                </p14:cNvPr>
                <p14:cNvContentPartPr/>
                <p14:nvPr/>
              </p14:nvContentPartPr>
              <p14:xfrm>
                <a:off x="10253560" y="4813160"/>
                <a:ext cx="216360" cy="19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FD7F421-EBA3-BAC3-D494-7386253248D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244560" y="4804160"/>
                  <a:ext cx="234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4722F6D-B37F-EB44-8AC1-19F7608D32F4}"/>
                    </a:ext>
                  </a:extLst>
                </p14:cNvPr>
                <p14:cNvContentPartPr/>
                <p14:nvPr/>
              </p14:nvContentPartPr>
              <p14:xfrm>
                <a:off x="10261840" y="4739720"/>
                <a:ext cx="194760" cy="13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4722F6D-B37F-EB44-8AC1-19F7608D32F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253200" y="4731080"/>
                  <a:ext cx="21240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862213C-56FF-DB4E-3945-7E0B74EE9512}"/>
                  </a:ext>
                </a:extLst>
              </p14:cNvPr>
              <p14:cNvContentPartPr/>
              <p14:nvPr/>
            </p14:nvContentPartPr>
            <p14:xfrm>
              <a:off x="9029200" y="4900640"/>
              <a:ext cx="465120" cy="1094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862213C-56FF-DB4E-3945-7E0B74EE9512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9020560" y="4891640"/>
                <a:ext cx="482760" cy="12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B4428A2-B4F3-44DD-7449-4EAB91C92DEA}"/>
              </a:ext>
            </a:extLst>
          </p:cNvPr>
          <p:cNvGrpSpPr/>
          <p:nvPr/>
        </p:nvGrpSpPr>
        <p:grpSpPr>
          <a:xfrm>
            <a:off x="10715440" y="4680320"/>
            <a:ext cx="918360" cy="298440"/>
            <a:chOff x="10715440" y="4680320"/>
            <a:chExt cx="91836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93FD283-40B6-0AC8-5785-B056D9340CF9}"/>
                    </a:ext>
                  </a:extLst>
                </p14:cNvPr>
                <p14:cNvContentPartPr/>
                <p14:nvPr/>
              </p14:nvContentPartPr>
              <p14:xfrm>
                <a:off x="10715440" y="4743320"/>
                <a:ext cx="158760" cy="154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93FD283-40B6-0AC8-5785-B056D9340CF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706440" y="4734320"/>
                  <a:ext cx="176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939F836-A840-4272-CD4B-FFE49EE3CAEA}"/>
                    </a:ext>
                  </a:extLst>
                </p14:cNvPr>
                <p14:cNvContentPartPr/>
                <p14:nvPr/>
              </p14:nvContentPartPr>
              <p14:xfrm>
                <a:off x="11017120" y="4903520"/>
                <a:ext cx="10800" cy="23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939F836-A840-4272-CD4B-FFE49EE3CAE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008120" y="4894880"/>
                  <a:ext cx="284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5A6868A-2FB2-8B59-85EB-2C27A8488AB0}"/>
                    </a:ext>
                  </a:extLst>
                </p14:cNvPr>
                <p14:cNvContentPartPr/>
                <p14:nvPr/>
              </p14:nvContentPartPr>
              <p14:xfrm>
                <a:off x="11147440" y="4695800"/>
                <a:ext cx="41040" cy="80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5A6868A-2FB2-8B59-85EB-2C27A8488AB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138800" y="4687160"/>
                  <a:ext cx="586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181B907-85EA-27C3-1E0D-0AAB41C3ACCA}"/>
                    </a:ext>
                  </a:extLst>
                </p14:cNvPr>
                <p14:cNvContentPartPr/>
                <p14:nvPr/>
              </p14:nvContentPartPr>
              <p14:xfrm>
                <a:off x="11087320" y="4680320"/>
                <a:ext cx="189000" cy="292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181B907-85EA-27C3-1E0D-0AAB41C3ACC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078320" y="4671680"/>
                  <a:ext cx="2066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CCDB3DE-ABB9-216A-9C67-09E259752A0A}"/>
                    </a:ext>
                  </a:extLst>
                </p14:cNvPr>
                <p14:cNvContentPartPr/>
                <p14:nvPr/>
              </p14:nvContentPartPr>
              <p14:xfrm>
                <a:off x="11364520" y="4784720"/>
                <a:ext cx="269280" cy="1940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CCDB3DE-ABB9-216A-9C67-09E259752A0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355520" y="4775720"/>
                  <a:ext cx="28692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B2FCE19C-8378-7196-99A3-CB0C55BED8BD}"/>
              </a:ext>
            </a:extLst>
          </p:cNvPr>
          <p:cNvGrpSpPr/>
          <p:nvPr/>
        </p:nvGrpSpPr>
        <p:grpSpPr>
          <a:xfrm>
            <a:off x="2755840" y="4583480"/>
            <a:ext cx="901800" cy="342360"/>
            <a:chOff x="2755840" y="4583480"/>
            <a:chExt cx="90180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C500C8F-5E6F-96A0-A3A6-DA7E78814327}"/>
                    </a:ext>
                  </a:extLst>
                </p14:cNvPr>
                <p14:cNvContentPartPr/>
                <p14:nvPr/>
              </p14:nvContentPartPr>
              <p14:xfrm>
                <a:off x="2755840" y="4755200"/>
                <a:ext cx="197640" cy="149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C500C8F-5E6F-96A0-A3A6-DA7E7881432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746840" y="4746560"/>
                  <a:ext cx="215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4F523AC-3742-C5FB-FBEC-3C3B8548BE5A}"/>
                    </a:ext>
                  </a:extLst>
                </p14:cNvPr>
                <p14:cNvContentPartPr/>
                <p14:nvPr/>
              </p14:nvContentPartPr>
              <p14:xfrm>
                <a:off x="3057520" y="4883720"/>
                <a:ext cx="15120" cy="111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4F523AC-3742-C5FB-FBEC-3C3B8548BE5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048880" y="4874720"/>
                  <a:ext cx="32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74A3927-4504-265B-E936-F6B56491A92C}"/>
                    </a:ext>
                  </a:extLst>
                </p14:cNvPr>
                <p14:cNvContentPartPr/>
                <p14:nvPr/>
              </p14:nvContentPartPr>
              <p14:xfrm>
                <a:off x="3129160" y="4713800"/>
                <a:ext cx="141120" cy="212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74A3927-4504-265B-E936-F6B56491A92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120160" y="4705160"/>
                  <a:ext cx="158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5FA285C-BEB2-DE8B-BD45-88E679406F5F}"/>
                    </a:ext>
                  </a:extLst>
                </p14:cNvPr>
                <p14:cNvContentPartPr/>
                <p14:nvPr/>
              </p14:nvContentPartPr>
              <p14:xfrm>
                <a:off x="3350200" y="4583480"/>
                <a:ext cx="307440" cy="1443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5FA285C-BEB2-DE8B-BD45-88E679406F5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341200" y="4574480"/>
                  <a:ext cx="32508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11FABF7-FA5B-2BCB-905E-E90635B52D19}"/>
              </a:ext>
            </a:extLst>
          </p:cNvPr>
          <p:cNvGrpSpPr/>
          <p:nvPr/>
        </p:nvGrpSpPr>
        <p:grpSpPr>
          <a:xfrm>
            <a:off x="1905520" y="3762680"/>
            <a:ext cx="2849760" cy="709200"/>
            <a:chOff x="1905520" y="3762680"/>
            <a:chExt cx="2849760" cy="70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F14F7BE-5349-2F94-B34D-00783B847B89}"/>
                    </a:ext>
                  </a:extLst>
                </p14:cNvPr>
                <p14:cNvContentPartPr/>
                <p14:nvPr/>
              </p14:nvContentPartPr>
              <p14:xfrm>
                <a:off x="2745040" y="3866720"/>
                <a:ext cx="6480" cy="129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F14F7BE-5349-2F94-B34D-00783B847B89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736040" y="3858080"/>
                  <a:ext cx="24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834AFE8-800B-7075-A7F3-784FD7DC8B95}"/>
                    </a:ext>
                  </a:extLst>
                </p14:cNvPr>
                <p14:cNvContentPartPr/>
                <p14:nvPr/>
              </p14:nvContentPartPr>
              <p14:xfrm>
                <a:off x="1943680" y="4146080"/>
                <a:ext cx="144000" cy="234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834AFE8-800B-7075-A7F3-784FD7DC8B9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934680" y="4137080"/>
                  <a:ext cx="1616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E850629-90F9-BEAA-C810-A45676DF45B9}"/>
                    </a:ext>
                  </a:extLst>
                </p14:cNvPr>
                <p14:cNvContentPartPr/>
                <p14:nvPr/>
              </p14:nvContentPartPr>
              <p14:xfrm>
                <a:off x="2189200" y="4235360"/>
                <a:ext cx="29520" cy="205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E850629-90F9-BEAA-C810-A45676DF45B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180560" y="4226360"/>
                  <a:ext cx="47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78F450A-4155-D338-D906-7B9070B1A455}"/>
                    </a:ext>
                  </a:extLst>
                </p14:cNvPr>
                <p14:cNvContentPartPr/>
                <p14:nvPr/>
              </p14:nvContentPartPr>
              <p14:xfrm>
                <a:off x="2317360" y="4139960"/>
                <a:ext cx="50040" cy="210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78F450A-4155-D338-D906-7B9070B1A45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308360" y="4130960"/>
                  <a:ext cx="67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36A7862-C31D-4C9A-07D3-2D1C79F5FF1B}"/>
                    </a:ext>
                  </a:extLst>
                </p14:cNvPr>
                <p14:cNvContentPartPr/>
                <p14:nvPr/>
              </p14:nvContentPartPr>
              <p14:xfrm>
                <a:off x="2432200" y="4218080"/>
                <a:ext cx="130320" cy="1141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36A7862-C31D-4C9A-07D3-2D1C79F5FF1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423200" y="4209080"/>
                  <a:ext cx="1479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15A74DA-1A67-D5D3-8FAC-6E73BF211B4C}"/>
                    </a:ext>
                  </a:extLst>
                </p14:cNvPr>
                <p14:cNvContentPartPr/>
                <p14:nvPr/>
              </p14:nvContentPartPr>
              <p14:xfrm>
                <a:off x="2581960" y="3884720"/>
                <a:ext cx="105840" cy="255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15A74DA-1A67-D5D3-8FAC-6E73BF211B4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573320" y="3876080"/>
                  <a:ext cx="1234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1A4E286-1CD8-931B-2E66-283D38B346FD}"/>
                    </a:ext>
                  </a:extLst>
                </p14:cNvPr>
                <p14:cNvContentPartPr/>
                <p14:nvPr/>
              </p14:nvContentPartPr>
              <p14:xfrm>
                <a:off x="1905520" y="4388720"/>
                <a:ext cx="285120" cy="568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1A4E286-1CD8-931B-2E66-283D38B346F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896880" y="4379720"/>
                  <a:ext cx="3027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8240504-C8BE-9097-E694-E4B4F8E9598A}"/>
                    </a:ext>
                  </a:extLst>
                </p14:cNvPr>
                <p14:cNvContentPartPr/>
                <p14:nvPr/>
              </p14:nvContentPartPr>
              <p14:xfrm>
                <a:off x="3679600" y="4218080"/>
                <a:ext cx="18720" cy="9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8240504-C8BE-9097-E694-E4B4F8E9598A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670960" y="4209080"/>
                  <a:ext cx="36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A290AC4-FE32-A3BB-6AE2-7604E55D7EDF}"/>
                    </a:ext>
                  </a:extLst>
                </p14:cNvPr>
                <p14:cNvContentPartPr/>
                <p14:nvPr/>
              </p14:nvContentPartPr>
              <p14:xfrm>
                <a:off x="3812080" y="4038800"/>
                <a:ext cx="153360" cy="266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A290AC4-FE32-A3BB-6AE2-7604E55D7ED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3803440" y="4030160"/>
                  <a:ext cx="1710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EE14D24-E4E5-A334-970F-73EB380D275F}"/>
                    </a:ext>
                  </a:extLst>
                </p14:cNvPr>
                <p14:cNvContentPartPr/>
                <p14:nvPr/>
              </p14:nvContentPartPr>
              <p14:xfrm>
                <a:off x="3864640" y="4116560"/>
                <a:ext cx="339480" cy="3553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EE14D24-E4E5-A334-970F-73EB380D275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3856000" y="4107920"/>
                  <a:ext cx="3571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42B643B-E820-17FF-4D32-802F9B2046CD}"/>
                    </a:ext>
                  </a:extLst>
                </p14:cNvPr>
                <p14:cNvContentPartPr/>
                <p14:nvPr/>
              </p14:nvContentPartPr>
              <p14:xfrm>
                <a:off x="3089920" y="4070120"/>
                <a:ext cx="172080" cy="323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42B643B-E820-17FF-4D32-802F9B2046C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080920" y="4061480"/>
                  <a:ext cx="1897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AA3F6F8-5381-A0B1-736E-CEB1CC323504}"/>
                    </a:ext>
                  </a:extLst>
                </p14:cNvPr>
                <p14:cNvContentPartPr/>
                <p14:nvPr/>
              </p14:nvContentPartPr>
              <p14:xfrm>
                <a:off x="3257320" y="4177400"/>
                <a:ext cx="282240" cy="228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AA3F6F8-5381-A0B1-736E-CEB1CC323504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248320" y="4168400"/>
                  <a:ext cx="2998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84EBB21-05E1-4C22-2175-7A33EDCF465B}"/>
                    </a:ext>
                  </a:extLst>
                </p14:cNvPr>
                <p14:cNvContentPartPr/>
                <p14:nvPr/>
              </p14:nvContentPartPr>
              <p14:xfrm>
                <a:off x="3419680" y="4192520"/>
                <a:ext cx="64440" cy="144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84EBB21-05E1-4C22-2175-7A33EDCF465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411040" y="4183520"/>
                  <a:ext cx="82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8E39268-164E-EC12-A4FC-1BB9B0CA5C9E}"/>
                    </a:ext>
                  </a:extLst>
                </p14:cNvPr>
                <p14:cNvContentPartPr/>
                <p14:nvPr/>
              </p14:nvContentPartPr>
              <p14:xfrm>
                <a:off x="4260280" y="4173800"/>
                <a:ext cx="31680" cy="19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8E39268-164E-EC12-A4FC-1BB9B0CA5C9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251280" y="4164800"/>
                  <a:ext cx="49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7086E61-6269-8E91-5709-70FE3609AD78}"/>
                    </a:ext>
                  </a:extLst>
                </p14:cNvPr>
                <p14:cNvContentPartPr/>
                <p14:nvPr/>
              </p14:nvContentPartPr>
              <p14:xfrm>
                <a:off x="3069040" y="4417880"/>
                <a:ext cx="216360" cy="147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7086E61-6269-8E91-5709-70FE3609AD7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060400" y="4409240"/>
                  <a:ext cx="234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0789C6C-BABA-6242-8306-2E46B95A1A88}"/>
                    </a:ext>
                  </a:extLst>
                </p14:cNvPr>
                <p14:cNvContentPartPr/>
                <p14:nvPr/>
              </p14:nvContentPartPr>
              <p14:xfrm>
                <a:off x="3790840" y="4334720"/>
                <a:ext cx="169920" cy="26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0789C6C-BABA-6242-8306-2E46B95A1A88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782200" y="4326080"/>
                  <a:ext cx="187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EB2104D-51EC-16A2-5699-BBBA9D7E654D}"/>
                    </a:ext>
                  </a:extLst>
                </p14:cNvPr>
                <p14:cNvContentPartPr/>
                <p14:nvPr/>
              </p14:nvContentPartPr>
              <p14:xfrm>
                <a:off x="3283240" y="4188200"/>
                <a:ext cx="228600" cy="1843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EB2104D-51EC-16A2-5699-BBBA9D7E654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274600" y="4179560"/>
                  <a:ext cx="246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70782B8-E012-23B2-ED4A-527FA15A2A08}"/>
                    </a:ext>
                  </a:extLst>
                </p14:cNvPr>
                <p14:cNvContentPartPr/>
                <p14:nvPr/>
              </p14:nvContentPartPr>
              <p14:xfrm>
                <a:off x="3295840" y="3862040"/>
                <a:ext cx="114840" cy="149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70782B8-E012-23B2-ED4A-527FA15A2A0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286840" y="3853040"/>
                  <a:ext cx="132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4CDBE1C-C5F3-24A2-B2A8-0481834E5D55}"/>
                    </a:ext>
                  </a:extLst>
                </p14:cNvPr>
                <p14:cNvContentPartPr/>
                <p14:nvPr/>
              </p14:nvContentPartPr>
              <p14:xfrm>
                <a:off x="3375760" y="3989840"/>
                <a:ext cx="97560" cy="831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4CDBE1C-C5F3-24A2-B2A8-0481834E5D5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366760" y="3981200"/>
                  <a:ext cx="115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990955A-FD40-8F04-DF84-53578C67DC42}"/>
                    </a:ext>
                  </a:extLst>
                </p14:cNvPr>
                <p14:cNvContentPartPr/>
                <p14:nvPr/>
              </p14:nvContentPartPr>
              <p14:xfrm>
                <a:off x="3505360" y="3894440"/>
                <a:ext cx="132480" cy="29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990955A-FD40-8F04-DF84-53578C67DC4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496360" y="3885800"/>
                  <a:ext cx="150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918506B-680E-8C4F-43CB-CF60B1938B4E}"/>
                    </a:ext>
                  </a:extLst>
                </p14:cNvPr>
                <p14:cNvContentPartPr/>
                <p14:nvPr/>
              </p14:nvContentPartPr>
              <p14:xfrm>
                <a:off x="3655120" y="3832880"/>
                <a:ext cx="85680" cy="1450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918506B-680E-8C4F-43CB-CF60B1938B4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646480" y="3824240"/>
                  <a:ext cx="1033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90772A5-1EDC-5461-A7AA-446FEC57EBE4}"/>
                    </a:ext>
                  </a:extLst>
                </p14:cNvPr>
                <p14:cNvContentPartPr/>
                <p14:nvPr/>
              </p14:nvContentPartPr>
              <p14:xfrm>
                <a:off x="4212760" y="3911720"/>
                <a:ext cx="98640" cy="147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90772A5-1EDC-5461-A7AA-446FEC57EBE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203760" y="3903080"/>
                  <a:ext cx="116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E6AD24C-D290-52C9-691C-9E461F470829}"/>
                    </a:ext>
                  </a:extLst>
                </p14:cNvPr>
                <p14:cNvContentPartPr/>
                <p14:nvPr/>
              </p14:nvContentPartPr>
              <p14:xfrm>
                <a:off x="4273240" y="4036280"/>
                <a:ext cx="122400" cy="79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E6AD24C-D290-52C9-691C-9E461F47082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264600" y="4027280"/>
                  <a:ext cx="140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4D4D041-4424-37A9-B404-9ACD73D8ACA7}"/>
                    </a:ext>
                  </a:extLst>
                </p14:cNvPr>
                <p14:cNvContentPartPr/>
                <p14:nvPr/>
              </p14:nvContentPartPr>
              <p14:xfrm>
                <a:off x="4438480" y="3883640"/>
                <a:ext cx="84960" cy="54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4D4D041-4424-37A9-B404-9ACD73D8ACA7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429480" y="3875000"/>
                  <a:ext cx="1026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54D59AF-6080-EA75-6293-169A727130D2}"/>
                    </a:ext>
                  </a:extLst>
                </p14:cNvPr>
                <p14:cNvContentPartPr/>
                <p14:nvPr/>
              </p14:nvContentPartPr>
              <p14:xfrm>
                <a:off x="4604440" y="3762680"/>
                <a:ext cx="150840" cy="180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54D59AF-6080-EA75-6293-169A727130D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595440" y="3753680"/>
                  <a:ext cx="1684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5D4996F-F520-A7A7-2232-424BAD47B648}"/>
                    </a:ext>
                  </a:extLst>
                </p14:cNvPr>
                <p14:cNvContentPartPr/>
                <p14:nvPr/>
              </p14:nvContentPartPr>
              <p14:xfrm>
                <a:off x="3750160" y="4215920"/>
                <a:ext cx="1080" cy="32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5D4996F-F520-A7A7-2232-424BAD47B64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3741520" y="4207280"/>
                  <a:ext cx="187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5F7DBFD-1620-7AB7-B53D-5CD08A692704}"/>
                    </a:ext>
                  </a:extLst>
                </p14:cNvPr>
                <p14:cNvContentPartPr/>
                <p14:nvPr/>
              </p14:nvContentPartPr>
              <p14:xfrm>
                <a:off x="2904160" y="4237160"/>
                <a:ext cx="13320" cy="133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5F7DBFD-1620-7AB7-B53D-5CD08A69270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895160" y="4228520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782F6637-8592-14FC-9E1C-41B0DE303E2F}"/>
                  </a:ext>
                </a:extLst>
              </p14:cNvPr>
              <p14:cNvContentPartPr/>
              <p14:nvPr/>
            </p14:nvContentPartPr>
            <p14:xfrm>
              <a:off x="2111440" y="5481680"/>
              <a:ext cx="151200" cy="3070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782F6637-8592-14FC-9E1C-41B0DE303E2F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2102440" y="5473040"/>
                <a:ext cx="16884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C6C4231-966C-B5E5-DF91-F4C04EA26232}"/>
                  </a:ext>
                </a:extLst>
              </p14:cNvPr>
              <p14:cNvContentPartPr/>
              <p14:nvPr/>
            </p14:nvContentPartPr>
            <p14:xfrm>
              <a:off x="2474680" y="5614880"/>
              <a:ext cx="66240" cy="273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C6C4231-966C-B5E5-DF91-F4C04EA26232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2466040" y="5605880"/>
                <a:ext cx="838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9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14C28435-FF73-DD30-0797-DDA4E66953D1}"/>
                  </a:ext>
                </a:extLst>
              </p14:cNvPr>
              <p14:cNvContentPartPr/>
              <p14:nvPr/>
            </p14:nvContentPartPr>
            <p14:xfrm>
              <a:off x="2649640" y="5513360"/>
              <a:ext cx="177840" cy="2808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14C28435-FF73-DD30-0797-DDA4E66953D1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2641000" y="5504720"/>
                <a:ext cx="19548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C1AC151-FB09-0832-8CB3-569FF88EA884}"/>
                  </a:ext>
                </a:extLst>
              </p14:cNvPr>
              <p14:cNvContentPartPr/>
              <p14:nvPr/>
            </p14:nvContentPartPr>
            <p14:xfrm>
              <a:off x="2972200" y="5617400"/>
              <a:ext cx="15120" cy="86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C1AC151-FB09-0832-8CB3-569FF88EA884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2963560" y="5608760"/>
                <a:ext cx="327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3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D87BF240-F7A7-DEEA-2D1C-585543AD279B}"/>
                  </a:ext>
                </a:extLst>
              </p14:cNvPr>
              <p14:cNvContentPartPr/>
              <p14:nvPr/>
            </p14:nvContentPartPr>
            <p14:xfrm>
              <a:off x="3076960" y="5468360"/>
              <a:ext cx="178920" cy="2631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D87BF240-F7A7-DEEA-2D1C-585543AD279B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3067960" y="5459360"/>
                <a:ext cx="19656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5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C9D437B-1331-A044-1F40-8FC22DF2D79B}"/>
                  </a:ext>
                </a:extLst>
              </p14:cNvPr>
              <p14:cNvContentPartPr/>
              <p14:nvPr/>
            </p14:nvContentPartPr>
            <p14:xfrm>
              <a:off x="3413200" y="5600120"/>
              <a:ext cx="25200" cy="972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C9D437B-1331-A044-1F40-8FC22DF2D79B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3404200" y="5591480"/>
                <a:ext cx="4284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7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D347CBB-C269-C799-7E20-51ADFB4ED344}"/>
                  </a:ext>
                </a:extLst>
              </p14:cNvPr>
              <p14:cNvContentPartPr/>
              <p14:nvPr/>
            </p14:nvContentPartPr>
            <p14:xfrm>
              <a:off x="3575920" y="5487080"/>
              <a:ext cx="89280" cy="1893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D347CBB-C269-C799-7E20-51ADFB4ED344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3567280" y="5478080"/>
                <a:ext cx="10692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9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9C97B2B-0226-F1AE-C973-58D8DCA07BB3}"/>
                  </a:ext>
                </a:extLst>
              </p14:cNvPr>
              <p14:cNvContentPartPr/>
              <p14:nvPr/>
            </p14:nvContentPartPr>
            <p14:xfrm>
              <a:off x="3743320" y="5523080"/>
              <a:ext cx="97200" cy="1209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9C97B2B-0226-F1AE-C973-58D8DCA07BB3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3734680" y="5514440"/>
                <a:ext cx="1148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B9C26C8-87BE-AA6C-50D5-E055A4229286}"/>
                  </a:ext>
                </a:extLst>
              </p14:cNvPr>
              <p14:cNvContentPartPr/>
              <p14:nvPr/>
            </p14:nvContentPartPr>
            <p14:xfrm>
              <a:off x="3945280" y="5375480"/>
              <a:ext cx="113040" cy="140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B9C26C8-87BE-AA6C-50D5-E055A4229286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3936640" y="5366840"/>
                <a:ext cx="1306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3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89A45E4B-C07F-2E2D-7B40-A8FEFAEE04DB}"/>
                  </a:ext>
                </a:extLst>
              </p14:cNvPr>
              <p14:cNvContentPartPr/>
              <p14:nvPr/>
            </p14:nvContentPartPr>
            <p14:xfrm>
              <a:off x="4084960" y="5236880"/>
              <a:ext cx="234720" cy="2462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89A45E4B-C07F-2E2D-7B40-A8FEFAEE04DB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4076320" y="5228240"/>
                <a:ext cx="2523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5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92FBA2F-6C87-B416-25F5-7FBD640C9551}"/>
                  </a:ext>
                </a:extLst>
              </p14:cNvPr>
              <p14:cNvContentPartPr/>
              <p14:nvPr/>
            </p14:nvContentPartPr>
            <p14:xfrm>
              <a:off x="2001640" y="5890640"/>
              <a:ext cx="2200680" cy="7704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92FBA2F-6C87-B416-25F5-7FBD640C9551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1992640" y="5882000"/>
                <a:ext cx="22183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F30E5E6-BE85-9C86-FAB4-2086627C7FBF}"/>
                  </a:ext>
                </a:extLst>
              </p14:cNvPr>
              <p14:cNvContentPartPr/>
              <p14:nvPr/>
            </p14:nvContentPartPr>
            <p14:xfrm>
              <a:off x="2797240" y="6242720"/>
              <a:ext cx="230040" cy="18468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F30E5E6-BE85-9C86-FAB4-2086627C7FBF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2788240" y="6234080"/>
                <a:ext cx="24768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9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548CC33D-D3ED-12A8-1175-6334E514483D}"/>
                  </a:ext>
                </a:extLst>
              </p14:cNvPr>
              <p14:cNvContentPartPr/>
              <p14:nvPr/>
            </p14:nvContentPartPr>
            <p14:xfrm>
              <a:off x="3103600" y="6416240"/>
              <a:ext cx="37800" cy="212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548CC33D-D3ED-12A8-1175-6334E514483D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3094960" y="6407600"/>
                <a:ext cx="554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1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4B591A51-AFF8-CE8C-D75C-2B83E572FE78}"/>
                  </a:ext>
                </a:extLst>
              </p14:cNvPr>
              <p14:cNvContentPartPr/>
              <p14:nvPr/>
            </p14:nvContentPartPr>
            <p14:xfrm>
              <a:off x="3248680" y="6189800"/>
              <a:ext cx="92520" cy="24156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4B591A51-AFF8-CE8C-D75C-2B83E572FE78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3240040" y="6181160"/>
                <a:ext cx="1101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3EC8F573-B84B-8E90-C3E9-DFA2F27E98B8}"/>
                  </a:ext>
                </a:extLst>
              </p14:cNvPr>
              <p14:cNvContentPartPr/>
              <p14:nvPr/>
            </p14:nvContentPartPr>
            <p14:xfrm>
              <a:off x="3397000" y="6197360"/>
              <a:ext cx="90720" cy="19908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3EC8F573-B84B-8E90-C3E9-DFA2F27E98B8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3388360" y="6188720"/>
                <a:ext cx="10836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5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C6D35F1E-F7BF-55E3-A978-B5F6A984B21F}"/>
                  </a:ext>
                </a:extLst>
              </p14:cNvPr>
              <p14:cNvContentPartPr/>
              <p14:nvPr/>
            </p14:nvContentPartPr>
            <p14:xfrm>
              <a:off x="4498960" y="5813960"/>
              <a:ext cx="150120" cy="6084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C6D35F1E-F7BF-55E3-A978-B5F6A984B21F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4489960" y="5804960"/>
                <a:ext cx="1677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7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D1759EBC-4A8C-49F7-7B51-B572F85E182A}"/>
                  </a:ext>
                </a:extLst>
              </p14:cNvPr>
              <p14:cNvContentPartPr/>
              <p14:nvPr/>
            </p14:nvContentPartPr>
            <p14:xfrm>
              <a:off x="4516960" y="5745200"/>
              <a:ext cx="155880" cy="241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D1759EBC-4A8C-49F7-7B51-B572F85E182A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4508320" y="5736200"/>
                <a:ext cx="17352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9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29E9E5BB-D77F-64B2-6D4F-AA08C382ED68}"/>
                  </a:ext>
                </a:extLst>
              </p14:cNvPr>
              <p14:cNvContentPartPr/>
              <p14:nvPr/>
            </p14:nvContentPartPr>
            <p14:xfrm>
              <a:off x="4826920" y="5535680"/>
              <a:ext cx="172080" cy="21528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29E9E5BB-D77F-64B2-6D4F-AA08C382ED68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4818280" y="5527040"/>
                <a:ext cx="18972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1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5CD50E72-9D1C-7F07-A378-1D2A4D53BC6F}"/>
                  </a:ext>
                </a:extLst>
              </p14:cNvPr>
              <p14:cNvContentPartPr/>
              <p14:nvPr/>
            </p14:nvContentPartPr>
            <p14:xfrm>
              <a:off x="5015920" y="5580680"/>
              <a:ext cx="132120" cy="14400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5CD50E72-9D1C-7F07-A378-1D2A4D53BC6F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5007280" y="5571680"/>
                <a:ext cx="1497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3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0D7108D0-59AD-FB93-BEBC-5747D8D17A10}"/>
                  </a:ext>
                </a:extLst>
              </p14:cNvPr>
              <p14:cNvContentPartPr/>
              <p14:nvPr/>
            </p14:nvContentPartPr>
            <p14:xfrm>
              <a:off x="5217520" y="5447120"/>
              <a:ext cx="161640" cy="2372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0D7108D0-59AD-FB93-BEBC-5747D8D17A10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5208520" y="5438120"/>
                <a:ext cx="1792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EA78A52D-E0A8-FB03-9A13-CB003B793BDF}"/>
                  </a:ext>
                </a:extLst>
              </p14:cNvPr>
              <p14:cNvContentPartPr/>
              <p14:nvPr/>
            </p14:nvContentPartPr>
            <p14:xfrm>
              <a:off x="4770040" y="5824040"/>
              <a:ext cx="814320" cy="230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EA78A52D-E0A8-FB03-9A13-CB003B793BDF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4761400" y="5815400"/>
                <a:ext cx="8319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7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56B23700-FBFF-D43A-0567-A487B3BE366A}"/>
                  </a:ext>
                </a:extLst>
              </p14:cNvPr>
              <p14:cNvContentPartPr/>
              <p14:nvPr/>
            </p14:nvContentPartPr>
            <p14:xfrm>
              <a:off x="4758880" y="6023120"/>
              <a:ext cx="141840" cy="1893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56B23700-FBFF-D43A-0567-A487B3BE366A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4749880" y="6014480"/>
                <a:ext cx="1594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9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FCB3B087-C57C-8960-FCD5-ECFEBB716DCA}"/>
                  </a:ext>
                </a:extLst>
              </p14:cNvPr>
              <p14:cNvContentPartPr/>
              <p14:nvPr/>
            </p14:nvContentPartPr>
            <p14:xfrm>
              <a:off x="4942120" y="6174680"/>
              <a:ext cx="131040" cy="5400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FCB3B087-C57C-8960-FCD5-ECFEBB716DCA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4933480" y="6165680"/>
                <a:ext cx="1486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1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6FB0BF7B-D28E-E8C1-C3DE-498BDFFA458F}"/>
                  </a:ext>
                </a:extLst>
              </p14:cNvPr>
              <p14:cNvContentPartPr/>
              <p14:nvPr/>
            </p14:nvContentPartPr>
            <p14:xfrm>
              <a:off x="5204920" y="5988560"/>
              <a:ext cx="91800" cy="21456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6FB0BF7B-D28E-E8C1-C3DE-498BDFFA458F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5195920" y="5979920"/>
                <a:ext cx="10944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50CD8E5E-0E04-5BE9-8B5F-4027835F0D72}"/>
                  </a:ext>
                </a:extLst>
              </p14:cNvPr>
              <p14:cNvContentPartPr/>
              <p14:nvPr/>
            </p14:nvContentPartPr>
            <p14:xfrm>
              <a:off x="5349640" y="5972720"/>
              <a:ext cx="130680" cy="24732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50CD8E5E-0E04-5BE9-8B5F-4027835F0D72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5340640" y="5964080"/>
                <a:ext cx="1483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5B9758E9-C831-673D-5F24-65C2EF316C17}"/>
                  </a:ext>
                </a:extLst>
              </p14:cNvPr>
              <p14:cNvContentPartPr/>
              <p14:nvPr/>
            </p14:nvContentPartPr>
            <p14:xfrm>
              <a:off x="4019800" y="6511280"/>
              <a:ext cx="172800" cy="4068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5B9758E9-C831-673D-5F24-65C2EF316C17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4011160" y="6502280"/>
                <a:ext cx="1904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7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17EC8184-B2D4-D7DF-BD92-81FD3D308642}"/>
                  </a:ext>
                </a:extLst>
              </p14:cNvPr>
              <p14:cNvContentPartPr/>
              <p14:nvPr/>
            </p14:nvContentPartPr>
            <p14:xfrm>
              <a:off x="3990640" y="6402920"/>
              <a:ext cx="185040" cy="1908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17EC8184-B2D4-D7DF-BD92-81FD3D308642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3982000" y="6393920"/>
                <a:ext cx="202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9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09823787-53E8-9430-F3DB-9249464B8B85}"/>
                  </a:ext>
                </a:extLst>
              </p14:cNvPr>
              <p14:cNvContentPartPr/>
              <p14:nvPr/>
            </p14:nvContentPartPr>
            <p14:xfrm>
              <a:off x="4305640" y="6279440"/>
              <a:ext cx="171360" cy="26712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09823787-53E8-9430-F3DB-9249464B8B85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4297000" y="6270440"/>
                <a:ext cx="18900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1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E83E66F8-E7C7-2A2F-DB2F-842438D83930}"/>
                  </a:ext>
                </a:extLst>
              </p14:cNvPr>
              <p14:cNvContentPartPr/>
              <p14:nvPr/>
            </p14:nvContentPartPr>
            <p14:xfrm>
              <a:off x="4487440" y="6333440"/>
              <a:ext cx="134640" cy="21384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E83E66F8-E7C7-2A2F-DB2F-842438D83930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4478800" y="6324800"/>
                <a:ext cx="1522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3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4E5839E0-7265-300A-BF4A-BCC4E82FD487}"/>
                  </a:ext>
                </a:extLst>
              </p14:cNvPr>
              <p14:cNvContentPartPr/>
              <p14:nvPr/>
            </p14:nvContentPartPr>
            <p14:xfrm>
              <a:off x="4537120" y="6395720"/>
              <a:ext cx="237600" cy="6480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4E5839E0-7265-300A-BF4A-BCC4E82FD487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4528480" y="6386720"/>
                <a:ext cx="2552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5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A387A143-09ED-2AC8-8951-E5F2E98C6C8E}"/>
                  </a:ext>
                </a:extLst>
              </p14:cNvPr>
              <p14:cNvContentPartPr/>
              <p14:nvPr/>
            </p14:nvContentPartPr>
            <p14:xfrm>
              <a:off x="4747720" y="6327320"/>
              <a:ext cx="150480" cy="20736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A387A143-09ED-2AC8-8951-E5F2E98C6C8E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4739080" y="6318680"/>
                <a:ext cx="1681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7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0405A448-400F-41D2-4D0A-C94921CFF816}"/>
                  </a:ext>
                </a:extLst>
              </p14:cNvPr>
              <p14:cNvContentPartPr/>
              <p14:nvPr/>
            </p14:nvContentPartPr>
            <p14:xfrm>
              <a:off x="4780840" y="6298160"/>
              <a:ext cx="181440" cy="6264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0405A448-400F-41D2-4D0A-C94921CFF816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4772200" y="6289520"/>
                <a:ext cx="19908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9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D00EB0BD-954B-2DFE-1969-D0F60EAF1FBF}"/>
                  </a:ext>
                </a:extLst>
              </p14:cNvPr>
              <p14:cNvContentPartPr/>
              <p14:nvPr/>
            </p14:nvContentPartPr>
            <p14:xfrm>
              <a:off x="5023480" y="6433880"/>
              <a:ext cx="27360" cy="327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D00EB0BD-954B-2DFE-1969-D0F60EAF1FBF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5014840" y="6424880"/>
                <a:ext cx="4500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1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CC11495A-82F0-A7BB-977F-FAD83B219704}"/>
                  </a:ext>
                </a:extLst>
              </p14:cNvPr>
              <p14:cNvContentPartPr/>
              <p14:nvPr/>
            </p14:nvContentPartPr>
            <p14:xfrm>
              <a:off x="5277640" y="6359000"/>
              <a:ext cx="115200" cy="19224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CC11495A-82F0-A7BB-977F-FAD83B219704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5269000" y="6350360"/>
                <a:ext cx="1328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3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5929FD5A-AF1E-D6B8-918C-57982D764010}"/>
                  </a:ext>
                </a:extLst>
              </p14:cNvPr>
              <p14:cNvContentPartPr/>
              <p14:nvPr/>
            </p14:nvContentPartPr>
            <p14:xfrm>
              <a:off x="5461240" y="6409760"/>
              <a:ext cx="115920" cy="9144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5929FD5A-AF1E-D6B8-918C-57982D764010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5452600" y="6400760"/>
                <a:ext cx="1335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5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0F996C83-2BCA-6EF4-1F60-40EC0FEE0861}"/>
                  </a:ext>
                </a:extLst>
              </p14:cNvPr>
              <p14:cNvContentPartPr/>
              <p14:nvPr/>
            </p14:nvContentPartPr>
            <p14:xfrm>
              <a:off x="5589760" y="6255320"/>
              <a:ext cx="93240" cy="2448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0F996C83-2BCA-6EF4-1F60-40EC0FEE0861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5580760" y="6246680"/>
                <a:ext cx="1108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7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2FCA7AD1-30AE-633B-CC0D-4D3ADCCF6C11}"/>
                  </a:ext>
                </a:extLst>
              </p14:cNvPr>
              <p14:cNvContentPartPr/>
              <p14:nvPr/>
            </p14:nvContentPartPr>
            <p14:xfrm>
              <a:off x="5726200" y="6137960"/>
              <a:ext cx="175320" cy="17568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2FCA7AD1-30AE-633B-CC0D-4D3ADCCF6C11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5717560" y="6129320"/>
                <a:ext cx="19296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9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B93D80E8-31F6-8DCD-D558-5CCB6F6A1FE5}"/>
                  </a:ext>
                </a:extLst>
              </p14:cNvPr>
              <p14:cNvContentPartPr/>
              <p14:nvPr/>
            </p14:nvContentPartPr>
            <p14:xfrm>
              <a:off x="4249840" y="6563120"/>
              <a:ext cx="710280" cy="16776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B93D80E8-31F6-8DCD-D558-5CCB6F6A1FE5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4241200" y="6554120"/>
                <a:ext cx="72792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B023465E-45CD-EFEB-4A35-1666D1765CD6}"/>
                  </a:ext>
                </a:extLst>
              </p14:cNvPr>
              <p14:cNvContentPartPr/>
              <p14:nvPr/>
            </p14:nvContentPartPr>
            <p14:xfrm>
              <a:off x="4243360" y="6529280"/>
              <a:ext cx="43200" cy="1764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B023465E-45CD-EFEB-4A35-1666D1765CD6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4234360" y="6520280"/>
                <a:ext cx="608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3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793FD0C3-267B-A98B-D664-F76741936E49}"/>
                  </a:ext>
                </a:extLst>
              </p14:cNvPr>
              <p14:cNvContentPartPr/>
              <p14:nvPr/>
            </p14:nvContentPartPr>
            <p14:xfrm>
              <a:off x="4956160" y="6541520"/>
              <a:ext cx="7200" cy="180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793FD0C3-267B-A98B-D664-F76741936E49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4947160" y="6532880"/>
                <a:ext cx="248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A6CB7E72-6A5D-0302-538A-BCF51D939929}"/>
                  </a:ext>
                </a:extLst>
              </p14:cNvPr>
              <p14:cNvContentPartPr/>
              <p14:nvPr/>
            </p14:nvContentPartPr>
            <p14:xfrm>
              <a:off x="969160" y="4789040"/>
              <a:ext cx="510480" cy="15768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A6CB7E72-6A5D-0302-538A-BCF51D939929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960160" y="4780400"/>
                <a:ext cx="528120" cy="17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B5291AE3-0CFB-51AC-16A3-0DDAF0C0618E}"/>
              </a:ext>
            </a:extLst>
          </p:cNvPr>
          <p:cNvGrpSpPr/>
          <p:nvPr/>
        </p:nvGrpSpPr>
        <p:grpSpPr>
          <a:xfrm>
            <a:off x="5908000" y="5092880"/>
            <a:ext cx="1892160" cy="1551240"/>
            <a:chOff x="5908000" y="5092880"/>
            <a:chExt cx="1892160" cy="155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A90B89D-FBEC-1A2E-0423-941FA21B03DA}"/>
                    </a:ext>
                  </a:extLst>
                </p14:cNvPr>
                <p14:cNvContentPartPr/>
                <p14:nvPr/>
              </p14:nvContentPartPr>
              <p14:xfrm>
                <a:off x="6739600" y="5092880"/>
                <a:ext cx="30960" cy="7592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A90B89D-FBEC-1A2E-0423-941FA21B03D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730600" y="5084240"/>
                  <a:ext cx="4860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0C9EBCE-A998-3B49-F1DD-A42E4FCF0D61}"/>
                    </a:ext>
                  </a:extLst>
                </p14:cNvPr>
                <p14:cNvContentPartPr/>
                <p14:nvPr/>
              </p14:nvContentPartPr>
              <p14:xfrm>
                <a:off x="6746800" y="5921600"/>
                <a:ext cx="16200" cy="722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0C9EBCE-A998-3B49-F1DD-A42E4FCF0D6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737800" y="5912960"/>
                  <a:ext cx="3384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FC7ED1F-6FE1-2816-496E-B7B44E08CDDB}"/>
                    </a:ext>
                  </a:extLst>
                </p14:cNvPr>
                <p14:cNvContentPartPr/>
                <p14:nvPr/>
              </p14:nvContentPartPr>
              <p14:xfrm>
                <a:off x="5908000" y="5874800"/>
                <a:ext cx="29880" cy="14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FC7ED1F-6FE1-2816-496E-B7B44E08CDDB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899000" y="5865800"/>
                  <a:ext cx="47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6715DF2-1032-9D3D-1EDC-461471D0E624}"/>
                    </a:ext>
                  </a:extLst>
                </p14:cNvPr>
                <p14:cNvContentPartPr/>
                <p14:nvPr/>
              </p14:nvContentPartPr>
              <p14:xfrm>
                <a:off x="6009520" y="5718200"/>
                <a:ext cx="136800" cy="238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6715DF2-1032-9D3D-1EDC-461471D0E62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000880" y="5709200"/>
                  <a:ext cx="1544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E04ED38-3DB8-220D-6037-96A8FD6B0491}"/>
                    </a:ext>
                  </a:extLst>
                </p14:cNvPr>
                <p14:cNvContentPartPr/>
                <p14:nvPr/>
              </p14:nvContentPartPr>
              <p14:xfrm>
                <a:off x="6137320" y="5824040"/>
                <a:ext cx="92520" cy="109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E04ED38-3DB8-220D-6037-96A8FD6B049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128320" y="5815400"/>
                  <a:ext cx="110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1F6E25A-BCBC-F5F2-E5E9-BB8CB42DB48F}"/>
                    </a:ext>
                  </a:extLst>
                </p14:cNvPr>
                <p14:cNvContentPartPr/>
                <p14:nvPr/>
              </p14:nvContentPartPr>
              <p14:xfrm>
                <a:off x="6292120" y="5546480"/>
                <a:ext cx="134640" cy="27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1F6E25A-BCBC-F5F2-E5E9-BB8CB42DB48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283480" y="5537480"/>
                  <a:ext cx="152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E694D27-C565-8FC5-DBA5-E28C0BB27057}"/>
                    </a:ext>
                  </a:extLst>
                </p14:cNvPr>
                <p14:cNvContentPartPr/>
                <p14:nvPr/>
              </p14:nvContentPartPr>
              <p14:xfrm>
                <a:off x="6374560" y="5433440"/>
                <a:ext cx="203760" cy="2062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E694D27-C565-8FC5-DBA5-E28C0BB2705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365560" y="5424800"/>
                  <a:ext cx="221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C940B25-355A-474D-4A35-C7327EBBE17C}"/>
                    </a:ext>
                  </a:extLst>
                </p14:cNvPr>
                <p14:cNvContentPartPr/>
                <p14:nvPr/>
              </p14:nvContentPartPr>
              <p14:xfrm>
                <a:off x="6192400" y="6419840"/>
                <a:ext cx="160920" cy="32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C940B25-355A-474D-4A35-C7327EBBE17C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183760" y="6411200"/>
                  <a:ext cx="178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6F8991E-C10C-4E43-6017-46C61B3F4933}"/>
                    </a:ext>
                  </a:extLst>
                </p14:cNvPr>
                <p14:cNvContentPartPr/>
                <p14:nvPr/>
              </p14:nvContentPartPr>
              <p14:xfrm>
                <a:off x="6179440" y="6359000"/>
                <a:ext cx="159480" cy="230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6F8991E-C10C-4E43-6017-46C61B3F493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6170440" y="6350360"/>
                  <a:ext cx="1771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D40E73A-76D0-808A-0FC7-27CB8CD4ED1A}"/>
                    </a:ext>
                  </a:extLst>
                </p14:cNvPr>
                <p14:cNvContentPartPr/>
                <p14:nvPr/>
              </p14:nvContentPartPr>
              <p14:xfrm>
                <a:off x="6396880" y="6330200"/>
                <a:ext cx="163800" cy="1569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D40E73A-76D0-808A-0FC7-27CB8CD4ED1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387880" y="6321200"/>
                  <a:ext cx="181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F76FD58-1670-642F-924E-0308C8659057}"/>
                    </a:ext>
                  </a:extLst>
                </p14:cNvPr>
                <p14:cNvContentPartPr/>
                <p14:nvPr/>
              </p14:nvContentPartPr>
              <p14:xfrm>
                <a:off x="6584800" y="6484280"/>
                <a:ext cx="12600" cy="176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F76FD58-1670-642F-924E-0308C865905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576160" y="6475280"/>
                  <a:ext cx="30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F6900B3-C59D-4DEA-5C9D-A0D9241D3B6C}"/>
                    </a:ext>
                  </a:extLst>
                </p14:cNvPr>
                <p14:cNvContentPartPr/>
                <p14:nvPr/>
              </p14:nvContentPartPr>
              <p14:xfrm>
                <a:off x="6734200" y="6328040"/>
                <a:ext cx="98640" cy="209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F6900B3-C59D-4DEA-5C9D-A0D9241D3B6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725560" y="6319040"/>
                  <a:ext cx="1162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E25F31D-B4DB-C7D5-D5C5-3FDF4B4F121F}"/>
                    </a:ext>
                  </a:extLst>
                </p14:cNvPr>
                <p14:cNvContentPartPr/>
                <p14:nvPr/>
              </p14:nvContentPartPr>
              <p14:xfrm>
                <a:off x="6894400" y="6376280"/>
                <a:ext cx="73080" cy="1738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E25F31D-B4DB-C7D5-D5C5-3FDF4B4F121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6885400" y="6367640"/>
                  <a:ext cx="90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52FEFCD-3EF8-4463-C79A-506A346BC1C3}"/>
                    </a:ext>
                  </a:extLst>
                </p14:cNvPr>
                <p14:cNvContentPartPr/>
                <p14:nvPr/>
              </p14:nvContentPartPr>
              <p14:xfrm>
                <a:off x="6868120" y="6427400"/>
                <a:ext cx="200880" cy="53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52FEFCD-3EF8-4463-C79A-506A346BC1C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6859480" y="6418760"/>
                  <a:ext cx="218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BC7B34E9-06E4-FAF7-0B54-C3C025D08084}"/>
                    </a:ext>
                  </a:extLst>
                </p14:cNvPr>
                <p14:cNvContentPartPr/>
                <p14:nvPr/>
              </p14:nvContentPartPr>
              <p14:xfrm>
                <a:off x="7000960" y="6389600"/>
                <a:ext cx="109080" cy="171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BC7B34E9-06E4-FAF7-0B54-C3C025D0808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992320" y="6380600"/>
                  <a:ext cx="1267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9B1CF49-0761-696B-45A8-B691CA84DC7E}"/>
                    </a:ext>
                  </a:extLst>
                </p14:cNvPr>
                <p14:cNvContentPartPr/>
                <p14:nvPr/>
              </p14:nvContentPartPr>
              <p14:xfrm>
                <a:off x="7023280" y="6377720"/>
                <a:ext cx="172080" cy="702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9B1CF49-0761-696B-45A8-B691CA84DC7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014640" y="6369080"/>
                  <a:ext cx="189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E7B6E95-5219-ABD1-21B4-46B49569CF24}"/>
                    </a:ext>
                  </a:extLst>
                </p14:cNvPr>
                <p14:cNvContentPartPr/>
                <p14:nvPr/>
              </p14:nvContentPartPr>
              <p14:xfrm>
                <a:off x="7349800" y="6258200"/>
                <a:ext cx="181800" cy="3301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E7B6E95-5219-ABD1-21B4-46B49569CF2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340800" y="6249560"/>
                  <a:ext cx="1994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DBB3B1E-D96E-6FBF-3543-6AA5F71E7523}"/>
                    </a:ext>
                  </a:extLst>
                </p14:cNvPr>
                <p14:cNvContentPartPr/>
                <p14:nvPr/>
              </p14:nvContentPartPr>
              <p14:xfrm>
                <a:off x="6749680" y="5961200"/>
                <a:ext cx="1050480" cy="6667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DBB3B1E-D96E-6FBF-3543-6AA5F71E7523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740680" y="5952200"/>
                  <a:ext cx="1068120" cy="68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D7B3FE7E-139A-1B37-46AE-E49B203D6D33}"/>
                  </a:ext>
                </a:extLst>
              </p14:cNvPr>
              <p14:cNvContentPartPr/>
              <p14:nvPr/>
            </p14:nvContentPartPr>
            <p14:xfrm>
              <a:off x="-221720" y="743360"/>
              <a:ext cx="218520" cy="27216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D7B3FE7E-139A-1B37-46AE-E49B203D6D33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-230360" y="734720"/>
                <a:ext cx="23616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F89F38C8-2E55-95DC-2C5B-7C8A8295D60B}"/>
                  </a:ext>
                </a:extLst>
              </p14:cNvPr>
              <p14:cNvContentPartPr/>
              <p14:nvPr/>
            </p14:nvContentPartPr>
            <p14:xfrm>
              <a:off x="2603560" y="596120"/>
              <a:ext cx="146880" cy="19116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F89F38C8-2E55-95DC-2C5B-7C8A8295D60B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2594920" y="587480"/>
                <a:ext cx="1645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41F731F7-B7D8-840B-3301-48E3032E97CF}"/>
                  </a:ext>
                </a:extLst>
              </p14:cNvPr>
              <p14:cNvContentPartPr/>
              <p14:nvPr/>
            </p14:nvContentPartPr>
            <p14:xfrm>
              <a:off x="2596000" y="924440"/>
              <a:ext cx="206280" cy="22284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41F731F7-B7D8-840B-3301-48E3032E97CF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2587360" y="915800"/>
                <a:ext cx="22392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9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BE2DC56C-8CB6-024C-29AE-A85473328E56}"/>
                  </a:ext>
                </a:extLst>
              </p14:cNvPr>
              <p14:cNvContentPartPr/>
              <p14:nvPr/>
            </p14:nvContentPartPr>
            <p14:xfrm>
              <a:off x="2858080" y="1013720"/>
              <a:ext cx="249120" cy="13788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BE2DC56C-8CB6-024C-29AE-A85473328E56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2849080" y="1005080"/>
                <a:ext cx="26676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1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8D717045-2F1B-7414-A024-6761620B302D}"/>
                  </a:ext>
                </a:extLst>
              </p14:cNvPr>
              <p14:cNvContentPartPr/>
              <p14:nvPr/>
            </p14:nvContentPartPr>
            <p14:xfrm>
              <a:off x="848920" y="622040"/>
              <a:ext cx="1523160" cy="12888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8D717045-2F1B-7414-A024-6761620B302D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839920" y="613040"/>
                <a:ext cx="15408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3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9DAD2DBC-096D-04D6-44AD-D24D1A39B4F1}"/>
                  </a:ext>
                </a:extLst>
              </p14:cNvPr>
              <p14:cNvContentPartPr/>
              <p14:nvPr/>
            </p14:nvContentPartPr>
            <p14:xfrm>
              <a:off x="1303600" y="862520"/>
              <a:ext cx="96480" cy="13644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9DAD2DBC-096D-04D6-44AD-D24D1A39B4F1}"/>
                  </a:ext>
                </a:extLst>
              </p:cNvPr>
              <p:cNvPicPr/>
              <p:nvPr/>
            </p:nvPicPr>
            <p:blipFill>
              <a:blip r:embed="rId404"/>
              <a:stretch>
                <a:fillRect/>
              </a:stretch>
            </p:blipFill>
            <p:spPr>
              <a:xfrm>
                <a:off x="1294600" y="853520"/>
                <a:ext cx="11412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5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F2400478-11C2-38B2-D381-269690D0D227}"/>
                  </a:ext>
                </a:extLst>
              </p14:cNvPr>
              <p14:cNvContentPartPr/>
              <p14:nvPr/>
            </p14:nvContentPartPr>
            <p14:xfrm>
              <a:off x="1446520" y="1024880"/>
              <a:ext cx="360" cy="36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F2400478-11C2-38B2-D381-269690D0D227}"/>
                  </a:ext>
                </a:extLst>
              </p:cNvPr>
              <p:cNvPicPr/>
              <p:nvPr/>
            </p:nvPicPr>
            <p:blipFill>
              <a:blip r:embed="rId406"/>
              <a:stretch>
                <a:fillRect/>
              </a:stretch>
            </p:blipFill>
            <p:spPr>
              <a:xfrm>
                <a:off x="1437520" y="101588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7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432EA55C-4ADF-44F5-BF6B-850E586AA11E}"/>
                  </a:ext>
                </a:extLst>
              </p14:cNvPr>
              <p14:cNvContentPartPr/>
              <p14:nvPr/>
            </p14:nvContentPartPr>
            <p14:xfrm>
              <a:off x="1546240" y="816080"/>
              <a:ext cx="131040" cy="18288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432EA55C-4ADF-44F5-BF6B-850E586AA11E}"/>
                  </a:ext>
                </a:extLst>
              </p:cNvPr>
              <p:cNvPicPr/>
              <p:nvPr/>
            </p:nvPicPr>
            <p:blipFill>
              <a:blip r:embed="rId408"/>
              <a:stretch>
                <a:fillRect/>
              </a:stretch>
            </p:blipFill>
            <p:spPr>
              <a:xfrm>
                <a:off x="1537240" y="807080"/>
                <a:ext cx="1486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375B2923-D9B4-1A2C-B6CA-0396BA0BBA80}"/>
                  </a:ext>
                </a:extLst>
              </p14:cNvPr>
              <p14:cNvContentPartPr/>
              <p14:nvPr/>
            </p14:nvContentPartPr>
            <p14:xfrm>
              <a:off x="1784200" y="858200"/>
              <a:ext cx="209160" cy="15048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375B2923-D9B4-1A2C-B6CA-0396BA0BBA80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1775560" y="849560"/>
                <a:ext cx="2268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1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B50C1BD8-7511-52D3-010B-6F56D099D78C}"/>
                  </a:ext>
                </a:extLst>
              </p14:cNvPr>
              <p14:cNvContentPartPr/>
              <p14:nvPr/>
            </p14:nvContentPartPr>
            <p14:xfrm>
              <a:off x="2467120" y="250160"/>
              <a:ext cx="137880" cy="21060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B50C1BD8-7511-52D3-010B-6F56D099D78C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2458120" y="241160"/>
                <a:ext cx="1555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3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C6A76608-E901-ABEC-089A-717998B1ED41}"/>
                  </a:ext>
                </a:extLst>
              </p14:cNvPr>
              <p14:cNvContentPartPr/>
              <p14:nvPr/>
            </p14:nvContentPartPr>
            <p14:xfrm>
              <a:off x="2622280" y="271760"/>
              <a:ext cx="219240" cy="26784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C6A76608-E901-ABEC-089A-717998B1ED41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2613280" y="262760"/>
                <a:ext cx="2368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5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4EBAA2FE-75BA-79CA-B7D2-CE198F9E1E87}"/>
                  </a:ext>
                </a:extLst>
              </p14:cNvPr>
              <p14:cNvContentPartPr/>
              <p14:nvPr/>
            </p14:nvContentPartPr>
            <p14:xfrm>
              <a:off x="2953840" y="503600"/>
              <a:ext cx="567000" cy="10692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4EBAA2FE-75BA-79CA-B7D2-CE198F9E1E87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2945200" y="494960"/>
                <a:ext cx="5846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7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AAE1E89C-B97D-84E5-8292-9A5E04927F5F}"/>
                  </a:ext>
                </a:extLst>
              </p14:cNvPr>
              <p14:cNvContentPartPr/>
              <p14:nvPr/>
            </p14:nvContentPartPr>
            <p14:xfrm>
              <a:off x="3407080" y="443480"/>
              <a:ext cx="197640" cy="23040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AAE1E89C-B97D-84E5-8292-9A5E04927F5F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3398080" y="434840"/>
                <a:ext cx="2152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9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88DE6D5A-62A1-EBF6-79A4-F4002B7058C8}"/>
                  </a:ext>
                </a:extLst>
              </p14:cNvPr>
              <p14:cNvContentPartPr/>
              <p14:nvPr/>
            </p14:nvContentPartPr>
            <p14:xfrm>
              <a:off x="-83480" y="803480"/>
              <a:ext cx="549360" cy="9288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88DE6D5A-62A1-EBF6-79A4-F4002B7058C8}"/>
                  </a:ext>
                </a:extLst>
              </p:cNvPr>
              <p:cNvPicPr/>
              <p:nvPr/>
            </p:nvPicPr>
            <p:blipFill>
              <a:blip r:embed="rId420"/>
              <a:stretch>
                <a:fillRect/>
              </a:stretch>
            </p:blipFill>
            <p:spPr>
              <a:xfrm>
                <a:off x="-92120" y="794840"/>
                <a:ext cx="5670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2FD9CD7D-DBBA-8DD9-1B15-82E3B93D17BC}"/>
                  </a:ext>
                </a:extLst>
              </p14:cNvPr>
              <p14:cNvContentPartPr/>
              <p14:nvPr/>
            </p14:nvContentPartPr>
            <p14:xfrm>
              <a:off x="2214760" y="160160"/>
              <a:ext cx="1508400" cy="124236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2FD9CD7D-DBBA-8DD9-1B15-82E3B93D17BC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2206120" y="151520"/>
                <a:ext cx="1526040" cy="126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71FA5ACB-795C-33CC-3476-24F42D34A575}"/>
              </a:ext>
            </a:extLst>
          </p:cNvPr>
          <p:cNvGrpSpPr/>
          <p:nvPr/>
        </p:nvGrpSpPr>
        <p:grpSpPr>
          <a:xfrm>
            <a:off x="-326120" y="156560"/>
            <a:ext cx="1217160" cy="1368720"/>
            <a:chOff x="-326120" y="156560"/>
            <a:chExt cx="1217160" cy="13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8A22901-A855-426E-48D6-C05E2F6D669A}"/>
                    </a:ext>
                  </a:extLst>
                </p14:cNvPr>
                <p14:cNvContentPartPr/>
                <p14:nvPr/>
              </p14:nvContentPartPr>
              <p14:xfrm>
                <a:off x="322240" y="386960"/>
                <a:ext cx="90360" cy="1792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8A22901-A855-426E-48D6-C05E2F6D669A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313240" y="377960"/>
                  <a:ext cx="108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148FD96-4CBF-A4C4-D9F6-3CC6B5185713}"/>
                    </a:ext>
                  </a:extLst>
                </p14:cNvPr>
                <p14:cNvContentPartPr/>
                <p14:nvPr/>
              </p14:nvContentPartPr>
              <p14:xfrm>
                <a:off x="478120" y="365360"/>
                <a:ext cx="130320" cy="268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148FD96-4CBF-A4C4-D9F6-3CC6B518571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469120" y="356720"/>
                  <a:ext cx="1479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9315F8A-FCA6-7618-9066-95AA2EE466E8}"/>
                    </a:ext>
                  </a:extLst>
                </p14:cNvPr>
                <p14:cNvContentPartPr/>
                <p14:nvPr/>
              </p14:nvContentPartPr>
              <p14:xfrm>
                <a:off x="729760" y="325400"/>
                <a:ext cx="360" cy="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9315F8A-FCA6-7618-9066-95AA2EE466E8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21120" y="3164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C970F56-EDCA-9683-8180-46BC6E526B4C}"/>
                    </a:ext>
                  </a:extLst>
                </p14:cNvPr>
                <p14:cNvContentPartPr/>
                <p14:nvPr/>
              </p14:nvContentPartPr>
              <p14:xfrm>
                <a:off x="603040" y="708080"/>
                <a:ext cx="166320" cy="1512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C970F56-EDCA-9683-8180-46BC6E526B4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94400" y="699440"/>
                  <a:ext cx="183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F5DB060-B1CF-C4C2-C550-7A14DA6E6A60}"/>
                    </a:ext>
                  </a:extLst>
                </p14:cNvPr>
                <p14:cNvContentPartPr/>
                <p14:nvPr/>
              </p14:nvContentPartPr>
              <p14:xfrm>
                <a:off x="432760" y="1015880"/>
                <a:ext cx="253800" cy="3927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F5DB060-B1CF-C4C2-C550-7A14DA6E6A6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23760" y="1006880"/>
                  <a:ext cx="2714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2208D04-3D7E-34B8-B583-1849AC3A6BFD}"/>
                    </a:ext>
                  </a:extLst>
                </p14:cNvPr>
                <p14:cNvContentPartPr/>
                <p14:nvPr/>
              </p14:nvContentPartPr>
              <p14:xfrm>
                <a:off x="709240" y="1151960"/>
                <a:ext cx="72360" cy="1620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2208D04-3D7E-34B8-B583-1849AC3A6BF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00240" y="1143320"/>
                  <a:ext cx="90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5B29FDE-0768-1CDB-67A9-1E1F87129FF3}"/>
                    </a:ext>
                  </a:extLst>
                </p14:cNvPr>
                <p14:cNvContentPartPr/>
                <p14:nvPr/>
              </p14:nvContentPartPr>
              <p14:xfrm>
                <a:off x="-326120" y="156560"/>
                <a:ext cx="1217160" cy="13687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5B29FDE-0768-1CDB-67A9-1E1F87129FF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-334760" y="147920"/>
                  <a:ext cx="1234800" cy="138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73782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8F13EC-A8A3-7327-4F71-7B93C4906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515" y="0"/>
            <a:ext cx="7592485" cy="11336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134F4B-2FD3-578C-D0C1-FD77D9E4F22E}"/>
                  </a:ext>
                </a:extLst>
              </p14:cNvPr>
              <p14:cNvContentPartPr/>
              <p14:nvPr/>
            </p14:nvContentPartPr>
            <p14:xfrm>
              <a:off x="5350360" y="420800"/>
              <a:ext cx="226440" cy="204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134F4B-2FD3-578C-D0C1-FD77D9E4F2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2360" y="402800"/>
                <a:ext cx="262080" cy="2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E31138D6-5122-8808-541D-69AEADFD2ED4}"/>
              </a:ext>
            </a:extLst>
          </p:cNvPr>
          <p:cNvGrpSpPr/>
          <p:nvPr/>
        </p:nvGrpSpPr>
        <p:grpSpPr>
          <a:xfrm>
            <a:off x="6598840" y="720680"/>
            <a:ext cx="626760" cy="267840"/>
            <a:chOff x="6598840" y="720680"/>
            <a:chExt cx="62676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3B8A320-1733-944D-4DEF-4FF39E53D08D}"/>
                    </a:ext>
                  </a:extLst>
                </p14:cNvPr>
                <p14:cNvContentPartPr/>
                <p14:nvPr/>
              </p14:nvContentPartPr>
              <p14:xfrm>
                <a:off x="6744640" y="828680"/>
                <a:ext cx="480960" cy="36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3B8A320-1733-944D-4DEF-4FF39E53D0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26640" y="810680"/>
                  <a:ext cx="5166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95B3EF-5A08-235E-F13A-9672D497C2D9}"/>
                    </a:ext>
                  </a:extLst>
                </p14:cNvPr>
                <p14:cNvContentPartPr/>
                <p14:nvPr/>
              </p14:nvContentPartPr>
              <p14:xfrm>
                <a:off x="6598840" y="720680"/>
                <a:ext cx="164520" cy="267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95B3EF-5A08-235E-F13A-9672D497C2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80840" y="703040"/>
                  <a:ext cx="2001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86C73D5-2B54-943C-B53E-D67B4649E862}"/>
                    </a:ext>
                  </a:extLst>
                </p14:cNvPr>
                <p14:cNvContentPartPr/>
                <p14:nvPr/>
              </p14:nvContentPartPr>
              <p14:xfrm>
                <a:off x="6640960" y="823640"/>
                <a:ext cx="172800" cy="24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86C73D5-2B54-943C-B53E-D67B4649E86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22960" y="806000"/>
                  <a:ext cx="2084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1DF3919-9294-E308-02BA-335B8F60E4CB}"/>
              </a:ext>
            </a:extLst>
          </p:cNvPr>
          <p:cNvGrpSpPr/>
          <p:nvPr/>
        </p:nvGrpSpPr>
        <p:grpSpPr>
          <a:xfrm>
            <a:off x="631480" y="160880"/>
            <a:ext cx="1281240" cy="685440"/>
            <a:chOff x="631480" y="160880"/>
            <a:chExt cx="1281240" cy="68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73DBC1-484C-FD7E-D289-AAD055C27022}"/>
                    </a:ext>
                  </a:extLst>
                </p14:cNvPr>
                <p14:cNvContentPartPr/>
                <p14:nvPr/>
              </p14:nvContentPartPr>
              <p14:xfrm>
                <a:off x="631480" y="215600"/>
                <a:ext cx="194400" cy="142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73DBC1-484C-FD7E-D289-AAD055C2702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3840" y="197600"/>
                  <a:ext cx="230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08F0A79-1750-CE5E-132A-7A0D450A6134}"/>
                    </a:ext>
                  </a:extLst>
                </p14:cNvPr>
                <p14:cNvContentPartPr/>
                <p14:nvPr/>
              </p14:nvContentPartPr>
              <p14:xfrm>
                <a:off x="1236640" y="182840"/>
                <a:ext cx="247320" cy="179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08F0A79-1750-CE5E-132A-7A0D450A613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19000" y="165200"/>
                  <a:ext cx="282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C9150A-A826-3FC5-159E-A6359F12B3C3}"/>
                    </a:ext>
                  </a:extLst>
                </p14:cNvPr>
                <p14:cNvContentPartPr/>
                <p14:nvPr/>
              </p14:nvContentPartPr>
              <p14:xfrm>
                <a:off x="705280" y="764240"/>
                <a:ext cx="276840" cy="30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C9150A-A826-3FC5-159E-A6359F12B3C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7640" y="746240"/>
                  <a:ext cx="312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5C3E0E-3B0A-0003-DE8B-BD6F517168A0}"/>
                    </a:ext>
                  </a:extLst>
                </p14:cNvPr>
                <p14:cNvContentPartPr/>
                <p14:nvPr/>
              </p14:nvContentPartPr>
              <p14:xfrm>
                <a:off x="1286680" y="715280"/>
                <a:ext cx="307440" cy="19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5C3E0E-3B0A-0003-DE8B-BD6F517168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68680" y="697280"/>
                  <a:ext cx="343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707AAC3-46B8-F54B-F8A5-4461B00B7782}"/>
                    </a:ext>
                  </a:extLst>
                </p14:cNvPr>
                <p14:cNvContentPartPr/>
                <p14:nvPr/>
              </p14:nvContentPartPr>
              <p14:xfrm>
                <a:off x="1706800" y="160880"/>
                <a:ext cx="205920" cy="685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707AAC3-46B8-F54B-F8A5-4461B00B778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88800" y="142880"/>
                  <a:ext cx="241560" cy="72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C9EA7AA-794C-3FD8-731E-8AE048DA77C4}"/>
              </a:ext>
            </a:extLst>
          </p:cNvPr>
          <p:cNvGrpSpPr/>
          <p:nvPr/>
        </p:nvGrpSpPr>
        <p:grpSpPr>
          <a:xfrm>
            <a:off x="2280280" y="217760"/>
            <a:ext cx="797040" cy="316080"/>
            <a:chOff x="2280280" y="217760"/>
            <a:chExt cx="797040" cy="31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AD3EA90-4820-99D9-6C8B-4B3600629EDA}"/>
                    </a:ext>
                  </a:extLst>
                </p14:cNvPr>
                <p14:cNvContentPartPr/>
                <p14:nvPr/>
              </p14:nvContentPartPr>
              <p14:xfrm>
                <a:off x="2966800" y="217760"/>
                <a:ext cx="110520" cy="258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AD3EA90-4820-99D9-6C8B-4B3600629ED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949160" y="199760"/>
                  <a:ext cx="1461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47C7FA-9AF2-FF93-45F4-B00700FF325F}"/>
                    </a:ext>
                  </a:extLst>
                </p14:cNvPr>
                <p14:cNvContentPartPr/>
                <p14:nvPr/>
              </p14:nvContentPartPr>
              <p14:xfrm>
                <a:off x="2764840" y="344840"/>
                <a:ext cx="154800" cy="126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47C7FA-9AF2-FF93-45F4-B00700FF325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47200" y="326840"/>
                  <a:ext cx="190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7346F9-B8F0-4CD1-0B01-DD8B2043A70B}"/>
                    </a:ext>
                  </a:extLst>
                </p14:cNvPr>
                <p14:cNvContentPartPr/>
                <p14:nvPr/>
              </p14:nvContentPartPr>
              <p14:xfrm>
                <a:off x="2680600" y="357080"/>
                <a:ext cx="70920" cy="118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7346F9-B8F0-4CD1-0B01-DD8B2043A70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662600" y="339440"/>
                  <a:ext cx="1065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A484DD-C473-5308-12EA-3EB1FC2CDACC}"/>
                    </a:ext>
                  </a:extLst>
                </p14:cNvPr>
                <p14:cNvContentPartPr/>
                <p14:nvPr/>
              </p14:nvContentPartPr>
              <p14:xfrm>
                <a:off x="2594560" y="339800"/>
                <a:ext cx="67320" cy="56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A484DD-C473-5308-12EA-3EB1FC2CDAC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76560" y="322160"/>
                  <a:ext cx="102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97486DE-E424-98DD-65C2-219BB16D8D2F}"/>
                    </a:ext>
                  </a:extLst>
                </p14:cNvPr>
                <p14:cNvContentPartPr/>
                <p14:nvPr/>
              </p14:nvContentPartPr>
              <p14:xfrm>
                <a:off x="2556040" y="330800"/>
                <a:ext cx="31680" cy="74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97486DE-E424-98DD-65C2-219BB16D8D2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38400" y="313160"/>
                  <a:ext cx="67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B2BFBA6-DEAE-CFDF-6F90-84C590C7353A}"/>
                    </a:ext>
                  </a:extLst>
                </p14:cNvPr>
                <p14:cNvContentPartPr/>
                <p14:nvPr/>
              </p14:nvContentPartPr>
              <p14:xfrm>
                <a:off x="2569000" y="284720"/>
                <a:ext cx="110880" cy="12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B2BFBA6-DEAE-CFDF-6F90-84C590C735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551360" y="266720"/>
                  <a:ext cx="146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76CBAC9-336B-CFBC-4029-823AA7EE88A8}"/>
                    </a:ext>
                  </a:extLst>
                </p14:cNvPr>
                <p14:cNvContentPartPr/>
                <p14:nvPr/>
              </p14:nvContentPartPr>
              <p14:xfrm>
                <a:off x="2312680" y="395960"/>
                <a:ext cx="95760" cy="118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76CBAC9-336B-CFBC-4029-823AA7EE88A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94680" y="377960"/>
                  <a:ext cx="131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2857B5-CCF1-679D-CC29-9F5195019E15}"/>
                    </a:ext>
                  </a:extLst>
                </p14:cNvPr>
                <p14:cNvContentPartPr/>
                <p14:nvPr/>
              </p14:nvContentPartPr>
              <p14:xfrm>
                <a:off x="2280280" y="487040"/>
                <a:ext cx="33480" cy="46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2857B5-CCF1-679D-CC29-9F5195019E1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262640" y="469400"/>
                  <a:ext cx="69120" cy="8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F06FE67-B1DF-9824-8677-57C2A6026065}"/>
                  </a:ext>
                </a:extLst>
              </p14:cNvPr>
              <p14:cNvContentPartPr/>
              <p14:nvPr/>
            </p14:nvContentPartPr>
            <p14:xfrm>
              <a:off x="600160" y="1314320"/>
              <a:ext cx="244080" cy="1940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F06FE67-B1DF-9824-8677-57C2A602606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82160" y="1296680"/>
                <a:ext cx="27972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4491212-0D5B-CBD2-CE7E-87B0C06FE4B3}"/>
                  </a:ext>
                </a:extLst>
              </p14:cNvPr>
              <p14:cNvContentPartPr/>
              <p14:nvPr/>
            </p14:nvContentPartPr>
            <p14:xfrm>
              <a:off x="1156720" y="1492880"/>
              <a:ext cx="280080" cy="5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4491212-0D5B-CBD2-CE7E-87B0C06FE4B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39080" y="1474880"/>
                <a:ext cx="31572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9575356-BD38-90FF-7FBE-BA3AA91EF800}"/>
              </a:ext>
            </a:extLst>
          </p:cNvPr>
          <p:cNvGrpSpPr/>
          <p:nvPr/>
        </p:nvGrpSpPr>
        <p:grpSpPr>
          <a:xfrm>
            <a:off x="1872760" y="1424120"/>
            <a:ext cx="166320" cy="182160"/>
            <a:chOff x="1872760" y="1424120"/>
            <a:chExt cx="16632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F56D007-4BA5-4EA4-91AA-7B22EC212177}"/>
                    </a:ext>
                  </a:extLst>
                </p14:cNvPr>
                <p14:cNvContentPartPr/>
                <p14:nvPr/>
              </p14:nvContentPartPr>
              <p14:xfrm>
                <a:off x="1872760" y="1493960"/>
                <a:ext cx="143280" cy="5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F56D007-4BA5-4EA4-91AA-7B22EC21217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54760" y="1476320"/>
                  <a:ext cx="178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D4470D9-6D48-077B-00F2-44F430EC829F}"/>
                    </a:ext>
                  </a:extLst>
                </p14:cNvPr>
                <p14:cNvContentPartPr/>
                <p14:nvPr/>
              </p14:nvContentPartPr>
              <p14:xfrm>
                <a:off x="1954120" y="1424120"/>
                <a:ext cx="84960" cy="182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4470D9-6D48-077B-00F2-44F430EC829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936120" y="1406480"/>
                  <a:ext cx="12060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0127E28-01DF-F56A-AF9D-1AB528D05B41}"/>
              </a:ext>
            </a:extLst>
          </p:cNvPr>
          <p:cNvGrpSpPr/>
          <p:nvPr/>
        </p:nvGrpSpPr>
        <p:grpSpPr>
          <a:xfrm>
            <a:off x="2261200" y="1263920"/>
            <a:ext cx="707760" cy="273240"/>
            <a:chOff x="2261200" y="1263920"/>
            <a:chExt cx="70776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BE5088-30FB-0A0C-130A-0D038A574BAA}"/>
                    </a:ext>
                  </a:extLst>
                </p14:cNvPr>
                <p14:cNvContentPartPr/>
                <p14:nvPr/>
              </p14:nvContentPartPr>
              <p14:xfrm>
                <a:off x="2795080" y="1263920"/>
                <a:ext cx="173880" cy="155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BE5088-30FB-0A0C-130A-0D038A574BA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77080" y="1246280"/>
                  <a:ext cx="209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6623191-C38B-8AEA-DB7B-5BF825AAA741}"/>
                    </a:ext>
                  </a:extLst>
                </p14:cNvPr>
                <p14:cNvContentPartPr/>
                <p14:nvPr/>
              </p14:nvContentPartPr>
              <p14:xfrm>
                <a:off x="2633080" y="1320440"/>
                <a:ext cx="97920" cy="126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6623191-C38B-8AEA-DB7B-5BF825AAA74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15080" y="1302440"/>
                  <a:ext cx="133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C4AE04A-8F00-2A27-3BBC-4A218FD263EE}"/>
                    </a:ext>
                  </a:extLst>
                </p14:cNvPr>
                <p14:cNvContentPartPr/>
                <p14:nvPr/>
              </p14:nvContentPartPr>
              <p14:xfrm>
                <a:off x="2555320" y="1318640"/>
                <a:ext cx="26640" cy="34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C4AE04A-8F00-2A27-3BBC-4A218FD263E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37680" y="1300640"/>
                  <a:ext cx="62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EEB4A25-3381-7316-3EE8-1DB22963E3DD}"/>
                    </a:ext>
                  </a:extLst>
                </p14:cNvPr>
                <p14:cNvContentPartPr/>
                <p14:nvPr/>
              </p14:nvContentPartPr>
              <p14:xfrm>
                <a:off x="2340400" y="1373000"/>
                <a:ext cx="149400" cy="133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EEB4A25-3381-7316-3EE8-1DB22963E3D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322400" y="1355360"/>
                  <a:ext cx="185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70FF13-F454-FA91-9DBC-7E338FABD800}"/>
                    </a:ext>
                  </a:extLst>
                </p14:cNvPr>
                <p14:cNvContentPartPr/>
                <p14:nvPr/>
              </p14:nvContentPartPr>
              <p14:xfrm>
                <a:off x="2268040" y="1399280"/>
                <a:ext cx="93600" cy="118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70FF13-F454-FA91-9DBC-7E338FABD80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250400" y="1381280"/>
                  <a:ext cx="1292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7245C2E-D081-28AE-F3CE-3F3F41977915}"/>
                    </a:ext>
                  </a:extLst>
                </p14:cNvPr>
                <p14:cNvContentPartPr/>
                <p14:nvPr/>
              </p14:nvContentPartPr>
              <p14:xfrm>
                <a:off x="2261200" y="1486400"/>
                <a:ext cx="28080" cy="50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7245C2E-D081-28AE-F3CE-3F3F4197791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243560" y="1468760"/>
                  <a:ext cx="6372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2972931-B675-D132-976C-880C4C14CE37}"/>
              </a:ext>
            </a:extLst>
          </p:cNvPr>
          <p:cNvGrpSpPr/>
          <p:nvPr/>
        </p:nvGrpSpPr>
        <p:grpSpPr>
          <a:xfrm>
            <a:off x="4783000" y="798080"/>
            <a:ext cx="624240" cy="250560"/>
            <a:chOff x="4783000" y="798080"/>
            <a:chExt cx="62424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85D522-00E8-C37F-C75C-8D21B51C0C95}"/>
                    </a:ext>
                  </a:extLst>
                </p14:cNvPr>
                <p14:cNvContentPartPr/>
                <p14:nvPr/>
              </p14:nvContentPartPr>
              <p14:xfrm>
                <a:off x="4946800" y="880160"/>
                <a:ext cx="460440" cy="27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85D522-00E8-C37F-C75C-8D21B51C0C9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928800" y="862160"/>
                  <a:ext cx="496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61130AC-83D8-0F69-094B-BAD85493D1C3}"/>
                    </a:ext>
                  </a:extLst>
                </p14:cNvPr>
                <p14:cNvContentPartPr/>
                <p14:nvPr/>
              </p14:nvContentPartPr>
              <p14:xfrm>
                <a:off x="4783000" y="798080"/>
                <a:ext cx="217080" cy="250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61130AC-83D8-0F69-094B-BAD85493D1C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765000" y="780440"/>
                  <a:ext cx="252720" cy="28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CD3E7B4-9858-CC0C-0E7E-1F4298895820}"/>
              </a:ext>
            </a:extLst>
          </p:cNvPr>
          <p:cNvGrpSpPr/>
          <p:nvPr/>
        </p:nvGrpSpPr>
        <p:grpSpPr>
          <a:xfrm>
            <a:off x="6352960" y="568040"/>
            <a:ext cx="477360" cy="131040"/>
            <a:chOff x="6352960" y="568040"/>
            <a:chExt cx="477360" cy="13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5E215A-55B0-65D2-FBAC-7B4B47FF06F7}"/>
                    </a:ext>
                  </a:extLst>
                </p14:cNvPr>
                <p14:cNvContentPartPr/>
                <p14:nvPr/>
              </p14:nvContentPartPr>
              <p14:xfrm>
                <a:off x="6352960" y="616280"/>
                <a:ext cx="396000" cy="60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C5E215A-55B0-65D2-FBAC-7B4B47FF06F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334960" y="598640"/>
                  <a:ext cx="431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F9C6779-6CFB-32EF-8AEB-0DB60D96881B}"/>
                    </a:ext>
                  </a:extLst>
                </p14:cNvPr>
                <p14:cNvContentPartPr/>
                <p14:nvPr/>
              </p14:nvContentPartPr>
              <p14:xfrm>
                <a:off x="6670120" y="568040"/>
                <a:ext cx="160200" cy="131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F9C6779-6CFB-32EF-8AEB-0DB60D96881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52480" y="550040"/>
                  <a:ext cx="195840" cy="16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C86028A-F265-4A0C-9545-6AB6724694CF}"/>
                  </a:ext>
                </a:extLst>
              </p14:cNvPr>
              <p14:cNvContentPartPr/>
              <p14:nvPr/>
            </p14:nvContentPartPr>
            <p14:xfrm>
              <a:off x="6579400" y="759920"/>
              <a:ext cx="618480" cy="1782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C86028A-F265-4A0C-9545-6AB6724694CF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525760" y="652280"/>
                <a:ext cx="72612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AF3764E-5ECD-D0F9-7437-82E553301735}"/>
                  </a:ext>
                </a:extLst>
              </p14:cNvPr>
              <p14:cNvContentPartPr/>
              <p14:nvPr/>
            </p14:nvContentPartPr>
            <p14:xfrm>
              <a:off x="7283560" y="772520"/>
              <a:ext cx="594000" cy="1566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AF3764E-5ECD-D0F9-7437-82E55330173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229920" y="664880"/>
                <a:ext cx="70164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A06DE82-D086-149E-7558-D614E3D01A21}"/>
                  </a:ext>
                </a:extLst>
              </p14:cNvPr>
              <p14:cNvContentPartPr/>
              <p14:nvPr/>
            </p14:nvContentPartPr>
            <p14:xfrm>
              <a:off x="7511800" y="1142240"/>
              <a:ext cx="360" cy="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A06DE82-D086-149E-7558-D614E3D01A2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494160" y="112460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528454D6-3266-68EB-3C9F-589E0827754D}"/>
              </a:ext>
            </a:extLst>
          </p:cNvPr>
          <p:cNvGrpSpPr/>
          <p:nvPr/>
        </p:nvGrpSpPr>
        <p:grpSpPr>
          <a:xfrm>
            <a:off x="7299040" y="786200"/>
            <a:ext cx="581760" cy="174600"/>
            <a:chOff x="7299040" y="786200"/>
            <a:chExt cx="58176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8107FCB-79C9-5E99-3E15-A6B21325EBC9}"/>
                    </a:ext>
                  </a:extLst>
                </p14:cNvPr>
                <p14:cNvContentPartPr/>
                <p14:nvPr/>
              </p14:nvContentPartPr>
              <p14:xfrm>
                <a:off x="7299040" y="859640"/>
                <a:ext cx="535680" cy="23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8107FCB-79C9-5E99-3E15-A6B21325EBC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281400" y="841640"/>
                  <a:ext cx="571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385A87B-7C95-6958-51F8-F0D34E4C7292}"/>
                    </a:ext>
                  </a:extLst>
                </p14:cNvPr>
                <p14:cNvContentPartPr/>
                <p14:nvPr/>
              </p14:nvContentPartPr>
              <p14:xfrm>
                <a:off x="7707640" y="786200"/>
                <a:ext cx="173160" cy="174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385A87B-7C95-6958-51F8-F0D34E4C729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90000" y="768560"/>
                  <a:ext cx="208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8447A6D-9BBD-FA7E-32D3-2446A63747C6}"/>
                    </a:ext>
                  </a:extLst>
                </p14:cNvPr>
                <p14:cNvContentPartPr/>
                <p14:nvPr/>
              </p14:nvContentPartPr>
              <p14:xfrm>
                <a:off x="7832200" y="812480"/>
                <a:ext cx="36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8447A6D-9BBD-FA7E-32D3-2446A63747C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814200" y="79484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24B1ECD-4611-8962-9E23-38388A2CD670}"/>
                    </a:ext>
                  </a:extLst>
                </p14:cNvPr>
                <p14:cNvContentPartPr/>
                <p14:nvPr/>
              </p14:nvContentPartPr>
              <p14:xfrm>
                <a:off x="7771360" y="793400"/>
                <a:ext cx="66240" cy="102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24B1ECD-4611-8962-9E23-38388A2CD6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753720" y="775400"/>
                  <a:ext cx="101880" cy="13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361100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ערכת נושא Office</vt:lpstr>
      <vt:lpstr>מבוא לפיזיקה, מעגלים ומל"מ – שיעור 2</vt:lpstr>
      <vt:lpstr>אלקטרוסטטיקה - חלק א'</vt:lpstr>
      <vt:lpstr>מטען חשמלי</vt:lpstr>
      <vt:lpstr>מטען חשמלי</vt:lpstr>
      <vt:lpstr>הכוח החשמלי – חוק קולון</vt:lpstr>
      <vt:lpstr>שדה חשמלי וקווי שדה</vt:lpstr>
      <vt:lpstr>PowerPoint Presentation</vt:lpstr>
      <vt:lpstr>אנרגיה פוטנציאלית חשמלית, פוטנציאל ומתח חשמלי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לפיזיקה, מעגלים ומל"מ – שיעור 2</dc:title>
  <dc:creator>שרונה פריד</dc:creator>
  <cp:lastModifiedBy>FREILICH Devorah</cp:lastModifiedBy>
  <cp:revision>24</cp:revision>
  <dcterms:created xsi:type="dcterms:W3CDTF">2024-02-20T09:44:38Z</dcterms:created>
  <dcterms:modified xsi:type="dcterms:W3CDTF">2026-03-06T09:38:17Z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f53336-86bf-4d0f-8296-3804e1219350_Enabled">
    <vt:lpwstr>true</vt:lpwstr>
  </property>
  <property fmtid="{D5CDD505-2E9C-101B-9397-08002B2CF9AE}" pid="3" name="MSIP_Label_daf53336-86bf-4d0f-8296-3804e1219350_SetDate">
    <vt:lpwstr>2026-03-06T07:59:58Z</vt:lpwstr>
  </property>
  <property fmtid="{D5CDD505-2E9C-101B-9397-08002B2CF9AE}" pid="4" name="MSIP_Label_daf53336-86bf-4d0f-8296-3804e1219350_Method">
    <vt:lpwstr>Privileged</vt:lpwstr>
  </property>
  <property fmtid="{D5CDD505-2E9C-101B-9397-08002B2CF9AE}" pid="5" name="MSIP_Label_daf53336-86bf-4d0f-8296-3804e1219350_Name">
    <vt:lpwstr>DIS C4 No Encryption</vt:lpwstr>
  </property>
  <property fmtid="{D5CDD505-2E9C-101B-9397-08002B2CF9AE}" pid="6" name="MSIP_Label_daf53336-86bf-4d0f-8296-3804e1219350_SiteId">
    <vt:lpwstr>6e603289-5e46-4e26-ac7c-03a85420a9a5</vt:lpwstr>
  </property>
  <property fmtid="{D5CDD505-2E9C-101B-9397-08002B2CF9AE}" pid="7" name="MSIP_Label_daf53336-86bf-4d0f-8296-3804e1219350_ActionId">
    <vt:lpwstr>d9a4850f-8910-4300-a1d8-95719aede090</vt:lpwstr>
  </property>
  <property fmtid="{D5CDD505-2E9C-101B-9397-08002B2CF9AE}" pid="8" name="MSIP_Label_daf53336-86bf-4d0f-8296-3804e1219350_ContentBits">
    <vt:lpwstr>2</vt:lpwstr>
  </property>
  <property fmtid="{D5CDD505-2E9C-101B-9397-08002B2CF9AE}" pid="9" name="MSIP_Label_daf53336-86bf-4d0f-8296-3804e1219350_Tag">
    <vt:lpwstr>10, 0, 1, 1</vt:lpwstr>
  </property>
  <property fmtid="{D5CDD505-2E9C-101B-9397-08002B2CF9AE}" pid="10" name="ClassificationContentMarkingFooterLocations">
    <vt:lpwstr>ערכת נושא Office:8</vt:lpwstr>
  </property>
  <property fmtid="{D5CDD505-2E9C-101B-9397-08002B2CF9AE}" pid="11" name="ClassificationContentMarkingFooterText">
    <vt:lpwstr>THALES GROUP SECRET</vt:lpwstr>
  </property>
</Properties>
</file>